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56" r:id="rId6"/>
    <p:sldId id="262" r:id="rId7"/>
    <p:sldId id="265" r:id="rId8"/>
    <p:sldId id="263" r:id="rId9"/>
    <p:sldId id="266" r:id="rId10"/>
    <p:sldId id="269" r:id="rId11"/>
    <p:sldId id="270" r:id="rId12"/>
    <p:sldId id="268" r:id="rId13"/>
    <p:sldId id="271" r:id="rId14"/>
    <p:sldId id="272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DAF30B-9699-D042-916A-0786FE36D389}" v="712" dt="2026-09-28T12:34:19.843"/>
    <p1510:client id="{D5CF2EF4-1C68-4D0C-959B-656605100AA3}" v="1441" dt="2026-09-28T14:24:36.895"/>
    <p1510:client id="{EEC1A1D1-993E-4C71-B944-55D0D60B28B5}" v="2" dt="2026-09-28T08:10:53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ndam, Hema" userId="S::cs218214@caresource.com::67e261dd-2ca3-4991-8a4c-8b0c8f0dd886" providerId="AD" clId="Web-{6ADAF30B-9699-D042-916A-0786FE36D389}"/>
    <pc:docChg chg="addSld delSld modSld sldOrd">
      <pc:chgData name="Bandam, Hema" userId="S::cs218214@caresource.com::67e261dd-2ca3-4991-8a4c-8b0c8f0dd886" providerId="AD" clId="Web-{6ADAF30B-9699-D042-916A-0786FE36D389}" dt="2026-09-28T12:34:19.843" v="711" actId="14100"/>
      <pc:docMkLst>
        <pc:docMk/>
      </pc:docMkLst>
      <pc:sldChg chg="modSp">
        <pc:chgData name="Bandam, Hema" userId="S::cs218214@caresource.com::67e261dd-2ca3-4991-8a4c-8b0c8f0dd886" providerId="AD" clId="Web-{6ADAF30B-9699-D042-916A-0786FE36D389}" dt="2026-09-28T11:47:50.721" v="19" actId="20577"/>
        <pc:sldMkLst>
          <pc:docMk/>
          <pc:sldMk cId="3275283453" sldId="260"/>
        </pc:sldMkLst>
        <pc:spChg chg="mod">
          <ac:chgData name="Bandam, Hema" userId="S::cs218214@caresource.com::67e261dd-2ca3-4991-8a4c-8b0c8f0dd886" providerId="AD" clId="Web-{6ADAF30B-9699-D042-916A-0786FE36D389}" dt="2026-09-28T11:47:50.721" v="19" actId="20577"/>
          <ac:spMkLst>
            <pc:docMk/>
            <pc:sldMk cId="3275283453" sldId="260"/>
            <ac:spMk id="3" creationId="{9172BB0E-7D4A-BBEF-D519-AD3ED601F69D}"/>
          </ac:spMkLst>
        </pc:spChg>
      </pc:sldChg>
      <pc:sldChg chg="modSp">
        <pc:chgData name="Bandam, Hema" userId="S::cs218214@caresource.com::67e261dd-2ca3-4991-8a4c-8b0c8f0dd886" providerId="AD" clId="Web-{6ADAF30B-9699-D042-916A-0786FE36D389}" dt="2026-09-28T11:51:51.998" v="38" actId="20577"/>
        <pc:sldMkLst>
          <pc:docMk/>
          <pc:sldMk cId="1348958418" sldId="261"/>
        </pc:sldMkLst>
        <pc:spChg chg="mod">
          <ac:chgData name="Bandam, Hema" userId="S::cs218214@caresource.com::67e261dd-2ca3-4991-8a4c-8b0c8f0dd886" providerId="AD" clId="Web-{6ADAF30B-9699-D042-916A-0786FE36D389}" dt="2026-09-28T11:51:51.998" v="38" actId="20577"/>
          <ac:spMkLst>
            <pc:docMk/>
            <pc:sldMk cId="1348958418" sldId="261"/>
            <ac:spMk id="3" creationId="{34F5D823-5727-A33B-B3ED-6C494DA233F6}"/>
          </ac:spMkLst>
        </pc:spChg>
      </pc:sldChg>
      <pc:sldChg chg="modSp">
        <pc:chgData name="Bandam, Hema" userId="S::cs218214@caresource.com::67e261dd-2ca3-4991-8a4c-8b0c8f0dd886" providerId="AD" clId="Web-{6ADAF30B-9699-D042-916A-0786FE36D389}" dt="2026-09-28T11:53:20.423" v="49" actId="14100"/>
        <pc:sldMkLst>
          <pc:docMk/>
          <pc:sldMk cId="599696480" sldId="263"/>
        </pc:sldMkLst>
        <pc:spChg chg="mod">
          <ac:chgData name="Bandam, Hema" userId="S::cs218214@caresource.com::67e261dd-2ca3-4991-8a4c-8b0c8f0dd886" providerId="AD" clId="Web-{6ADAF30B-9699-D042-916A-0786FE36D389}" dt="2026-09-28T11:53:20.423" v="49" actId="14100"/>
          <ac:spMkLst>
            <pc:docMk/>
            <pc:sldMk cId="599696480" sldId="263"/>
            <ac:spMk id="3" creationId="{C71F9B51-131D-E267-3F9A-95FA42C6AC5A}"/>
          </ac:spMkLst>
        </pc:spChg>
      </pc:sldChg>
      <pc:sldChg chg="modSp">
        <pc:chgData name="Bandam, Hema" userId="S::cs218214@caresource.com::67e261dd-2ca3-4991-8a4c-8b0c8f0dd886" providerId="AD" clId="Web-{6ADAF30B-9699-D042-916A-0786FE36D389}" dt="2026-09-28T11:52:35.921" v="43" actId="20577"/>
        <pc:sldMkLst>
          <pc:docMk/>
          <pc:sldMk cId="3878144391" sldId="265"/>
        </pc:sldMkLst>
        <pc:spChg chg="mod">
          <ac:chgData name="Bandam, Hema" userId="S::cs218214@caresource.com::67e261dd-2ca3-4991-8a4c-8b0c8f0dd886" providerId="AD" clId="Web-{6ADAF30B-9699-D042-916A-0786FE36D389}" dt="2026-09-28T11:52:35.921" v="43" actId="20577"/>
          <ac:spMkLst>
            <pc:docMk/>
            <pc:sldMk cId="3878144391" sldId="265"/>
            <ac:spMk id="3" creationId="{2109C3F9-566A-8ABF-37BF-DD9CB7602165}"/>
          </ac:spMkLst>
        </pc:spChg>
      </pc:sldChg>
      <pc:sldChg chg="modSp">
        <pc:chgData name="Bandam, Hema" userId="S::cs218214@caresource.com::67e261dd-2ca3-4991-8a4c-8b0c8f0dd886" providerId="AD" clId="Web-{6ADAF30B-9699-D042-916A-0786FE36D389}" dt="2026-09-28T11:57:01.744" v="75" actId="20577"/>
        <pc:sldMkLst>
          <pc:docMk/>
          <pc:sldMk cId="2032726718" sldId="266"/>
        </pc:sldMkLst>
        <pc:spChg chg="mod">
          <ac:chgData name="Bandam, Hema" userId="S::cs218214@caresource.com::67e261dd-2ca3-4991-8a4c-8b0c8f0dd886" providerId="AD" clId="Web-{6ADAF30B-9699-D042-916A-0786FE36D389}" dt="2026-09-28T11:54:28.629" v="55" actId="14100"/>
          <ac:spMkLst>
            <pc:docMk/>
            <pc:sldMk cId="2032726718" sldId="266"/>
            <ac:spMk id="2" creationId="{355ED334-766C-2DA8-85DF-B3E82CD57B0B}"/>
          </ac:spMkLst>
        </pc:spChg>
        <pc:spChg chg="mod">
          <ac:chgData name="Bandam, Hema" userId="S::cs218214@caresource.com::67e261dd-2ca3-4991-8a4c-8b0c8f0dd886" providerId="AD" clId="Web-{6ADAF30B-9699-D042-916A-0786FE36D389}" dt="2026-09-28T11:57:01.744" v="75" actId="20577"/>
          <ac:spMkLst>
            <pc:docMk/>
            <pc:sldMk cId="2032726718" sldId="266"/>
            <ac:spMk id="3" creationId="{2CD5445D-021B-7D98-C721-9DAD4C3C2EE0}"/>
          </ac:spMkLst>
        </pc:spChg>
      </pc:sldChg>
      <pc:sldChg chg="modSp new ord">
        <pc:chgData name="Bandam, Hema" userId="S::cs218214@caresource.com::67e261dd-2ca3-4991-8a4c-8b0c8f0dd886" providerId="AD" clId="Web-{6ADAF30B-9699-D042-916A-0786FE36D389}" dt="2026-09-28T12:30:59.367" v="695"/>
        <pc:sldMkLst>
          <pc:docMk/>
          <pc:sldMk cId="1289404719" sldId="267"/>
        </pc:sldMkLst>
        <pc:spChg chg="mod">
          <ac:chgData name="Bandam, Hema" userId="S::cs218214@caresource.com::67e261dd-2ca3-4991-8a4c-8b0c8f0dd886" providerId="AD" clId="Web-{6ADAF30B-9699-D042-916A-0786FE36D389}" dt="2026-09-28T12:01:47.206" v="123" actId="14100"/>
          <ac:spMkLst>
            <pc:docMk/>
            <pc:sldMk cId="1289404719" sldId="267"/>
            <ac:spMk id="2" creationId="{74EAC09E-22A6-7DFF-1EDB-23C77A943D79}"/>
          </ac:spMkLst>
        </pc:spChg>
        <pc:spChg chg="mod">
          <ac:chgData name="Bandam, Hema" userId="S::cs218214@caresource.com::67e261dd-2ca3-4991-8a4c-8b0c8f0dd886" providerId="AD" clId="Web-{6ADAF30B-9699-D042-916A-0786FE36D389}" dt="2026-09-28T12:28:35.065" v="689" actId="20577"/>
          <ac:spMkLst>
            <pc:docMk/>
            <pc:sldMk cId="1289404719" sldId="267"/>
            <ac:spMk id="3" creationId="{5C25BB06-929C-0017-9DB3-73ECF3BB9D9D}"/>
          </ac:spMkLst>
        </pc:spChg>
      </pc:sldChg>
      <pc:sldChg chg="addSp delSp modSp add del replId">
        <pc:chgData name="Bandam, Hema" userId="S::cs218214@caresource.com::67e261dd-2ca3-4991-8a4c-8b0c8f0dd886" providerId="AD" clId="Web-{6ADAF30B-9699-D042-916A-0786FE36D389}" dt="2026-09-28T12:30:50.726" v="694"/>
        <pc:sldMkLst>
          <pc:docMk/>
          <pc:sldMk cId="36072872" sldId="268"/>
        </pc:sldMkLst>
        <pc:spChg chg="mod">
          <ac:chgData name="Bandam, Hema" userId="S::cs218214@caresource.com::67e261dd-2ca3-4991-8a4c-8b0c8f0dd886" providerId="AD" clId="Web-{6ADAF30B-9699-D042-916A-0786FE36D389}" dt="2026-09-28T12:30:24.725" v="693"/>
          <ac:spMkLst>
            <pc:docMk/>
            <pc:sldMk cId="36072872" sldId="268"/>
            <ac:spMk id="2" creationId="{20BB35C1-066B-DAE2-C81D-EA089E9E2215}"/>
          </ac:spMkLst>
        </pc:spChg>
        <pc:spChg chg="mod">
          <ac:chgData name="Bandam, Hema" userId="S::cs218214@caresource.com::67e261dd-2ca3-4991-8a4c-8b0c8f0dd886" providerId="AD" clId="Web-{6ADAF30B-9699-D042-916A-0786FE36D389}" dt="2026-09-28T12:30:24.725" v="693"/>
          <ac:spMkLst>
            <pc:docMk/>
            <pc:sldMk cId="36072872" sldId="268"/>
            <ac:spMk id="3" creationId="{EBC604AF-F260-262F-687E-D5B20C973DCC}"/>
          </ac:spMkLst>
        </pc:spChg>
        <pc:spChg chg="del">
          <ac:chgData name="Bandam, Hema" userId="S::cs218214@caresource.com::67e261dd-2ca3-4991-8a4c-8b0c8f0dd886" providerId="AD" clId="Web-{6ADAF30B-9699-D042-916A-0786FE36D389}" dt="2026-09-28T12:30:24.725" v="693"/>
          <ac:spMkLst>
            <pc:docMk/>
            <pc:sldMk cId="36072872" sldId="268"/>
            <ac:spMk id="14" creationId="{FE43D42E-F7F1-05E4-D7A5-BA1AACBC8166}"/>
          </ac:spMkLst>
        </pc:spChg>
        <pc:spChg chg="del">
          <ac:chgData name="Bandam, Hema" userId="S::cs218214@caresource.com::67e261dd-2ca3-4991-8a4c-8b0c8f0dd886" providerId="AD" clId="Web-{6ADAF30B-9699-D042-916A-0786FE36D389}" dt="2026-09-28T12:30:24.725" v="693"/>
          <ac:spMkLst>
            <pc:docMk/>
            <pc:sldMk cId="36072872" sldId="268"/>
            <ac:spMk id="15" creationId="{9F2BF618-159F-CD7A-1EC3-4B2F318B9F71}"/>
          </ac:spMkLst>
        </pc:spChg>
        <pc:spChg chg="del">
          <ac:chgData name="Bandam, Hema" userId="S::cs218214@caresource.com::67e261dd-2ca3-4991-8a4c-8b0c8f0dd886" providerId="AD" clId="Web-{6ADAF30B-9699-D042-916A-0786FE36D389}" dt="2026-09-28T12:30:24.725" v="693"/>
          <ac:spMkLst>
            <pc:docMk/>
            <pc:sldMk cId="36072872" sldId="268"/>
            <ac:spMk id="16" creationId="{A320FD06-55EF-B1B2-ADEE-CEB1EBB56DD6}"/>
          </ac:spMkLst>
        </pc:spChg>
        <pc:spChg chg="add">
          <ac:chgData name="Bandam, Hema" userId="S::cs218214@caresource.com::67e261dd-2ca3-4991-8a4c-8b0c8f0dd886" providerId="AD" clId="Web-{6ADAF30B-9699-D042-916A-0786FE36D389}" dt="2026-09-28T12:30:24.725" v="693"/>
          <ac:spMkLst>
            <pc:docMk/>
            <pc:sldMk cId="36072872" sldId="268"/>
            <ac:spMk id="21" creationId="{4D5C4330-C44A-435E-8E7B-CF183E4CBA30}"/>
          </ac:spMkLst>
        </pc:spChg>
        <pc:spChg chg="add">
          <ac:chgData name="Bandam, Hema" userId="S::cs218214@caresource.com::67e261dd-2ca3-4991-8a4c-8b0c8f0dd886" providerId="AD" clId="Web-{6ADAF30B-9699-D042-916A-0786FE36D389}" dt="2026-09-28T12:30:24.725" v="693"/>
          <ac:spMkLst>
            <pc:docMk/>
            <pc:sldMk cId="36072872" sldId="268"/>
            <ac:spMk id="23" creationId="{16B9FAF4-4B18-4D7E-AF38-5EDDA8A6A080}"/>
          </ac:spMkLst>
        </pc:spChg>
      </pc:sldChg>
      <pc:sldChg chg="modSp new">
        <pc:chgData name="Bandam, Hema" userId="S::cs218214@caresource.com::67e261dd-2ca3-4991-8a4c-8b0c8f0dd886" providerId="AD" clId="Web-{6ADAF30B-9699-D042-916A-0786FE36D389}" dt="2026-09-28T12:34:19.843" v="711" actId="14100"/>
        <pc:sldMkLst>
          <pc:docMk/>
          <pc:sldMk cId="1877748457" sldId="268"/>
        </pc:sldMkLst>
        <pc:spChg chg="mod">
          <ac:chgData name="Bandam, Hema" userId="S::cs218214@caresource.com::67e261dd-2ca3-4991-8a4c-8b0c8f0dd886" providerId="AD" clId="Web-{6ADAF30B-9699-D042-916A-0786FE36D389}" dt="2026-09-28T12:34:12.139" v="710" actId="14100"/>
          <ac:spMkLst>
            <pc:docMk/>
            <pc:sldMk cId="1877748457" sldId="268"/>
            <ac:spMk id="2" creationId="{6A4C48BE-AAB0-BECD-4BCC-37A7BBF9ED3D}"/>
          </ac:spMkLst>
        </pc:spChg>
        <pc:spChg chg="mod">
          <ac:chgData name="Bandam, Hema" userId="S::cs218214@caresource.com::67e261dd-2ca3-4991-8a4c-8b0c8f0dd886" providerId="AD" clId="Web-{6ADAF30B-9699-D042-916A-0786FE36D389}" dt="2026-09-28T12:34:19.843" v="711" actId="14100"/>
          <ac:spMkLst>
            <pc:docMk/>
            <pc:sldMk cId="1877748457" sldId="268"/>
            <ac:spMk id="3" creationId="{55493A52-E8AC-A6FA-E348-237526BE72D2}"/>
          </ac:spMkLst>
        </pc:spChg>
      </pc:sldChg>
    </pc:docChg>
  </pc:docChgLst>
  <pc:docChgLst>
    <pc:chgData name="Bandam, Hema" userId="67e261dd-2ca3-4991-8a4c-8b0c8f0dd886" providerId="ADAL" clId="{52410A34-8C2C-47FE-AA51-BF7993A47119}"/>
    <pc:docChg chg="undo custSel addSld delSld modSld sldOrd">
      <pc:chgData name="Bandam, Hema" userId="67e261dd-2ca3-4991-8a4c-8b0c8f0dd886" providerId="ADAL" clId="{52410A34-8C2C-47FE-AA51-BF7993A47119}" dt="2026-09-29T04:47:12.078" v="11088" actId="12"/>
      <pc:docMkLst>
        <pc:docMk/>
      </pc:docMkLst>
      <pc:sldChg chg="delSp modSp mod ord">
        <pc:chgData name="Bandam, Hema" userId="67e261dd-2ca3-4991-8a4c-8b0c8f0dd886" providerId="ADAL" clId="{52410A34-8C2C-47FE-AA51-BF7993A47119}" dt="2026-09-28T12:38:22.513" v="6151" actId="1076"/>
        <pc:sldMkLst>
          <pc:docMk/>
          <pc:sldMk cId="3789335745" sldId="256"/>
        </pc:sldMkLst>
        <pc:spChg chg="mod">
          <ac:chgData name="Bandam, Hema" userId="67e261dd-2ca3-4991-8a4c-8b0c8f0dd886" providerId="ADAL" clId="{52410A34-8C2C-47FE-AA51-BF7993A47119}" dt="2026-09-28T12:37:49.867" v="6147" actId="14100"/>
          <ac:spMkLst>
            <pc:docMk/>
            <pc:sldMk cId="3789335745" sldId="256"/>
            <ac:spMk id="8" creationId="{16777504-A5F2-F121-6DCD-DA58B75AF7C9}"/>
          </ac:spMkLst>
        </pc:spChg>
        <pc:spChg chg="mod">
          <ac:chgData name="Bandam, Hema" userId="67e261dd-2ca3-4991-8a4c-8b0c8f0dd886" providerId="ADAL" clId="{52410A34-8C2C-47FE-AA51-BF7993A47119}" dt="2026-09-28T12:38:15.515" v="6150" actId="14100"/>
          <ac:spMkLst>
            <pc:docMk/>
            <pc:sldMk cId="3789335745" sldId="256"/>
            <ac:spMk id="9" creationId="{5EF49717-AB98-BBEC-3E3A-E194553854BC}"/>
          </ac:spMkLst>
        </pc:spChg>
        <pc:spChg chg="mod">
          <ac:chgData name="Bandam, Hema" userId="67e261dd-2ca3-4991-8a4c-8b0c8f0dd886" providerId="ADAL" clId="{52410A34-8C2C-47FE-AA51-BF7993A47119}" dt="2026-09-28T12:37:01.063" v="6139" actId="14100"/>
          <ac:spMkLst>
            <pc:docMk/>
            <pc:sldMk cId="3789335745" sldId="256"/>
            <ac:spMk id="10" creationId="{682E5350-D73F-F250-3B97-A16C5195AEF8}"/>
          </ac:spMkLst>
        </pc:spChg>
        <pc:spChg chg="del">
          <ac:chgData name="Bandam, Hema" userId="67e261dd-2ca3-4991-8a4c-8b0c8f0dd886" providerId="ADAL" clId="{52410A34-8C2C-47FE-AA51-BF7993A47119}" dt="2026-09-28T12:36:27.169" v="6134" actId="21"/>
          <ac:spMkLst>
            <pc:docMk/>
            <pc:sldMk cId="3789335745" sldId="256"/>
            <ac:spMk id="11" creationId="{D885123F-548C-3439-6C2A-AA82E0BED6A2}"/>
          </ac:spMkLst>
        </pc:spChg>
        <pc:spChg chg="mod">
          <ac:chgData name="Bandam, Hema" userId="67e261dd-2ca3-4991-8a4c-8b0c8f0dd886" providerId="ADAL" clId="{52410A34-8C2C-47FE-AA51-BF7993A47119}" dt="2026-09-28T12:37:57.606" v="6148" actId="1076"/>
          <ac:spMkLst>
            <pc:docMk/>
            <pc:sldMk cId="3789335745" sldId="256"/>
            <ac:spMk id="12" creationId="{0F715CFD-70A4-43DE-F50B-AD6E1972A641}"/>
          </ac:spMkLst>
        </pc:spChg>
        <pc:spChg chg="mod">
          <ac:chgData name="Bandam, Hema" userId="67e261dd-2ca3-4991-8a4c-8b0c8f0dd886" providerId="ADAL" clId="{52410A34-8C2C-47FE-AA51-BF7993A47119}" dt="2026-09-28T12:38:22.513" v="6151" actId="1076"/>
          <ac:spMkLst>
            <pc:docMk/>
            <pc:sldMk cId="3789335745" sldId="256"/>
            <ac:spMk id="15" creationId="{030490E9-FDF1-48B4-8A6D-0D9F958B7F5A}"/>
          </ac:spMkLst>
        </pc:spChg>
        <pc:spChg chg="mod">
          <ac:chgData name="Bandam, Hema" userId="67e261dd-2ca3-4991-8a4c-8b0c8f0dd886" providerId="ADAL" clId="{52410A34-8C2C-47FE-AA51-BF7993A47119}" dt="2026-09-28T12:37:07.896" v="6140" actId="1076"/>
          <ac:spMkLst>
            <pc:docMk/>
            <pc:sldMk cId="3789335745" sldId="256"/>
            <ac:spMk id="16" creationId="{AE746011-8398-C420-6AC8-918B2789E87D}"/>
          </ac:spMkLst>
        </pc:spChg>
        <pc:spChg chg="del">
          <ac:chgData name="Bandam, Hema" userId="67e261dd-2ca3-4991-8a4c-8b0c8f0dd886" providerId="ADAL" clId="{52410A34-8C2C-47FE-AA51-BF7993A47119}" dt="2026-09-28T12:36:32.062" v="6135" actId="21"/>
          <ac:spMkLst>
            <pc:docMk/>
            <pc:sldMk cId="3789335745" sldId="256"/>
            <ac:spMk id="17" creationId="{074102D7-942A-2797-A274-3AE42E67A67D}"/>
          </ac:spMkLst>
        </pc:spChg>
      </pc:sldChg>
      <pc:sldChg chg="addSp delSp modSp new mod setBg modClrScheme chgLayout">
        <pc:chgData name="Bandam, Hema" userId="67e261dd-2ca3-4991-8a4c-8b0c8f0dd886" providerId="ADAL" clId="{52410A34-8C2C-47FE-AA51-BF7993A47119}" dt="2026-09-28T05:44:15.124" v="662" actId="26606"/>
        <pc:sldMkLst>
          <pc:docMk/>
          <pc:sldMk cId="2332750997" sldId="257"/>
        </pc:sldMkLst>
        <pc:spChg chg="mod ord">
          <ac:chgData name="Bandam, Hema" userId="67e261dd-2ca3-4991-8a4c-8b0c8f0dd886" providerId="ADAL" clId="{52410A34-8C2C-47FE-AA51-BF7993A47119}" dt="2026-09-28T05:44:15.124" v="662" actId="26606"/>
          <ac:spMkLst>
            <pc:docMk/>
            <pc:sldMk cId="2332750997" sldId="257"/>
            <ac:spMk id="2" creationId="{A369EEC8-81D9-C50A-BD85-FB56EB463F75}"/>
          </ac:spMkLst>
        </pc:spChg>
        <pc:spChg chg="add mod ord">
          <ac:chgData name="Bandam, Hema" userId="67e261dd-2ca3-4991-8a4c-8b0c8f0dd886" providerId="ADAL" clId="{52410A34-8C2C-47FE-AA51-BF7993A47119}" dt="2026-09-28T05:44:15.124" v="662" actId="26606"/>
          <ac:spMkLst>
            <pc:docMk/>
            <pc:sldMk cId="2332750997" sldId="257"/>
            <ac:spMk id="3" creationId="{D47B6312-6504-80E6-7D34-07EE36804622}"/>
          </ac:spMkLst>
        </pc:spChg>
        <pc:spChg chg="add del">
          <ac:chgData name="Bandam, Hema" userId="67e261dd-2ca3-4991-8a4c-8b0c8f0dd886" providerId="ADAL" clId="{52410A34-8C2C-47FE-AA51-BF7993A47119}" dt="2026-09-28T05:44:13.273" v="659" actId="26606"/>
          <ac:spMkLst>
            <pc:docMk/>
            <pc:sldMk cId="2332750997" sldId="257"/>
            <ac:spMk id="8" creationId="{CB299CAB-C506-454B-90FC-4065728297D3}"/>
          </ac:spMkLst>
        </pc:spChg>
        <pc:spChg chg="add del">
          <ac:chgData name="Bandam, Hema" userId="67e261dd-2ca3-4991-8a4c-8b0c8f0dd886" providerId="ADAL" clId="{52410A34-8C2C-47FE-AA51-BF7993A47119}" dt="2026-09-28T05:44:13.273" v="659" actId="26606"/>
          <ac:spMkLst>
            <pc:docMk/>
            <pc:sldMk cId="2332750997" sldId="257"/>
            <ac:spMk id="10" creationId="{C8D99311-F254-40F1-8AB5-EE3E7B9B6872}"/>
          </ac:spMkLst>
        </pc:spChg>
        <pc:spChg chg="add del">
          <ac:chgData name="Bandam, Hema" userId="67e261dd-2ca3-4991-8a4c-8b0c8f0dd886" providerId="ADAL" clId="{52410A34-8C2C-47FE-AA51-BF7993A47119}" dt="2026-09-28T05:44:13.273" v="659" actId="26606"/>
          <ac:spMkLst>
            <pc:docMk/>
            <pc:sldMk cId="2332750997" sldId="257"/>
            <ac:spMk id="12" creationId="{7D89E3CB-00ED-4691-9F0F-F23EA3564705}"/>
          </ac:spMkLst>
        </pc:spChg>
        <pc:spChg chg="add del">
          <ac:chgData name="Bandam, Hema" userId="67e261dd-2ca3-4991-8a4c-8b0c8f0dd886" providerId="ADAL" clId="{52410A34-8C2C-47FE-AA51-BF7993A47119}" dt="2026-09-28T05:44:15.115" v="661" actId="26606"/>
          <ac:spMkLst>
            <pc:docMk/>
            <pc:sldMk cId="2332750997" sldId="257"/>
            <ac:spMk id="17" creationId="{4BC99CB9-DDAD-44A2-8A1C-E3AF4E72DF5C}"/>
          </ac:spMkLst>
        </pc:spChg>
        <pc:spChg chg="add del">
          <ac:chgData name="Bandam, Hema" userId="67e261dd-2ca3-4991-8a4c-8b0c8f0dd886" providerId="ADAL" clId="{52410A34-8C2C-47FE-AA51-BF7993A47119}" dt="2026-09-28T05:44:15.115" v="661" actId="26606"/>
          <ac:spMkLst>
            <pc:docMk/>
            <pc:sldMk cId="2332750997" sldId="257"/>
            <ac:spMk id="23" creationId="{64053CBF-3932-45FF-8285-EE5146085F3A}"/>
          </ac:spMkLst>
        </pc:spChg>
        <pc:spChg chg="add">
          <ac:chgData name="Bandam, Hema" userId="67e261dd-2ca3-4991-8a4c-8b0c8f0dd886" providerId="ADAL" clId="{52410A34-8C2C-47FE-AA51-BF7993A47119}" dt="2026-09-28T05:44:15.124" v="662" actId="26606"/>
          <ac:spMkLst>
            <pc:docMk/>
            <pc:sldMk cId="2332750997" sldId="257"/>
            <ac:spMk id="26" creationId="{CB299CAB-C506-454B-90FC-4065728297D3}"/>
          </ac:spMkLst>
        </pc:spChg>
        <pc:spChg chg="add">
          <ac:chgData name="Bandam, Hema" userId="67e261dd-2ca3-4991-8a4c-8b0c8f0dd886" providerId="ADAL" clId="{52410A34-8C2C-47FE-AA51-BF7993A47119}" dt="2026-09-28T05:44:15.124" v="662" actId="26606"/>
          <ac:spMkLst>
            <pc:docMk/>
            <pc:sldMk cId="2332750997" sldId="257"/>
            <ac:spMk id="27" creationId="{C8D99311-F254-40F1-8AB5-EE3E7B9B6872}"/>
          </ac:spMkLst>
        </pc:spChg>
        <pc:spChg chg="add">
          <ac:chgData name="Bandam, Hema" userId="67e261dd-2ca3-4991-8a4c-8b0c8f0dd886" providerId="ADAL" clId="{52410A34-8C2C-47FE-AA51-BF7993A47119}" dt="2026-09-28T05:44:15.124" v="662" actId="26606"/>
          <ac:spMkLst>
            <pc:docMk/>
            <pc:sldMk cId="2332750997" sldId="257"/>
            <ac:spMk id="28" creationId="{7D89E3CB-00ED-4691-9F0F-F23EA3564705}"/>
          </ac:spMkLst>
        </pc:spChg>
        <pc:grpChg chg="add del">
          <ac:chgData name="Bandam, Hema" userId="67e261dd-2ca3-4991-8a4c-8b0c8f0dd886" providerId="ADAL" clId="{52410A34-8C2C-47FE-AA51-BF7993A47119}" dt="2026-09-28T05:44:15.115" v="661" actId="26606"/>
          <ac:grpSpMkLst>
            <pc:docMk/>
            <pc:sldMk cId="2332750997" sldId="257"/>
            <ac:grpSpMk id="18" creationId="{B63ACBA3-DEFD-4C6D-BBA0-64468FA99C2D}"/>
          </ac:grpSpMkLst>
        </pc:grpChg>
        <pc:grpChg chg="add del">
          <ac:chgData name="Bandam, Hema" userId="67e261dd-2ca3-4991-8a4c-8b0c8f0dd886" providerId="ADAL" clId="{52410A34-8C2C-47FE-AA51-BF7993A47119}" dt="2026-09-28T05:44:15.115" v="661" actId="26606"/>
          <ac:grpSpMkLst>
            <pc:docMk/>
            <pc:sldMk cId="2332750997" sldId="257"/>
            <ac:grpSpMk id="24" creationId="{2E751C04-BEA6-446B-A678-9C74819EBD4C}"/>
          </ac:grpSpMkLst>
        </pc:grpChg>
      </pc:sldChg>
      <pc:sldChg chg="addSp delSp modSp new mod setBg">
        <pc:chgData name="Bandam, Hema" userId="67e261dd-2ca3-4991-8a4c-8b0c8f0dd886" providerId="ADAL" clId="{52410A34-8C2C-47FE-AA51-BF7993A47119}" dt="2026-09-28T06:48:21.240" v="1175" actId="26606"/>
        <pc:sldMkLst>
          <pc:docMk/>
          <pc:sldMk cId="3388773025" sldId="258"/>
        </pc:sldMkLst>
        <pc:spChg chg="mod">
          <ac:chgData name="Bandam, Hema" userId="67e261dd-2ca3-4991-8a4c-8b0c8f0dd886" providerId="ADAL" clId="{52410A34-8C2C-47FE-AA51-BF7993A47119}" dt="2026-09-28T06:30:09.548" v="847" actId="14100"/>
          <ac:spMkLst>
            <pc:docMk/>
            <pc:sldMk cId="3388773025" sldId="258"/>
            <ac:spMk id="2" creationId="{A361A9B7-B59B-173B-AB05-58370EE46524}"/>
          </ac:spMkLst>
        </pc:spChg>
        <pc:spChg chg="del mod">
          <ac:chgData name="Bandam, Hema" userId="67e261dd-2ca3-4991-8a4c-8b0c8f0dd886" providerId="ADAL" clId="{52410A34-8C2C-47FE-AA51-BF7993A47119}" dt="2026-09-28T06:48:21.240" v="1175" actId="26606"/>
          <ac:spMkLst>
            <pc:docMk/>
            <pc:sldMk cId="3388773025" sldId="258"/>
            <ac:spMk id="3" creationId="{0576BA10-DB44-DFFB-2586-3AD4AA38CEDF}"/>
          </ac:spMkLst>
        </pc:spChg>
        <pc:spChg chg="add">
          <ac:chgData name="Bandam, Hema" userId="67e261dd-2ca3-4991-8a4c-8b0c8f0dd886" providerId="ADAL" clId="{52410A34-8C2C-47FE-AA51-BF7993A47119}" dt="2026-09-28T05:45:37.068" v="664" actId="26606"/>
          <ac:spMkLst>
            <pc:docMk/>
            <pc:sldMk cId="3388773025" sldId="258"/>
            <ac:spMk id="8" creationId="{CB299CAB-C506-454B-90FC-4065728297D3}"/>
          </ac:spMkLst>
        </pc:spChg>
        <pc:spChg chg="add">
          <ac:chgData name="Bandam, Hema" userId="67e261dd-2ca3-4991-8a4c-8b0c8f0dd886" providerId="ADAL" clId="{52410A34-8C2C-47FE-AA51-BF7993A47119}" dt="2026-09-28T05:45:37.068" v="664" actId="26606"/>
          <ac:spMkLst>
            <pc:docMk/>
            <pc:sldMk cId="3388773025" sldId="258"/>
            <ac:spMk id="10" creationId="{C8D99311-F254-40F1-8AB5-EE3E7B9B6872}"/>
          </ac:spMkLst>
        </pc:spChg>
        <pc:spChg chg="add">
          <ac:chgData name="Bandam, Hema" userId="67e261dd-2ca3-4991-8a4c-8b0c8f0dd886" providerId="ADAL" clId="{52410A34-8C2C-47FE-AA51-BF7993A47119}" dt="2026-09-28T05:45:37.068" v="664" actId="26606"/>
          <ac:spMkLst>
            <pc:docMk/>
            <pc:sldMk cId="3388773025" sldId="258"/>
            <ac:spMk id="12" creationId="{7D89E3CB-00ED-4691-9F0F-F23EA3564705}"/>
          </ac:spMkLst>
        </pc:spChg>
        <pc:graphicFrameChg chg="add">
          <ac:chgData name="Bandam, Hema" userId="67e261dd-2ca3-4991-8a4c-8b0c8f0dd886" providerId="ADAL" clId="{52410A34-8C2C-47FE-AA51-BF7993A47119}" dt="2026-09-28T06:48:21.240" v="1175" actId="26606"/>
          <ac:graphicFrameMkLst>
            <pc:docMk/>
            <pc:sldMk cId="3388773025" sldId="258"/>
            <ac:graphicFrameMk id="14" creationId="{A5574466-3F7A-82D7-E03C-EBEDF6EFA07E}"/>
          </ac:graphicFrameMkLst>
        </pc:graphicFrameChg>
      </pc:sldChg>
      <pc:sldChg chg="modSp new del mod">
        <pc:chgData name="Bandam, Hema" userId="67e261dd-2ca3-4991-8a4c-8b0c8f0dd886" providerId="ADAL" clId="{52410A34-8C2C-47FE-AA51-BF7993A47119}" dt="2026-09-28T07:27:33.890" v="1868" actId="2696"/>
        <pc:sldMkLst>
          <pc:docMk/>
          <pc:sldMk cId="2353759074" sldId="259"/>
        </pc:sldMkLst>
        <pc:spChg chg="mod">
          <ac:chgData name="Bandam, Hema" userId="67e261dd-2ca3-4991-8a4c-8b0c8f0dd886" providerId="ADAL" clId="{52410A34-8C2C-47FE-AA51-BF7993A47119}" dt="2026-09-28T07:09:29.535" v="1191" actId="20577"/>
          <ac:spMkLst>
            <pc:docMk/>
            <pc:sldMk cId="2353759074" sldId="259"/>
            <ac:spMk id="2" creationId="{86A92C67-DB65-AD1F-60C4-F70D5E60CDBD}"/>
          </ac:spMkLst>
        </pc:spChg>
      </pc:sldChg>
      <pc:sldChg chg="addSp modSp new mod setBg">
        <pc:chgData name="Bandam, Hema" userId="67e261dd-2ca3-4991-8a4c-8b0c8f0dd886" providerId="ADAL" clId="{52410A34-8C2C-47FE-AA51-BF7993A47119}" dt="2026-09-28T12:40:35.599" v="6164" actId="255"/>
        <pc:sldMkLst>
          <pc:docMk/>
          <pc:sldMk cId="3275283453" sldId="260"/>
        </pc:sldMkLst>
        <pc:spChg chg="mod">
          <ac:chgData name="Bandam, Hema" userId="67e261dd-2ca3-4991-8a4c-8b0c8f0dd886" providerId="ADAL" clId="{52410A34-8C2C-47FE-AA51-BF7993A47119}" dt="2026-09-28T09:07:07.557" v="4682" actId="26606"/>
          <ac:spMkLst>
            <pc:docMk/>
            <pc:sldMk cId="3275283453" sldId="260"/>
            <ac:spMk id="2" creationId="{13A904BC-54CF-B079-FC70-1A34009B6C59}"/>
          </ac:spMkLst>
        </pc:spChg>
        <pc:spChg chg="mod">
          <ac:chgData name="Bandam, Hema" userId="67e261dd-2ca3-4991-8a4c-8b0c8f0dd886" providerId="ADAL" clId="{52410A34-8C2C-47FE-AA51-BF7993A47119}" dt="2026-09-28T12:40:35.599" v="6164" actId="255"/>
          <ac:spMkLst>
            <pc:docMk/>
            <pc:sldMk cId="3275283453" sldId="260"/>
            <ac:spMk id="3" creationId="{9172BB0E-7D4A-BBEF-D519-AD3ED601F69D}"/>
          </ac:spMkLst>
        </pc:spChg>
        <pc:spChg chg="add">
          <ac:chgData name="Bandam, Hema" userId="67e261dd-2ca3-4991-8a4c-8b0c8f0dd886" providerId="ADAL" clId="{52410A34-8C2C-47FE-AA51-BF7993A47119}" dt="2026-09-28T09:07:07.557" v="4682" actId="26606"/>
          <ac:spMkLst>
            <pc:docMk/>
            <pc:sldMk cId="3275283453" sldId="260"/>
            <ac:spMk id="8" creationId="{CB299CAB-C506-454B-90FC-4065728297D3}"/>
          </ac:spMkLst>
        </pc:spChg>
        <pc:spChg chg="add">
          <ac:chgData name="Bandam, Hema" userId="67e261dd-2ca3-4991-8a4c-8b0c8f0dd886" providerId="ADAL" clId="{52410A34-8C2C-47FE-AA51-BF7993A47119}" dt="2026-09-28T09:07:07.557" v="4682" actId="26606"/>
          <ac:spMkLst>
            <pc:docMk/>
            <pc:sldMk cId="3275283453" sldId="260"/>
            <ac:spMk id="10" creationId="{C8D99311-F254-40F1-8AB5-EE3E7B9B6872}"/>
          </ac:spMkLst>
        </pc:spChg>
        <pc:spChg chg="add">
          <ac:chgData name="Bandam, Hema" userId="67e261dd-2ca3-4991-8a4c-8b0c8f0dd886" providerId="ADAL" clId="{52410A34-8C2C-47FE-AA51-BF7993A47119}" dt="2026-09-28T09:07:07.557" v="4682" actId="26606"/>
          <ac:spMkLst>
            <pc:docMk/>
            <pc:sldMk cId="3275283453" sldId="260"/>
            <ac:spMk id="12" creationId="{7D89E3CB-00ED-4691-9F0F-F23EA3564705}"/>
          </ac:spMkLst>
        </pc:spChg>
      </pc:sldChg>
      <pc:sldChg chg="addSp delSp modSp new mod setBg">
        <pc:chgData name="Bandam, Hema" userId="67e261dd-2ca3-4991-8a4c-8b0c8f0dd886" providerId="ADAL" clId="{52410A34-8C2C-47FE-AA51-BF7993A47119}" dt="2026-09-29T04:47:12.078" v="11088" actId="12"/>
        <pc:sldMkLst>
          <pc:docMk/>
          <pc:sldMk cId="1348958418" sldId="261"/>
        </pc:sldMkLst>
        <pc:spChg chg="del">
          <ac:chgData name="Bandam, Hema" userId="67e261dd-2ca3-4991-8a4c-8b0c8f0dd886" providerId="ADAL" clId="{52410A34-8C2C-47FE-AA51-BF7993A47119}" dt="2026-09-28T07:51:18.351" v="2906" actId="21"/>
          <ac:spMkLst>
            <pc:docMk/>
            <pc:sldMk cId="1348958418" sldId="261"/>
            <ac:spMk id="2" creationId="{23D90BB4-7735-1411-BB1B-0D589DF5A716}"/>
          </ac:spMkLst>
        </pc:spChg>
        <pc:spChg chg="mod">
          <ac:chgData name="Bandam, Hema" userId="67e261dd-2ca3-4991-8a4c-8b0c8f0dd886" providerId="ADAL" clId="{52410A34-8C2C-47FE-AA51-BF7993A47119}" dt="2026-09-29T04:47:12.078" v="11088" actId="12"/>
          <ac:spMkLst>
            <pc:docMk/>
            <pc:sldMk cId="1348958418" sldId="261"/>
            <ac:spMk id="3" creationId="{34F5D823-5727-A33B-B3ED-6C494DA233F6}"/>
          </ac:spMkLst>
        </pc:spChg>
        <pc:spChg chg="add">
          <ac:chgData name="Bandam, Hema" userId="67e261dd-2ca3-4991-8a4c-8b0c8f0dd886" providerId="ADAL" clId="{52410A34-8C2C-47FE-AA51-BF7993A47119}" dt="2026-09-28T09:07:17.195" v="4683" actId="26606"/>
          <ac:spMkLst>
            <pc:docMk/>
            <pc:sldMk cId="1348958418" sldId="261"/>
            <ac:spMk id="8" creationId="{CB299CAB-C506-454B-90FC-4065728297D3}"/>
          </ac:spMkLst>
        </pc:spChg>
        <pc:spChg chg="add">
          <ac:chgData name="Bandam, Hema" userId="67e261dd-2ca3-4991-8a4c-8b0c8f0dd886" providerId="ADAL" clId="{52410A34-8C2C-47FE-AA51-BF7993A47119}" dt="2026-09-28T09:07:17.195" v="4683" actId="26606"/>
          <ac:spMkLst>
            <pc:docMk/>
            <pc:sldMk cId="1348958418" sldId="261"/>
            <ac:spMk id="10" creationId="{C8D99311-F254-40F1-8AB5-EE3E7B9B6872}"/>
          </ac:spMkLst>
        </pc:spChg>
        <pc:spChg chg="add">
          <ac:chgData name="Bandam, Hema" userId="67e261dd-2ca3-4991-8a4c-8b0c8f0dd886" providerId="ADAL" clId="{52410A34-8C2C-47FE-AA51-BF7993A47119}" dt="2026-09-28T09:07:17.195" v="4683" actId="26606"/>
          <ac:spMkLst>
            <pc:docMk/>
            <pc:sldMk cId="1348958418" sldId="261"/>
            <ac:spMk id="12" creationId="{7D89E3CB-00ED-4691-9F0F-F23EA3564705}"/>
          </ac:spMkLst>
        </pc:spChg>
      </pc:sldChg>
      <pc:sldChg chg="addSp modSp new mod setBg">
        <pc:chgData name="Bandam, Hema" userId="67e261dd-2ca3-4991-8a4c-8b0c8f0dd886" providerId="ADAL" clId="{52410A34-8C2C-47FE-AA51-BF7993A47119}" dt="2026-09-28T09:07:29.068" v="4684" actId="26606"/>
        <pc:sldMkLst>
          <pc:docMk/>
          <pc:sldMk cId="2321066241" sldId="262"/>
        </pc:sldMkLst>
        <pc:spChg chg="mod">
          <ac:chgData name="Bandam, Hema" userId="67e261dd-2ca3-4991-8a4c-8b0c8f0dd886" providerId="ADAL" clId="{52410A34-8C2C-47FE-AA51-BF7993A47119}" dt="2026-09-28T09:07:29.068" v="4684" actId="26606"/>
          <ac:spMkLst>
            <pc:docMk/>
            <pc:sldMk cId="2321066241" sldId="262"/>
            <ac:spMk id="2" creationId="{8084CA83-F5B3-DC42-B2F2-A5B1251B8A9C}"/>
          </ac:spMkLst>
        </pc:spChg>
        <pc:spChg chg="mod">
          <ac:chgData name="Bandam, Hema" userId="67e261dd-2ca3-4991-8a4c-8b0c8f0dd886" providerId="ADAL" clId="{52410A34-8C2C-47FE-AA51-BF7993A47119}" dt="2026-09-28T09:07:29.068" v="4684" actId="26606"/>
          <ac:spMkLst>
            <pc:docMk/>
            <pc:sldMk cId="2321066241" sldId="262"/>
            <ac:spMk id="3" creationId="{60689D98-5DBA-0954-8C6B-ADC342FC8D7E}"/>
          </ac:spMkLst>
        </pc:spChg>
        <pc:spChg chg="add">
          <ac:chgData name="Bandam, Hema" userId="67e261dd-2ca3-4991-8a4c-8b0c8f0dd886" providerId="ADAL" clId="{52410A34-8C2C-47FE-AA51-BF7993A47119}" dt="2026-09-28T09:07:29.068" v="4684" actId="26606"/>
          <ac:spMkLst>
            <pc:docMk/>
            <pc:sldMk cId="2321066241" sldId="262"/>
            <ac:spMk id="8" creationId="{CB299CAB-C506-454B-90FC-4065728297D3}"/>
          </ac:spMkLst>
        </pc:spChg>
        <pc:spChg chg="add">
          <ac:chgData name="Bandam, Hema" userId="67e261dd-2ca3-4991-8a4c-8b0c8f0dd886" providerId="ADAL" clId="{52410A34-8C2C-47FE-AA51-BF7993A47119}" dt="2026-09-28T09:07:29.068" v="4684" actId="26606"/>
          <ac:spMkLst>
            <pc:docMk/>
            <pc:sldMk cId="2321066241" sldId="262"/>
            <ac:spMk id="10" creationId="{C8D99311-F254-40F1-8AB5-EE3E7B9B6872}"/>
          </ac:spMkLst>
        </pc:spChg>
        <pc:spChg chg="add">
          <ac:chgData name="Bandam, Hema" userId="67e261dd-2ca3-4991-8a4c-8b0c8f0dd886" providerId="ADAL" clId="{52410A34-8C2C-47FE-AA51-BF7993A47119}" dt="2026-09-28T09:07:29.068" v="4684" actId="26606"/>
          <ac:spMkLst>
            <pc:docMk/>
            <pc:sldMk cId="2321066241" sldId="262"/>
            <ac:spMk id="12" creationId="{7D89E3CB-00ED-4691-9F0F-F23EA3564705}"/>
          </ac:spMkLst>
        </pc:spChg>
      </pc:sldChg>
      <pc:sldChg chg="addSp delSp modSp new mod ord setBg">
        <pc:chgData name="Bandam, Hema" userId="67e261dd-2ca3-4991-8a4c-8b0c8f0dd886" providerId="ADAL" clId="{52410A34-8C2C-47FE-AA51-BF7993A47119}" dt="2026-09-28T09:07:38.659" v="4686" actId="26606"/>
        <pc:sldMkLst>
          <pc:docMk/>
          <pc:sldMk cId="599696480" sldId="263"/>
        </pc:sldMkLst>
        <pc:spChg chg="del">
          <ac:chgData name="Bandam, Hema" userId="67e261dd-2ca3-4991-8a4c-8b0c8f0dd886" providerId="ADAL" clId="{52410A34-8C2C-47FE-AA51-BF7993A47119}" dt="2026-09-28T08:11:07.397" v="3524" actId="21"/>
          <ac:spMkLst>
            <pc:docMk/>
            <pc:sldMk cId="599696480" sldId="263"/>
            <ac:spMk id="2" creationId="{BE4FDAE3-674A-711F-BCBC-F1C7F99FBA41}"/>
          </ac:spMkLst>
        </pc:spChg>
        <pc:spChg chg="mod">
          <ac:chgData name="Bandam, Hema" userId="67e261dd-2ca3-4991-8a4c-8b0c8f0dd886" providerId="ADAL" clId="{52410A34-8C2C-47FE-AA51-BF7993A47119}" dt="2026-09-28T09:07:38.659" v="4686" actId="26606"/>
          <ac:spMkLst>
            <pc:docMk/>
            <pc:sldMk cId="599696480" sldId="263"/>
            <ac:spMk id="3" creationId="{C71F9B51-131D-E267-3F9A-95FA42C6AC5A}"/>
          </ac:spMkLst>
        </pc:spChg>
        <pc:spChg chg="add">
          <ac:chgData name="Bandam, Hema" userId="67e261dd-2ca3-4991-8a4c-8b0c8f0dd886" providerId="ADAL" clId="{52410A34-8C2C-47FE-AA51-BF7993A47119}" dt="2026-09-28T09:07:38.659" v="4686" actId="26606"/>
          <ac:spMkLst>
            <pc:docMk/>
            <pc:sldMk cId="599696480" sldId="263"/>
            <ac:spMk id="8" creationId="{CB299CAB-C506-454B-90FC-4065728297D3}"/>
          </ac:spMkLst>
        </pc:spChg>
        <pc:spChg chg="add">
          <ac:chgData name="Bandam, Hema" userId="67e261dd-2ca3-4991-8a4c-8b0c8f0dd886" providerId="ADAL" clId="{52410A34-8C2C-47FE-AA51-BF7993A47119}" dt="2026-09-28T09:07:38.659" v="4686" actId="26606"/>
          <ac:spMkLst>
            <pc:docMk/>
            <pc:sldMk cId="599696480" sldId="263"/>
            <ac:spMk id="10" creationId="{C8D99311-F254-40F1-8AB5-EE3E7B9B6872}"/>
          </ac:spMkLst>
        </pc:spChg>
        <pc:spChg chg="add">
          <ac:chgData name="Bandam, Hema" userId="67e261dd-2ca3-4991-8a4c-8b0c8f0dd886" providerId="ADAL" clId="{52410A34-8C2C-47FE-AA51-BF7993A47119}" dt="2026-09-28T09:07:38.659" v="4686" actId="26606"/>
          <ac:spMkLst>
            <pc:docMk/>
            <pc:sldMk cId="599696480" sldId="263"/>
            <ac:spMk id="12" creationId="{7D89E3CB-00ED-4691-9F0F-F23EA3564705}"/>
          </ac:spMkLst>
        </pc:spChg>
      </pc:sldChg>
      <pc:sldChg chg="new ord">
        <pc:chgData name="Bandam, Hema" userId="67e261dd-2ca3-4991-8a4c-8b0c8f0dd886" providerId="ADAL" clId="{52410A34-8C2C-47FE-AA51-BF7993A47119}" dt="2026-09-28T13:39:20.270" v="8614"/>
        <pc:sldMkLst>
          <pc:docMk/>
          <pc:sldMk cId="1134339307" sldId="264"/>
        </pc:sldMkLst>
      </pc:sldChg>
      <pc:sldChg chg="addSp modSp add mod ord setBg">
        <pc:chgData name="Bandam, Hema" userId="67e261dd-2ca3-4991-8a4c-8b0c8f0dd886" providerId="ADAL" clId="{52410A34-8C2C-47FE-AA51-BF7993A47119}" dt="2026-09-28T09:07:33.567" v="4685" actId="26606"/>
        <pc:sldMkLst>
          <pc:docMk/>
          <pc:sldMk cId="3878144391" sldId="265"/>
        </pc:sldMkLst>
        <pc:spChg chg="mod">
          <ac:chgData name="Bandam, Hema" userId="67e261dd-2ca3-4991-8a4c-8b0c8f0dd886" providerId="ADAL" clId="{52410A34-8C2C-47FE-AA51-BF7993A47119}" dt="2026-09-28T09:07:33.567" v="4685" actId="26606"/>
          <ac:spMkLst>
            <pc:docMk/>
            <pc:sldMk cId="3878144391" sldId="265"/>
            <ac:spMk id="3" creationId="{2109C3F9-566A-8ABF-37BF-DD9CB7602165}"/>
          </ac:spMkLst>
        </pc:spChg>
        <pc:spChg chg="add">
          <ac:chgData name="Bandam, Hema" userId="67e261dd-2ca3-4991-8a4c-8b0c8f0dd886" providerId="ADAL" clId="{52410A34-8C2C-47FE-AA51-BF7993A47119}" dt="2026-09-28T09:07:33.567" v="4685" actId="26606"/>
          <ac:spMkLst>
            <pc:docMk/>
            <pc:sldMk cId="3878144391" sldId="265"/>
            <ac:spMk id="8" creationId="{CB299CAB-C506-454B-90FC-4065728297D3}"/>
          </ac:spMkLst>
        </pc:spChg>
        <pc:spChg chg="add">
          <ac:chgData name="Bandam, Hema" userId="67e261dd-2ca3-4991-8a4c-8b0c8f0dd886" providerId="ADAL" clId="{52410A34-8C2C-47FE-AA51-BF7993A47119}" dt="2026-09-28T09:07:33.567" v="4685" actId="26606"/>
          <ac:spMkLst>
            <pc:docMk/>
            <pc:sldMk cId="3878144391" sldId="265"/>
            <ac:spMk id="10" creationId="{C8D99311-F254-40F1-8AB5-EE3E7B9B6872}"/>
          </ac:spMkLst>
        </pc:spChg>
        <pc:spChg chg="add">
          <ac:chgData name="Bandam, Hema" userId="67e261dd-2ca3-4991-8a4c-8b0c8f0dd886" providerId="ADAL" clId="{52410A34-8C2C-47FE-AA51-BF7993A47119}" dt="2026-09-28T09:07:33.567" v="4685" actId="26606"/>
          <ac:spMkLst>
            <pc:docMk/>
            <pc:sldMk cId="3878144391" sldId="265"/>
            <ac:spMk id="12" creationId="{7D89E3CB-00ED-4691-9F0F-F23EA3564705}"/>
          </ac:spMkLst>
        </pc:spChg>
      </pc:sldChg>
      <pc:sldChg chg="addSp delSp modSp new mod setBg">
        <pc:chgData name="Bandam, Hema" userId="67e261dd-2ca3-4991-8a4c-8b0c8f0dd886" providerId="ADAL" clId="{52410A34-8C2C-47FE-AA51-BF7993A47119}" dt="2026-09-28T09:27:20.939" v="6133" actId="26606"/>
        <pc:sldMkLst>
          <pc:docMk/>
          <pc:sldMk cId="2032726718" sldId="266"/>
        </pc:sldMkLst>
        <pc:spChg chg="mod">
          <ac:chgData name="Bandam, Hema" userId="67e261dd-2ca3-4991-8a4c-8b0c8f0dd886" providerId="ADAL" clId="{52410A34-8C2C-47FE-AA51-BF7993A47119}" dt="2026-09-28T09:27:20.939" v="6133" actId="26606"/>
          <ac:spMkLst>
            <pc:docMk/>
            <pc:sldMk cId="2032726718" sldId="266"/>
            <ac:spMk id="2" creationId="{355ED334-766C-2DA8-85DF-B3E82CD57B0B}"/>
          </ac:spMkLst>
        </pc:spChg>
        <pc:spChg chg="mod">
          <ac:chgData name="Bandam, Hema" userId="67e261dd-2ca3-4991-8a4c-8b0c8f0dd886" providerId="ADAL" clId="{52410A34-8C2C-47FE-AA51-BF7993A47119}" dt="2026-09-28T09:27:20.939" v="6133" actId="26606"/>
          <ac:spMkLst>
            <pc:docMk/>
            <pc:sldMk cId="2032726718" sldId="266"/>
            <ac:spMk id="3" creationId="{2CD5445D-021B-7D98-C721-9DAD4C3C2EE0}"/>
          </ac:spMkLst>
        </pc:spChg>
        <pc:spChg chg="add del">
          <ac:chgData name="Bandam, Hema" userId="67e261dd-2ca3-4991-8a4c-8b0c8f0dd886" providerId="ADAL" clId="{52410A34-8C2C-47FE-AA51-BF7993A47119}" dt="2026-09-28T09:27:20.926" v="6132" actId="26606"/>
          <ac:spMkLst>
            <pc:docMk/>
            <pc:sldMk cId="2032726718" sldId="266"/>
            <ac:spMk id="8" creationId="{CB299CAB-C506-454B-90FC-4065728297D3}"/>
          </ac:spMkLst>
        </pc:spChg>
        <pc:spChg chg="add del">
          <ac:chgData name="Bandam, Hema" userId="67e261dd-2ca3-4991-8a4c-8b0c8f0dd886" providerId="ADAL" clId="{52410A34-8C2C-47FE-AA51-BF7993A47119}" dt="2026-09-28T09:27:20.926" v="6132" actId="26606"/>
          <ac:spMkLst>
            <pc:docMk/>
            <pc:sldMk cId="2032726718" sldId="266"/>
            <ac:spMk id="10" creationId="{C8D99311-F254-40F1-8AB5-EE3E7B9B6872}"/>
          </ac:spMkLst>
        </pc:spChg>
        <pc:spChg chg="add del">
          <ac:chgData name="Bandam, Hema" userId="67e261dd-2ca3-4991-8a4c-8b0c8f0dd886" providerId="ADAL" clId="{52410A34-8C2C-47FE-AA51-BF7993A47119}" dt="2026-09-28T09:27:20.926" v="6132" actId="26606"/>
          <ac:spMkLst>
            <pc:docMk/>
            <pc:sldMk cId="2032726718" sldId="266"/>
            <ac:spMk id="12" creationId="{7D89E3CB-00ED-4691-9F0F-F23EA3564705}"/>
          </ac:spMkLst>
        </pc:spChg>
        <pc:spChg chg="add">
          <ac:chgData name="Bandam, Hema" userId="67e261dd-2ca3-4991-8a4c-8b0c8f0dd886" providerId="ADAL" clId="{52410A34-8C2C-47FE-AA51-BF7993A47119}" dt="2026-09-28T09:27:20.939" v="6133" actId="26606"/>
          <ac:spMkLst>
            <pc:docMk/>
            <pc:sldMk cId="2032726718" sldId="266"/>
            <ac:spMk id="14" creationId="{98DDA986-B6EE-4642-AC60-0490373E69D0}"/>
          </ac:spMkLst>
        </pc:spChg>
        <pc:spChg chg="add">
          <ac:chgData name="Bandam, Hema" userId="67e261dd-2ca3-4991-8a4c-8b0c8f0dd886" providerId="ADAL" clId="{52410A34-8C2C-47FE-AA51-BF7993A47119}" dt="2026-09-28T09:27:20.939" v="6133" actId="26606"/>
          <ac:spMkLst>
            <pc:docMk/>
            <pc:sldMk cId="2032726718" sldId="266"/>
            <ac:spMk id="15" creationId="{80B62878-12EF-4E97-A284-47BAFC30DA2E}"/>
          </ac:spMkLst>
        </pc:spChg>
        <pc:spChg chg="add">
          <ac:chgData name="Bandam, Hema" userId="67e261dd-2ca3-4991-8a4c-8b0c8f0dd886" providerId="ADAL" clId="{52410A34-8C2C-47FE-AA51-BF7993A47119}" dt="2026-09-28T09:27:20.939" v="6133" actId="26606"/>
          <ac:spMkLst>
            <pc:docMk/>
            <pc:sldMk cId="2032726718" sldId="266"/>
            <ac:spMk id="16" creationId="{6D79188D-1ED5-4705-B8C7-5D6FB7670AB3}"/>
          </ac:spMkLst>
        </pc:spChg>
      </pc:sldChg>
      <pc:sldChg chg="del">
        <pc:chgData name="Bandam, Hema" userId="67e261dd-2ca3-4991-8a4c-8b0c8f0dd886" providerId="ADAL" clId="{52410A34-8C2C-47FE-AA51-BF7993A47119}" dt="2026-09-28T12:45:01.145" v="6205" actId="2696"/>
        <pc:sldMkLst>
          <pc:docMk/>
          <pc:sldMk cId="1289404719" sldId="267"/>
        </pc:sldMkLst>
      </pc:sldChg>
      <pc:sldChg chg="addSp delSp modSp mod setBg">
        <pc:chgData name="Bandam, Hema" userId="67e261dd-2ca3-4991-8a4c-8b0c8f0dd886" providerId="ADAL" clId="{52410A34-8C2C-47FE-AA51-BF7993A47119}" dt="2026-09-28T13:38:52.937" v="8611" actId="26606"/>
        <pc:sldMkLst>
          <pc:docMk/>
          <pc:sldMk cId="1877748457" sldId="268"/>
        </pc:sldMkLst>
        <pc:spChg chg="mod">
          <ac:chgData name="Bandam, Hema" userId="67e261dd-2ca3-4991-8a4c-8b0c8f0dd886" providerId="ADAL" clId="{52410A34-8C2C-47FE-AA51-BF7993A47119}" dt="2026-09-28T13:38:52.894" v="8610" actId="26606"/>
          <ac:spMkLst>
            <pc:docMk/>
            <pc:sldMk cId="1877748457" sldId="268"/>
            <ac:spMk id="2" creationId="{6A4C48BE-AAB0-BECD-4BCC-37A7BBF9ED3D}"/>
          </ac:spMkLst>
        </pc:spChg>
        <pc:spChg chg="add del mod">
          <ac:chgData name="Bandam, Hema" userId="67e261dd-2ca3-4991-8a4c-8b0c8f0dd886" providerId="ADAL" clId="{52410A34-8C2C-47FE-AA51-BF7993A47119}" dt="2026-09-28T13:38:52.937" v="8611" actId="26606"/>
          <ac:spMkLst>
            <pc:docMk/>
            <pc:sldMk cId="1877748457" sldId="268"/>
            <ac:spMk id="3" creationId="{55493A52-E8AC-A6FA-E348-237526BE72D2}"/>
          </ac:spMkLst>
        </pc:spChg>
        <pc:spChg chg="add del">
          <ac:chgData name="Bandam, Hema" userId="67e261dd-2ca3-4991-8a4c-8b0c8f0dd886" providerId="ADAL" clId="{52410A34-8C2C-47FE-AA51-BF7993A47119}" dt="2026-09-28T13:38:52.894" v="8610" actId="26606"/>
          <ac:spMkLst>
            <pc:docMk/>
            <pc:sldMk cId="1877748457" sldId="268"/>
            <ac:spMk id="10" creationId="{B50AB553-2A96-4A92-96F2-93548E096954}"/>
          </ac:spMkLst>
        </pc:spChg>
        <pc:graphicFrameChg chg="add del">
          <ac:chgData name="Bandam, Hema" userId="67e261dd-2ca3-4991-8a4c-8b0c8f0dd886" providerId="ADAL" clId="{52410A34-8C2C-47FE-AA51-BF7993A47119}" dt="2026-09-28T13:38:52.894" v="8610" actId="26606"/>
          <ac:graphicFrameMkLst>
            <pc:docMk/>
            <pc:sldMk cId="1877748457" sldId="268"/>
            <ac:graphicFrameMk id="5" creationId="{B8AF0D43-428F-1FCA-427E-658321ADF2A8}"/>
          </ac:graphicFrameMkLst>
        </pc:graphicFrameChg>
        <pc:graphicFrameChg chg="add">
          <ac:chgData name="Bandam, Hema" userId="67e261dd-2ca3-4991-8a4c-8b0c8f0dd886" providerId="ADAL" clId="{52410A34-8C2C-47FE-AA51-BF7993A47119}" dt="2026-09-28T13:38:52.937" v="8611" actId="26606"/>
          <ac:graphicFrameMkLst>
            <pc:docMk/>
            <pc:sldMk cId="1877748457" sldId="268"/>
            <ac:graphicFrameMk id="12" creationId="{81D941A3-19CA-884F-554F-A9DCDD5D49B9}"/>
          </ac:graphicFrameMkLst>
        </pc:graphicFrameChg>
        <pc:picChg chg="add del">
          <ac:chgData name="Bandam, Hema" userId="67e261dd-2ca3-4991-8a4c-8b0c8f0dd886" providerId="ADAL" clId="{52410A34-8C2C-47FE-AA51-BF7993A47119}" dt="2026-09-28T13:38:52.894" v="8610" actId="26606"/>
          <ac:picMkLst>
            <pc:docMk/>
            <pc:sldMk cId="1877748457" sldId="268"/>
            <ac:picMk id="6" creationId="{81BC30A1-F479-5C43-FFF8-77DFEBB12422}"/>
          </ac:picMkLst>
        </pc:picChg>
      </pc:sldChg>
      <pc:sldChg chg="modSp add mod ord">
        <pc:chgData name="Bandam, Hema" userId="67e261dd-2ca3-4991-8a4c-8b0c8f0dd886" providerId="ADAL" clId="{52410A34-8C2C-47FE-AA51-BF7993A47119}" dt="2026-09-28T12:44:45.444" v="6204"/>
        <pc:sldMkLst>
          <pc:docMk/>
          <pc:sldMk cId="454202432" sldId="269"/>
        </pc:sldMkLst>
        <pc:spChg chg="mod">
          <ac:chgData name="Bandam, Hema" userId="67e261dd-2ca3-4991-8a4c-8b0c8f0dd886" providerId="ADAL" clId="{52410A34-8C2C-47FE-AA51-BF7993A47119}" dt="2026-09-28T12:44:18.839" v="6202" actId="255"/>
          <ac:spMkLst>
            <pc:docMk/>
            <pc:sldMk cId="454202432" sldId="269"/>
            <ac:spMk id="3" creationId="{6C18652C-C02F-8127-9EC0-296CFA0B5BD7}"/>
          </ac:spMkLst>
        </pc:spChg>
      </pc:sldChg>
      <pc:sldChg chg="addSp delSp modSp add mod">
        <pc:chgData name="Bandam, Hema" userId="67e261dd-2ca3-4991-8a4c-8b0c8f0dd886" providerId="ADAL" clId="{52410A34-8C2C-47FE-AA51-BF7993A47119}" dt="2026-09-28T13:20:54.029" v="8021" actId="255"/>
        <pc:sldMkLst>
          <pc:docMk/>
          <pc:sldMk cId="2407398673" sldId="270"/>
        </pc:sldMkLst>
        <pc:spChg chg="add mod">
          <ac:chgData name="Bandam, Hema" userId="67e261dd-2ca3-4991-8a4c-8b0c8f0dd886" providerId="ADAL" clId="{52410A34-8C2C-47FE-AA51-BF7993A47119}" dt="2026-09-28T13:20:54.029" v="8021" actId="255"/>
          <ac:spMkLst>
            <pc:docMk/>
            <pc:sldMk cId="2407398673" sldId="270"/>
            <ac:spMk id="2" creationId="{B3B35025-3974-A7BF-173A-36BA6E078AD4}"/>
          </ac:spMkLst>
        </pc:spChg>
        <pc:spChg chg="add del mod">
          <ac:chgData name="Bandam, Hema" userId="67e261dd-2ca3-4991-8a4c-8b0c8f0dd886" providerId="ADAL" clId="{52410A34-8C2C-47FE-AA51-BF7993A47119}" dt="2026-09-28T13:15:46.887" v="7698" actId="26606"/>
          <ac:spMkLst>
            <pc:docMk/>
            <pc:sldMk cId="2407398673" sldId="270"/>
            <ac:spMk id="3" creationId="{C3476AA2-2DC1-FF53-7369-ED878F16C08A}"/>
          </ac:spMkLst>
        </pc:spChg>
        <pc:spChg chg="del">
          <ac:chgData name="Bandam, Hema" userId="67e261dd-2ca3-4991-8a4c-8b0c8f0dd886" providerId="ADAL" clId="{52410A34-8C2C-47FE-AA51-BF7993A47119}" dt="2026-09-28T13:15:46.887" v="7698" actId="26606"/>
          <ac:spMkLst>
            <pc:docMk/>
            <pc:sldMk cId="2407398673" sldId="270"/>
            <ac:spMk id="8" creationId="{6BDE3AD5-3D6C-76BA-516F-F03A19427A0C}"/>
          </ac:spMkLst>
        </pc:spChg>
        <pc:spChg chg="del">
          <ac:chgData name="Bandam, Hema" userId="67e261dd-2ca3-4991-8a4c-8b0c8f0dd886" providerId="ADAL" clId="{52410A34-8C2C-47FE-AA51-BF7993A47119}" dt="2026-09-28T13:15:46.887" v="7698" actId="26606"/>
          <ac:spMkLst>
            <pc:docMk/>
            <pc:sldMk cId="2407398673" sldId="270"/>
            <ac:spMk id="10" creationId="{4AABADB7-A969-F486-C5C1-66BCE726BC0F}"/>
          </ac:spMkLst>
        </pc:spChg>
        <pc:spChg chg="del">
          <ac:chgData name="Bandam, Hema" userId="67e261dd-2ca3-4991-8a4c-8b0c8f0dd886" providerId="ADAL" clId="{52410A34-8C2C-47FE-AA51-BF7993A47119}" dt="2026-09-28T13:15:46.887" v="7698" actId="26606"/>
          <ac:spMkLst>
            <pc:docMk/>
            <pc:sldMk cId="2407398673" sldId="270"/>
            <ac:spMk id="12" creationId="{79CEC9CF-8415-9C59-6EA0-EFDFA4FA0A43}"/>
          </ac:spMkLst>
        </pc:spChg>
        <pc:spChg chg="add del mod">
          <ac:chgData name="Bandam, Hema" userId="67e261dd-2ca3-4991-8a4c-8b0c8f0dd886" providerId="ADAL" clId="{52410A34-8C2C-47FE-AA51-BF7993A47119}" dt="2026-09-28T13:18:46.064" v="7979" actId="26606"/>
          <ac:spMkLst>
            <pc:docMk/>
            <pc:sldMk cId="2407398673" sldId="270"/>
            <ac:spMk id="16" creationId="{C3476AA2-2DC1-FF53-7369-ED878F16C08A}"/>
          </ac:spMkLst>
        </pc:spChg>
        <pc:spChg chg="add del">
          <ac:chgData name="Bandam, Hema" userId="67e261dd-2ca3-4991-8a4c-8b0c8f0dd886" providerId="ADAL" clId="{52410A34-8C2C-47FE-AA51-BF7993A47119}" dt="2026-09-28T13:18:46.064" v="7979" actId="26606"/>
          <ac:spMkLst>
            <pc:docMk/>
            <pc:sldMk cId="2407398673" sldId="270"/>
            <ac:spMk id="17" creationId="{CB299CAB-C506-454B-90FC-4065728297D3}"/>
          </ac:spMkLst>
        </pc:spChg>
        <pc:spChg chg="add del">
          <ac:chgData name="Bandam, Hema" userId="67e261dd-2ca3-4991-8a4c-8b0c8f0dd886" providerId="ADAL" clId="{52410A34-8C2C-47FE-AA51-BF7993A47119}" dt="2026-09-28T13:18:46.064" v="7979" actId="26606"/>
          <ac:spMkLst>
            <pc:docMk/>
            <pc:sldMk cId="2407398673" sldId="270"/>
            <ac:spMk id="19" creationId="{C8D99311-F254-40F1-8AB5-EE3E7B9B6872}"/>
          </ac:spMkLst>
        </pc:spChg>
        <pc:spChg chg="add del">
          <ac:chgData name="Bandam, Hema" userId="67e261dd-2ca3-4991-8a4c-8b0c8f0dd886" providerId="ADAL" clId="{52410A34-8C2C-47FE-AA51-BF7993A47119}" dt="2026-09-28T13:18:46.064" v="7979" actId="26606"/>
          <ac:spMkLst>
            <pc:docMk/>
            <pc:sldMk cId="2407398673" sldId="270"/>
            <ac:spMk id="21" creationId="{7D89E3CB-00ED-4691-9F0F-F23EA3564705}"/>
          </ac:spMkLst>
        </pc:spChg>
        <pc:spChg chg="add">
          <ac:chgData name="Bandam, Hema" userId="67e261dd-2ca3-4991-8a4c-8b0c8f0dd886" providerId="ADAL" clId="{52410A34-8C2C-47FE-AA51-BF7993A47119}" dt="2026-09-28T13:18:46.064" v="7979" actId="26606"/>
          <ac:spMkLst>
            <pc:docMk/>
            <pc:sldMk cId="2407398673" sldId="270"/>
            <ac:spMk id="28" creationId="{257363FD-7E77-4145-9483-331A807ADF0E}"/>
          </ac:spMkLst>
        </pc:spChg>
        <pc:graphicFrameChg chg="add del">
          <ac:chgData name="Bandam, Hema" userId="67e261dd-2ca3-4991-8a4c-8b0c8f0dd886" providerId="ADAL" clId="{52410A34-8C2C-47FE-AA51-BF7993A47119}" dt="2026-09-28T13:15:46.876" v="7697" actId="26606"/>
          <ac:graphicFrameMkLst>
            <pc:docMk/>
            <pc:sldMk cId="2407398673" sldId="270"/>
            <ac:graphicFrameMk id="14" creationId="{4C6E9F83-D79F-CA5D-135B-721F193C371E}"/>
          </ac:graphicFrameMkLst>
        </pc:graphicFrameChg>
        <pc:graphicFrameChg chg="add">
          <ac:chgData name="Bandam, Hema" userId="67e261dd-2ca3-4991-8a4c-8b0c8f0dd886" providerId="ADAL" clId="{52410A34-8C2C-47FE-AA51-BF7993A47119}" dt="2026-09-28T13:18:46.064" v="7979" actId="26606"/>
          <ac:graphicFrameMkLst>
            <pc:docMk/>
            <pc:sldMk cId="2407398673" sldId="270"/>
            <ac:graphicFrameMk id="23" creationId="{2BF013B2-EB37-6634-23F9-A2B6A24BBD90}"/>
          </ac:graphicFrameMkLst>
        </pc:graphicFrameChg>
        <pc:picChg chg="add">
          <ac:chgData name="Bandam, Hema" userId="67e261dd-2ca3-4991-8a4c-8b0c8f0dd886" providerId="ADAL" clId="{52410A34-8C2C-47FE-AA51-BF7993A47119}" dt="2026-09-28T13:18:46.064" v="7979" actId="26606"/>
          <ac:picMkLst>
            <pc:docMk/>
            <pc:sldMk cId="2407398673" sldId="270"/>
            <ac:picMk id="24" creationId="{6BF0000F-5FF9-AAF4-C44A-329082C18C61}"/>
          </ac:picMkLst>
        </pc:picChg>
      </pc:sldChg>
      <pc:sldChg chg="addSp delSp modSp new mod">
        <pc:chgData name="Bandam, Hema" userId="67e261dd-2ca3-4991-8a4c-8b0c8f0dd886" providerId="ADAL" clId="{52410A34-8C2C-47FE-AA51-BF7993A47119}" dt="2026-09-28T14:04:58.932" v="9762" actId="26606"/>
        <pc:sldMkLst>
          <pc:docMk/>
          <pc:sldMk cId="604961231" sldId="271"/>
        </pc:sldMkLst>
        <pc:spChg chg="mod">
          <ac:chgData name="Bandam, Hema" userId="67e261dd-2ca3-4991-8a4c-8b0c8f0dd886" providerId="ADAL" clId="{52410A34-8C2C-47FE-AA51-BF7993A47119}" dt="2026-09-28T13:51:17.158" v="8640" actId="20577"/>
          <ac:spMkLst>
            <pc:docMk/>
            <pc:sldMk cId="604961231" sldId="271"/>
            <ac:spMk id="2" creationId="{B5A98738-65FB-4DAC-B3AE-B3FBD3E79964}"/>
          </ac:spMkLst>
        </pc:spChg>
        <pc:spChg chg="del mod">
          <ac:chgData name="Bandam, Hema" userId="67e261dd-2ca3-4991-8a4c-8b0c8f0dd886" providerId="ADAL" clId="{52410A34-8C2C-47FE-AA51-BF7993A47119}" dt="2026-09-28T14:04:58.932" v="9762" actId="26606"/>
          <ac:spMkLst>
            <pc:docMk/>
            <pc:sldMk cId="604961231" sldId="271"/>
            <ac:spMk id="3" creationId="{BA01489F-B27A-3EAB-761C-9D4DB14F1B3F}"/>
          </ac:spMkLst>
        </pc:spChg>
        <pc:graphicFrameChg chg="add">
          <ac:chgData name="Bandam, Hema" userId="67e261dd-2ca3-4991-8a4c-8b0c8f0dd886" providerId="ADAL" clId="{52410A34-8C2C-47FE-AA51-BF7993A47119}" dt="2026-09-28T14:04:58.932" v="9762" actId="26606"/>
          <ac:graphicFrameMkLst>
            <pc:docMk/>
            <pc:sldMk cId="604961231" sldId="271"/>
            <ac:graphicFrameMk id="5" creationId="{1B087857-C8BD-CCC7-9EE4-F45F34BB627D}"/>
          </ac:graphicFrameMkLst>
        </pc:graphicFrameChg>
      </pc:sldChg>
      <pc:sldChg chg="addSp modSp new mod setBg">
        <pc:chgData name="Bandam, Hema" userId="67e261dd-2ca3-4991-8a4c-8b0c8f0dd886" providerId="ADAL" clId="{52410A34-8C2C-47FE-AA51-BF7993A47119}" dt="2026-09-28T14:25:55.740" v="11086" actId="26606"/>
        <pc:sldMkLst>
          <pc:docMk/>
          <pc:sldMk cId="1318589017" sldId="272"/>
        </pc:sldMkLst>
        <pc:spChg chg="mod">
          <ac:chgData name="Bandam, Hema" userId="67e261dd-2ca3-4991-8a4c-8b0c8f0dd886" providerId="ADAL" clId="{52410A34-8C2C-47FE-AA51-BF7993A47119}" dt="2026-09-28T14:25:55.740" v="11086" actId="26606"/>
          <ac:spMkLst>
            <pc:docMk/>
            <pc:sldMk cId="1318589017" sldId="272"/>
            <ac:spMk id="2" creationId="{71CD2F27-1E16-7F90-8C8A-D3DDF4ED3C4E}"/>
          </ac:spMkLst>
        </pc:spChg>
        <pc:spChg chg="mod">
          <ac:chgData name="Bandam, Hema" userId="67e261dd-2ca3-4991-8a4c-8b0c8f0dd886" providerId="ADAL" clId="{52410A34-8C2C-47FE-AA51-BF7993A47119}" dt="2026-09-28T14:25:55.740" v="11086" actId="26606"/>
          <ac:spMkLst>
            <pc:docMk/>
            <pc:sldMk cId="1318589017" sldId="272"/>
            <ac:spMk id="3" creationId="{21775C51-C281-2441-A9CF-A01C247DBE56}"/>
          </ac:spMkLst>
        </pc:spChg>
        <pc:spChg chg="add">
          <ac:chgData name="Bandam, Hema" userId="67e261dd-2ca3-4991-8a4c-8b0c8f0dd886" providerId="ADAL" clId="{52410A34-8C2C-47FE-AA51-BF7993A47119}" dt="2026-09-28T14:25:55.740" v="11086" actId="26606"/>
          <ac:spMkLst>
            <pc:docMk/>
            <pc:sldMk cId="1318589017" sldId="272"/>
            <ac:spMk id="8" creationId="{8D1AA55E-40D5-461B-A5A8-4AE8AAB71B08}"/>
          </ac:spMkLst>
        </pc:spChg>
        <pc:grpChg chg="add">
          <ac:chgData name="Bandam, Hema" userId="67e261dd-2ca3-4991-8a4c-8b0c8f0dd886" providerId="ADAL" clId="{52410A34-8C2C-47FE-AA51-BF7993A47119}" dt="2026-09-28T14:25:55.740" v="11086" actId="26606"/>
          <ac:grpSpMkLst>
            <pc:docMk/>
            <pc:sldMk cId="1318589017" sldId="272"/>
            <ac:grpSpMk id="12" creationId="{78350D8D-73D6-4132-89B5-DD52F3962A76}"/>
          </ac:grpSpMkLst>
        </pc:grpChg>
        <pc:cxnChg chg="add">
          <ac:chgData name="Bandam, Hema" userId="67e261dd-2ca3-4991-8a4c-8b0c8f0dd886" providerId="ADAL" clId="{52410A34-8C2C-47FE-AA51-BF7993A47119}" dt="2026-09-28T14:25:55.740" v="11086" actId="26606"/>
          <ac:cxnSpMkLst>
            <pc:docMk/>
            <pc:sldMk cId="1318589017" sldId="272"/>
            <ac:cxnSpMk id="10" creationId="{7EB498BD-8089-4626-91EA-4978EBEF535E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8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#3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1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1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517FD9-AB8C-4FFE-9B5B-BC2E16F62E09}" type="doc">
      <dgm:prSet loTypeId="urn:microsoft.com/office/officeart/2018/2/layout/IconVerticalSolidList" loCatId="icon" qsTypeId="urn:microsoft.com/office/officeart/2005/8/quickstyle/simple1#178" qsCatId="simple" csTypeId="urn:microsoft.com/office/officeart/2005/8/colors/accent1_2#84" csCatId="accent1" phldr="1"/>
      <dgm:spPr/>
      <dgm:t>
        <a:bodyPr/>
        <a:lstStyle/>
        <a:p>
          <a:endParaRPr lang="en-US"/>
        </a:p>
      </dgm:t>
    </dgm:pt>
    <dgm:pt modelId="{8B570CE0-1E18-4AFC-8517-641C769447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Repeated Manual Work </a:t>
          </a:r>
          <a:r>
            <a:rPr lang="en-US"/>
            <a:t>across INT, CRT, and PRD</a:t>
          </a:r>
        </a:p>
      </dgm:t>
    </dgm:pt>
    <dgm:pt modelId="{491FD416-E633-4E94-9CC0-382ADEF96188}" type="parTrans" cxnId="{D1ADF75D-739B-4523-B9DD-A55ED6971ABE}">
      <dgm:prSet/>
      <dgm:spPr/>
      <dgm:t>
        <a:bodyPr/>
        <a:lstStyle/>
        <a:p>
          <a:endParaRPr lang="en-US"/>
        </a:p>
      </dgm:t>
    </dgm:pt>
    <dgm:pt modelId="{87DEC3D5-5F86-4427-BE7B-659AEED2168C}" type="sibTrans" cxnId="{D1ADF75D-739B-4523-B9DD-A55ED6971ABE}">
      <dgm:prSet/>
      <dgm:spPr/>
      <dgm:t>
        <a:bodyPr/>
        <a:lstStyle/>
        <a:p>
          <a:endParaRPr lang="en-US"/>
        </a:p>
      </dgm:t>
    </dgm:pt>
    <dgm:pt modelId="{EE411607-19EF-45B6-B679-81E02393ED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Heavy Engineer Dependency </a:t>
          </a:r>
          <a:r>
            <a:rPr lang="en-US"/>
            <a:t>for notebooks, test coverage, and SQL</a:t>
          </a:r>
        </a:p>
      </dgm:t>
    </dgm:pt>
    <dgm:pt modelId="{2FF9B412-22EE-48E5-9033-A574E186CA9A}" type="parTrans" cxnId="{4A020021-CF29-4F3B-9A1C-E3E555F7C39A}">
      <dgm:prSet/>
      <dgm:spPr/>
      <dgm:t>
        <a:bodyPr/>
        <a:lstStyle/>
        <a:p>
          <a:endParaRPr lang="en-US"/>
        </a:p>
      </dgm:t>
    </dgm:pt>
    <dgm:pt modelId="{84906254-5F52-417A-8EC1-0FAFBACF9149}" type="sibTrans" cxnId="{4A020021-CF29-4F3B-9A1C-E3E555F7C39A}">
      <dgm:prSet/>
      <dgm:spPr/>
      <dgm:t>
        <a:bodyPr/>
        <a:lstStyle/>
        <a:p>
          <a:endParaRPr lang="en-US"/>
        </a:p>
      </dgm:t>
    </dgm:pt>
    <dgm:pt modelId="{63FEA7A3-6A03-4B50-8FB0-DB43BC9512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Difficult Knowledge Reuse </a:t>
          </a:r>
          <a:r>
            <a:rPr lang="en-US"/>
            <a:t>across notebooks and environments</a:t>
          </a:r>
        </a:p>
      </dgm:t>
    </dgm:pt>
    <dgm:pt modelId="{6BEA8340-E25B-4945-A8E3-A94DFBBD4F87}" type="parTrans" cxnId="{888964EF-70EA-480B-ACD1-A20B9BD3579E}">
      <dgm:prSet/>
      <dgm:spPr/>
      <dgm:t>
        <a:bodyPr/>
        <a:lstStyle/>
        <a:p>
          <a:endParaRPr lang="en-US"/>
        </a:p>
      </dgm:t>
    </dgm:pt>
    <dgm:pt modelId="{AAF0E79B-9DBF-48EC-9D36-689BB20D2924}" type="sibTrans" cxnId="{888964EF-70EA-480B-ACD1-A20B9BD3579E}">
      <dgm:prSet/>
      <dgm:spPr/>
      <dgm:t>
        <a:bodyPr/>
        <a:lstStyle/>
        <a:p>
          <a:endParaRPr lang="en-US"/>
        </a:p>
      </dgm:t>
    </dgm:pt>
    <dgm:pt modelId="{A310B337-F81B-44D1-BFC7-69C77B21A4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Time -  Consuming Bug Triage </a:t>
          </a:r>
          <a:r>
            <a:rPr lang="en-US"/>
            <a:t>involving multiple validation steps</a:t>
          </a:r>
        </a:p>
      </dgm:t>
    </dgm:pt>
    <dgm:pt modelId="{91AE82CE-8594-4BD9-8BF7-C918CFE26429}" type="parTrans" cxnId="{5C0D309A-FFE9-49EE-9C1C-5EBA08809D34}">
      <dgm:prSet/>
      <dgm:spPr/>
      <dgm:t>
        <a:bodyPr/>
        <a:lstStyle/>
        <a:p>
          <a:endParaRPr lang="en-US"/>
        </a:p>
      </dgm:t>
    </dgm:pt>
    <dgm:pt modelId="{A61EF621-703B-411B-9A46-B78B93F6F51E}" type="sibTrans" cxnId="{5C0D309A-FFE9-49EE-9C1C-5EBA08809D34}">
      <dgm:prSet/>
      <dgm:spPr/>
      <dgm:t>
        <a:bodyPr/>
        <a:lstStyle/>
        <a:p>
          <a:endParaRPr lang="en-US"/>
        </a:p>
      </dgm:t>
    </dgm:pt>
    <dgm:pt modelId="{248060C2-FE75-48CC-BF4A-27E849B475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Need for consistent checks </a:t>
          </a:r>
          <a:r>
            <a:rPr lang="en-US"/>
            <a:t>with story – specific coverage</a:t>
          </a:r>
        </a:p>
      </dgm:t>
    </dgm:pt>
    <dgm:pt modelId="{70930E02-AA86-4334-A4F8-B2A7455C0AAB}" type="parTrans" cxnId="{2156CAC1-B714-4F47-92CD-B9D9BC25FFF5}">
      <dgm:prSet/>
      <dgm:spPr/>
      <dgm:t>
        <a:bodyPr/>
        <a:lstStyle/>
        <a:p>
          <a:endParaRPr lang="en-US"/>
        </a:p>
      </dgm:t>
    </dgm:pt>
    <dgm:pt modelId="{54C259B2-3F3D-4B45-8FA5-CEC223A63393}" type="sibTrans" cxnId="{2156CAC1-B714-4F47-92CD-B9D9BC25FFF5}">
      <dgm:prSet/>
      <dgm:spPr/>
      <dgm:t>
        <a:bodyPr/>
        <a:lstStyle/>
        <a:p>
          <a:endParaRPr lang="en-US"/>
        </a:p>
      </dgm:t>
    </dgm:pt>
    <dgm:pt modelId="{F41A1303-C670-4EDD-BBAC-94058FCC45DF}" type="pres">
      <dgm:prSet presAssocID="{4C517FD9-AB8C-4FFE-9B5B-BC2E16F62E09}" presName="root" presStyleCnt="0">
        <dgm:presLayoutVars>
          <dgm:dir/>
          <dgm:resizeHandles val="exact"/>
        </dgm:presLayoutVars>
      </dgm:prSet>
      <dgm:spPr/>
    </dgm:pt>
    <dgm:pt modelId="{E16EEE5D-94B5-4987-A7D6-1776DDD54DD5}" type="pres">
      <dgm:prSet presAssocID="{8B570CE0-1E18-4AFC-8517-641C7694474A}" presName="compNode" presStyleCnt="0"/>
      <dgm:spPr/>
    </dgm:pt>
    <dgm:pt modelId="{D8B909EE-1BD8-4EEA-A70B-BD2C35EDBCEE}" type="pres">
      <dgm:prSet presAssocID="{8B570CE0-1E18-4AFC-8517-641C7694474A}" presName="bgRect" presStyleLbl="bgShp" presStyleIdx="0" presStyleCnt="5"/>
      <dgm:spPr/>
    </dgm:pt>
    <dgm:pt modelId="{57B35C29-1568-4386-8949-2A57EB3A57BB}" type="pres">
      <dgm:prSet presAssocID="{8B570CE0-1E18-4AFC-8517-641C7694474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F7F2106-4333-43F4-943A-D2DC02647111}" type="pres">
      <dgm:prSet presAssocID="{8B570CE0-1E18-4AFC-8517-641C7694474A}" presName="spaceRect" presStyleCnt="0"/>
      <dgm:spPr/>
    </dgm:pt>
    <dgm:pt modelId="{B954C49D-89E4-45A1-A69F-2EE93F9BAC89}" type="pres">
      <dgm:prSet presAssocID="{8B570CE0-1E18-4AFC-8517-641C7694474A}" presName="parTx" presStyleLbl="revTx" presStyleIdx="0" presStyleCnt="5">
        <dgm:presLayoutVars>
          <dgm:chMax val="0"/>
          <dgm:chPref val="0"/>
        </dgm:presLayoutVars>
      </dgm:prSet>
      <dgm:spPr/>
    </dgm:pt>
    <dgm:pt modelId="{ABAC8ABA-EE9C-43F5-9B8B-4E48750270C8}" type="pres">
      <dgm:prSet presAssocID="{87DEC3D5-5F86-4427-BE7B-659AEED2168C}" presName="sibTrans" presStyleCnt="0"/>
      <dgm:spPr/>
    </dgm:pt>
    <dgm:pt modelId="{3554C558-5A9D-4991-B980-DABC9F9EBA88}" type="pres">
      <dgm:prSet presAssocID="{EE411607-19EF-45B6-B679-81E02393EDEB}" presName="compNode" presStyleCnt="0"/>
      <dgm:spPr/>
    </dgm:pt>
    <dgm:pt modelId="{9CE56734-DF9E-4A9D-9AF6-99BC71337E48}" type="pres">
      <dgm:prSet presAssocID="{EE411607-19EF-45B6-B679-81E02393EDEB}" presName="bgRect" presStyleLbl="bgShp" presStyleIdx="1" presStyleCnt="5"/>
      <dgm:spPr/>
    </dgm:pt>
    <dgm:pt modelId="{B7AB5884-7ECB-4D8B-9AD2-B096C566DFD4}" type="pres">
      <dgm:prSet presAssocID="{EE411607-19EF-45B6-B679-81E02393EDEB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F7EEEB8-9B89-4AF1-A46E-C2001F89CFA5}" type="pres">
      <dgm:prSet presAssocID="{EE411607-19EF-45B6-B679-81E02393EDEB}" presName="spaceRect" presStyleCnt="0"/>
      <dgm:spPr/>
    </dgm:pt>
    <dgm:pt modelId="{7FBC2FCA-E663-4A6F-B3B4-750CE012FEA1}" type="pres">
      <dgm:prSet presAssocID="{EE411607-19EF-45B6-B679-81E02393EDEB}" presName="parTx" presStyleLbl="revTx" presStyleIdx="1" presStyleCnt="5">
        <dgm:presLayoutVars>
          <dgm:chMax val="0"/>
          <dgm:chPref val="0"/>
        </dgm:presLayoutVars>
      </dgm:prSet>
      <dgm:spPr/>
    </dgm:pt>
    <dgm:pt modelId="{2FE453D1-C3E5-41D9-8C11-0C104892CD35}" type="pres">
      <dgm:prSet presAssocID="{84906254-5F52-417A-8EC1-0FAFBACF9149}" presName="sibTrans" presStyleCnt="0"/>
      <dgm:spPr/>
    </dgm:pt>
    <dgm:pt modelId="{41F9DC15-D7C8-4290-A802-8EB28F1FE985}" type="pres">
      <dgm:prSet presAssocID="{63FEA7A3-6A03-4B50-8FB0-DB43BC9512FA}" presName="compNode" presStyleCnt="0"/>
      <dgm:spPr/>
    </dgm:pt>
    <dgm:pt modelId="{73C57F4B-6790-4F40-A1F4-7BD4BF8DC355}" type="pres">
      <dgm:prSet presAssocID="{63FEA7A3-6A03-4B50-8FB0-DB43BC9512FA}" presName="bgRect" presStyleLbl="bgShp" presStyleIdx="2" presStyleCnt="5"/>
      <dgm:spPr/>
    </dgm:pt>
    <dgm:pt modelId="{13C0309C-2A0C-47FC-8962-19CD04C968AD}" type="pres">
      <dgm:prSet presAssocID="{63FEA7A3-6A03-4B50-8FB0-DB43BC9512F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93C8265B-055D-4D9B-885B-85B82F05DEDD}" type="pres">
      <dgm:prSet presAssocID="{63FEA7A3-6A03-4B50-8FB0-DB43BC9512FA}" presName="spaceRect" presStyleCnt="0"/>
      <dgm:spPr/>
    </dgm:pt>
    <dgm:pt modelId="{84C7F555-9A69-4035-9786-894250FEEA24}" type="pres">
      <dgm:prSet presAssocID="{63FEA7A3-6A03-4B50-8FB0-DB43BC9512FA}" presName="parTx" presStyleLbl="revTx" presStyleIdx="2" presStyleCnt="5">
        <dgm:presLayoutVars>
          <dgm:chMax val="0"/>
          <dgm:chPref val="0"/>
        </dgm:presLayoutVars>
      </dgm:prSet>
      <dgm:spPr/>
    </dgm:pt>
    <dgm:pt modelId="{C43FEC22-415A-46CE-90DF-A6357397D8C8}" type="pres">
      <dgm:prSet presAssocID="{AAF0E79B-9DBF-48EC-9D36-689BB20D2924}" presName="sibTrans" presStyleCnt="0"/>
      <dgm:spPr/>
    </dgm:pt>
    <dgm:pt modelId="{550CA3E2-E294-446C-84DC-C632A929A1EC}" type="pres">
      <dgm:prSet presAssocID="{A310B337-F81B-44D1-BFC7-69C77B21A4A4}" presName="compNode" presStyleCnt="0"/>
      <dgm:spPr/>
    </dgm:pt>
    <dgm:pt modelId="{FB70ADD5-5E55-4E0A-A346-A37A9CA9F6B8}" type="pres">
      <dgm:prSet presAssocID="{A310B337-F81B-44D1-BFC7-69C77B21A4A4}" presName="bgRect" presStyleLbl="bgShp" presStyleIdx="3" presStyleCnt="5"/>
      <dgm:spPr/>
    </dgm:pt>
    <dgm:pt modelId="{87654F57-D738-40D5-8CE3-61760F8B1792}" type="pres">
      <dgm:prSet presAssocID="{A310B337-F81B-44D1-BFC7-69C77B21A4A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5376C61B-9C39-4A2F-A53F-40D4A9D163C1}" type="pres">
      <dgm:prSet presAssocID="{A310B337-F81B-44D1-BFC7-69C77B21A4A4}" presName="spaceRect" presStyleCnt="0"/>
      <dgm:spPr/>
    </dgm:pt>
    <dgm:pt modelId="{E9B849C3-0AD6-4B9D-9128-EA7C605E1A3D}" type="pres">
      <dgm:prSet presAssocID="{A310B337-F81B-44D1-BFC7-69C77B21A4A4}" presName="parTx" presStyleLbl="revTx" presStyleIdx="3" presStyleCnt="5">
        <dgm:presLayoutVars>
          <dgm:chMax val="0"/>
          <dgm:chPref val="0"/>
        </dgm:presLayoutVars>
      </dgm:prSet>
      <dgm:spPr/>
    </dgm:pt>
    <dgm:pt modelId="{2C10F86B-E093-41E7-9B28-3EB3D90E3747}" type="pres">
      <dgm:prSet presAssocID="{A61EF621-703B-411B-9A46-B78B93F6F51E}" presName="sibTrans" presStyleCnt="0"/>
      <dgm:spPr/>
    </dgm:pt>
    <dgm:pt modelId="{EA076C47-F174-489B-AD54-F7CB75B4F032}" type="pres">
      <dgm:prSet presAssocID="{248060C2-FE75-48CC-BF4A-27E849B475A2}" presName="compNode" presStyleCnt="0"/>
      <dgm:spPr/>
    </dgm:pt>
    <dgm:pt modelId="{4EB66E87-FE44-491B-9A7B-13AD28F2CF1B}" type="pres">
      <dgm:prSet presAssocID="{248060C2-FE75-48CC-BF4A-27E849B475A2}" presName="bgRect" presStyleLbl="bgShp" presStyleIdx="4" presStyleCnt="5"/>
      <dgm:spPr/>
    </dgm:pt>
    <dgm:pt modelId="{5491930D-2453-4C95-A24F-EB4882309CD9}" type="pres">
      <dgm:prSet presAssocID="{248060C2-FE75-48CC-BF4A-27E849B475A2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54EE9B0D-120B-4CC5-B65B-DBB2FA82D632}" type="pres">
      <dgm:prSet presAssocID="{248060C2-FE75-48CC-BF4A-27E849B475A2}" presName="spaceRect" presStyleCnt="0"/>
      <dgm:spPr/>
    </dgm:pt>
    <dgm:pt modelId="{56AA7D81-5F14-497C-A9B3-DAC385070F80}" type="pres">
      <dgm:prSet presAssocID="{248060C2-FE75-48CC-BF4A-27E849B475A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A020021-CF29-4F3B-9A1C-E3E555F7C39A}" srcId="{4C517FD9-AB8C-4FFE-9B5B-BC2E16F62E09}" destId="{EE411607-19EF-45B6-B679-81E02393EDEB}" srcOrd="1" destOrd="0" parTransId="{2FF9B412-22EE-48E5-9033-A574E186CA9A}" sibTransId="{84906254-5F52-417A-8EC1-0FAFBACF9149}"/>
    <dgm:cxn modelId="{D1ADF75D-739B-4523-B9DD-A55ED6971ABE}" srcId="{4C517FD9-AB8C-4FFE-9B5B-BC2E16F62E09}" destId="{8B570CE0-1E18-4AFC-8517-641C7694474A}" srcOrd="0" destOrd="0" parTransId="{491FD416-E633-4E94-9CC0-382ADEF96188}" sibTransId="{87DEC3D5-5F86-4427-BE7B-659AEED2168C}"/>
    <dgm:cxn modelId="{D8CC374B-0B78-40DE-A13F-DB0A42C5E128}" type="presOf" srcId="{248060C2-FE75-48CC-BF4A-27E849B475A2}" destId="{56AA7D81-5F14-497C-A9B3-DAC385070F80}" srcOrd="0" destOrd="0" presId="urn:microsoft.com/office/officeart/2018/2/layout/IconVerticalSolidList"/>
    <dgm:cxn modelId="{5C0D309A-FFE9-49EE-9C1C-5EBA08809D34}" srcId="{4C517FD9-AB8C-4FFE-9B5B-BC2E16F62E09}" destId="{A310B337-F81B-44D1-BFC7-69C77B21A4A4}" srcOrd="3" destOrd="0" parTransId="{91AE82CE-8594-4BD9-8BF7-C918CFE26429}" sibTransId="{A61EF621-703B-411B-9A46-B78B93F6F51E}"/>
    <dgm:cxn modelId="{6FAEB0AE-9B07-4785-B8BE-37F2CCB3509E}" type="presOf" srcId="{63FEA7A3-6A03-4B50-8FB0-DB43BC9512FA}" destId="{84C7F555-9A69-4035-9786-894250FEEA24}" srcOrd="0" destOrd="0" presId="urn:microsoft.com/office/officeart/2018/2/layout/IconVerticalSolidList"/>
    <dgm:cxn modelId="{839786BF-F54B-4F14-8E4C-44FA4DAAE1E8}" type="presOf" srcId="{EE411607-19EF-45B6-B679-81E02393EDEB}" destId="{7FBC2FCA-E663-4A6F-B3B4-750CE012FEA1}" srcOrd="0" destOrd="0" presId="urn:microsoft.com/office/officeart/2018/2/layout/IconVerticalSolidList"/>
    <dgm:cxn modelId="{2156CAC1-B714-4F47-92CD-B9D9BC25FFF5}" srcId="{4C517FD9-AB8C-4FFE-9B5B-BC2E16F62E09}" destId="{248060C2-FE75-48CC-BF4A-27E849B475A2}" srcOrd="4" destOrd="0" parTransId="{70930E02-AA86-4334-A4F8-B2A7455C0AAB}" sibTransId="{54C259B2-3F3D-4B45-8FA5-CEC223A63393}"/>
    <dgm:cxn modelId="{4CDC2BC3-0904-4739-AB62-BF771DAA361A}" type="presOf" srcId="{A310B337-F81B-44D1-BFC7-69C77B21A4A4}" destId="{E9B849C3-0AD6-4B9D-9128-EA7C605E1A3D}" srcOrd="0" destOrd="0" presId="urn:microsoft.com/office/officeart/2018/2/layout/IconVerticalSolidList"/>
    <dgm:cxn modelId="{888964EF-70EA-480B-ACD1-A20B9BD3579E}" srcId="{4C517FD9-AB8C-4FFE-9B5B-BC2E16F62E09}" destId="{63FEA7A3-6A03-4B50-8FB0-DB43BC9512FA}" srcOrd="2" destOrd="0" parTransId="{6BEA8340-E25B-4945-A8E3-A94DFBBD4F87}" sibTransId="{AAF0E79B-9DBF-48EC-9D36-689BB20D2924}"/>
    <dgm:cxn modelId="{73D94AEF-4022-46CE-A471-8E3231F63F6D}" type="presOf" srcId="{8B570CE0-1E18-4AFC-8517-641C7694474A}" destId="{B954C49D-89E4-45A1-A69F-2EE93F9BAC89}" srcOrd="0" destOrd="0" presId="urn:microsoft.com/office/officeart/2018/2/layout/IconVerticalSolidList"/>
    <dgm:cxn modelId="{8D89F1EF-9A7A-437D-9E13-95926E7D04C1}" type="presOf" srcId="{4C517FD9-AB8C-4FFE-9B5B-BC2E16F62E09}" destId="{F41A1303-C670-4EDD-BBAC-94058FCC45DF}" srcOrd="0" destOrd="0" presId="urn:microsoft.com/office/officeart/2018/2/layout/IconVerticalSolidList"/>
    <dgm:cxn modelId="{D8A138D1-ED9A-4589-B0B0-189C71AFBEAC}" type="presParOf" srcId="{F41A1303-C670-4EDD-BBAC-94058FCC45DF}" destId="{E16EEE5D-94B5-4987-A7D6-1776DDD54DD5}" srcOrd="0" destOrd="0" presId="urn:microsoft.com/office/officeart/2018/2/layout/IconVerticalSolidList"/>
    <dgm:cxn modelId="{FE305585-11CF-4ACD-B258-C80D50470590}" type="presParOf" srcId="{E16EEE5D-94B5-4987-A7D6-1776DDD54DD5}" destId="{D8B909EE-1BD8-4EEA-A70B-BD2C35EDBCEE}" srcOrd="0" destOrd="0" presId="urn:microsoft.com/office/officeart/2018/2/layout/IconVerticalSolidList"/>
    <dgm:cxn modelId="{BE60335F-2DEA-4794-A9B2-E2FE83CC63B1}" type="presParOf" srcId="{E16EEE5D-94B5-4987-A7D6-1776DDD54DD5}" destId="{57B35C29-1568-4386-8949-2A57EB3A57BB}" srcOrd="1" destOrd="0" presId="urn:microsoft.com/office/officeart/2018/2/layout/IconVerticalSolidList"/>
    <dgm:cxn modelId="{7867D299-E095-421C-B158-2AE5B767736E}" type="presParOf" srcId="{E16EEE5D-94B5-4987-A7D6-1776DDD54DD5}" destId="{2F7F2106-4333-43F4-943A-D2DC02647111}" srcOrd="2" destOrd="0" presId="urn:microsoft.com/office/officeart/2018/2/layout/IconVerticalSolidList"/>
    <dgm:cxn modelId="{48FD7E43-4080-4A40-8659-3B00F02CD66B}" type="presParOf" srcId="{E16EEE5D-94B5-4987-A7D6-1776DDD54DD5}" destId="{B954C49D-89E4-45A1-A69F-2EE93F9BAC89}" srcOrd="3" destOrd="0" presId="urn:microsoft.com/office/officeart/2018/2/layout/IconVerticalSolidList"/>
    <dgm:cxn modelId="{DD88BB12-4372-4E5F-B682-3979CB7825CF}" type="presParOf" srcId="{F41A1303-C670-4EDD-BBAC-94058FCC45DF}" destId="{ABAC8ABA-EE9C-43F5-9B8B-4E48750270C8}" srcOrd="1" destOrd="0" presId="urn:microsoft.com/office/officeart/2018/2/layout/IconVerticalSolidList"/>
    <dgm:cxn modelId="{0EA566AD-F528-465D-8769-EB07FA9D72AC}" type="presParOf" srcId="{F41A1303-C670-4EDD-BBAC-94058FCC45DF}" destId="{3554C558-5A9D-4991-B980-DABC9F9EBA88}" srcOrd="2" destOrd="0" presId="urn:microsoft.com/office/officeart/2018/2/layout/IconVerticalSolidList"/>
    <dgm:cxn modelId="{BFB5D4FE-BF9F-4069-BE6A-7DAA78A5705F}" type="presParOf" srcId="{3554C558-5A9D-4991-B980-DABC9F9EBA88}" destId="{9CE56734-DF9E-4A9D-9AF6-99BC71337E48}" srcOrd="0" destOrd="0" presId="urn:microsoft.com/office/officeart/2018/2/layout/IconVerticalSolidList"/>
    <dgm:cxn modelId="{0CEB0468-EA7D-4BFC-B55A-F2C24895D4D6}" type="presParOf" srcId="{3554C558-5A9D-4991-B980-DABC9F9EBA88}" destId="{B7AB5884-7ECB-4D8B-9AD2-B096C566DFD4}" srcOrd="1" destOrd="0" presId="urn:microsoft.com/office/officeart/2018/2/layout/IconVerticalSolidList"/>
    <dgm:cxn modelId="{35BE8C12-822B-4AE2-BA90-B62626588198}" type="presParOf" srcId="{3554C558-5A9D-4991-B980-DABC9F9EBA88}" destId="{1F7EEEB8-9B89-4AF1-A46E-C2001F89CFA5}" srcOrd="2" destOrd="0" presId="urn:microsoft.com/office/officeart/2018/2/layout/IconVerticalSolidList"/>
    <dgm:cxn modelId="{CF9F759E-7729-4922-9CA6-775D858E2CBC}" type="presParOf" srcId="{3554C558-5A9D-4991-B980-DABC9F9EBA88}" destId="{7FBC2FCA-E663-4A6F-B3B4-750CE012FEA1}" srcOrd="3" destOrd="0" presId="urn:microsoft.com/office/officeart/2018/2/layout/IconVerticalSolidList"/>
    <dgm:cxn modelId="{64CB804A-3A67-4CBC-BFF9-C6A06A5FE0F4}" type="presParOf" srcId="{F41A1303-C670-4EDD-BBAC-94058FCC45DF}" destId="{2FE453D1-C3E5-41D9-8C11-0C104892CD35}" srcOrd="3" destOrd="0" presId="urn:microsoft.com/office/officeart/2018/2/layout/IconVerticalSolidList"/>
    <dgm:cxn modelId="{A5ED6D02-D9D1-4012-A611-675D8CEF59F3}" type="presParOf" srcId="{F41A1303-C670-4EDD-BBAC-94058FCC45DF}" destId="{41F9DC15-D7C8-4290-A802-8EB28F1FE985}" srcOrd="4" destOrd="0" presId="urn:microsoft.com/office/officeart/2018/2/layout/IconVerticalSolidList"/>
    <dgm:cxn modelId="{BF72A785-91CE-4AF4-9B15-FE8ECE5049C6}" type="presParOf" srcId="{41F9DC15-D7C8-4290-A802-8EB28F1FE985}" destId="{73C57F4B-6790-4F40-A1F4-7BD4BF8DC355}" srcOrd="0" destOrd="0" presId="urn:microsoft.com/office/officeart/2018/2/layout/IconVerticalSolidList"/>
    <dgm:cxn modelId="{B984D485-F6BF-435F-8C38-6155E3C776E5}" type="presParOf" srcId="{41F9DC15-D7C8-4290-A802-8EB28F1FE985}" destId="{13C0309C-2A0C-47FC-8962-19CD04C968AD}" srcOrd="1" destOrd="0" presId="urn:microsoft.com/office/officeart/2018/2/layout/IconVerticalSolidList"/>
    <dgm:cxn modelId="{C04E4730-30C6-4FB0-8C81-7E6A44F40F98}" type="presParOf" srcId="{41F9DC15-D7C8-4290-A802-8EB28F1FE985}" destId="{93C8265B-055D-4D9B-885B-85B82F05DEDD}" srcOrd="2" destOrd="0" presId="urn:microsoft.com/office/officeart/2018/2/layout/IconVerticalSolidList"/>
    <dgm:cxn modelId="{10A08A09-2B7C-41AC-92DF-25ABEB30204E}" type="presParOf" srcId="{41F9DC15-D7C8-4290-A802-8EB28F1FE985}" destId="{84C7F555-9A69-4035-9786-894250FEEA24}" srcOrd="3" destOrd="0" presId="urn:microsoft.com/office/officeart/2018/2/layout/IconVerticalSolidList"/>
    <dgm:cxn modelId="{8EAC54A6-01C9-4AAD-B154-4C2335483FB8}" type="presParOf" srcId="{F41A1303-C670-4EDD-BBAC-94058FCC45DF}" destId="{C43FEC22-415A-46CE-90DF-A6357397D8C8}" srcOrd="5" destOrd="0" presId="urn:microsoft.com/office/officeart/2018/2/layout/IconVerticalSolidList"/>
    <dgm:cxn modelId="{B20439B2-A0D0-4B67-92E7-1D5801985733}" type="presParOf" srcId="{F41A1303-C670-4EDD-BBAC-94058FCC45DF}" destId="{550CA3E2-E294-446C-84DC-C632A929A1EC}" srcOrd="6" destOrd="0" presId="urn:microsoft.com/office/officeart/2018/2/layout/IconVerticalSolidList"/>
    <dgm:cxn modelId="{CFDD6A6F-B6F0-4863-9799-965CF9EE7AB3}" type="presParOf" srcId="{550CA3E2-E294-446C-84DC-C632A929A1EC}" destId="{FB70ADD5-5E55-4E0A-A346-A37A9CA9F6B8}" srcOrd="0" destOrd="0" presId="urn:microsoft.com/office/officeart/2018/2/layout/IconVerticalSolidList"/>
    <dgm:cxn modelId="{929E1C10-AEF4-4D77-B4AE-538EF4D1EA74}" type="presParOf" srcId="{550CA3E2-E294-446C-84DC-C632A929A1EC}" destId="{87654F57-D738-40D5-8CE3-61760F8B1792}" srcOrd="1" destOrd="0" presId="urn:microsoft.com/office/officeart/2018/2/layout/IconVerticalSolidList"/>
    <dgm:cxn modelId="{8BFBEAC7-4D18-423C-8633-04E23A7DD2B4}" type="presParOf" srcId="{550CA3E2-E294-446C-84DC-C632A929A1EC}" destId="{5376C61B-9C39-4A2F-A53F-40D4A9D163C1}" srcOrd="2" destOrd="0" presId="urn:microsoft.com/office/officeart/2018/2/layout/IconVerticalSolidList"/>
    <dgm:cxn modelId="{5AE6C7B4-7475-4E80-814C-8F4483230DE0}" type="presParOf" srcId="{550CA3E2-E294-446C-84DC-C632A929A1EC}" destId="{E9B849C3-0AD6-4B9D-9128-EA7C605E1A3D}" srcOrd="3" destOrd="0" presId="urn:microsoft.com/office/officeart/2018/2/layout/IconVerticalSolidList"/>
    <dgm:cxn modelId="{5093F4C4-01D7-4655-86C0-8BE886AEE5F3}" type="presParOf" srcId="{F41A1303-C670-4EDD-BBAC-94058FCC45DF}" destId="{2C10F86B-E093-41E7-9B28-3EB3D90E3747}" srcOrd="7" destOrd="0" presId="urn:microsoft.com/office/officeart/2018/2/layout/IconVerticalSolidList"/>
    <dgm:cxn modelId="{5F724018-A46B-4451-869D-CDEF7B12D2F7}" type="presParOf" srcId="{F41A1303-C670-4EDD-BBAC-94058FCC45DF}" destId="{EA076C47-F174-489B-AD54-F7CB75B4F032}" srcOrd="8" destOrd="0" presId="urn:microsoft.com/office/officeart/2018/2/layout/IconVerticalSolidList"/>
    <dgm:cxn modelId="{CD3A89F4-52F2-4AF2-94BB-88374F554C6F}" type="presParOf" srcId="{EA076C47-F174-489B-AD54-F7CB75B4F032}" destId="{4EB66E87-FE44-491B-9A7B-13AD28F2CF1B}" srcOrd="0" destOrd="0" presId="urn:microsoft.com/office/officeart/2018/2/layout/IconVerticalSolidList"/>
    <dgm:cxn modelId="{3C4B9A2D-8F7C-409A-BC2E-9FBEB8C8F5DB}" type="presParOf" srcId="{EA076C47-F174-489B-AD54-F7CB75B4F032}" destId="{5491930D-2453-4C95-A24F-EB4882309CD9}" srcOrd="1" destOrd="0" presId="urn:microsoft.com/office/officeart/2018/2/layout/IconVerticalSolidList"/>
    <dgm:cxn modelId="{8DD22D1F-E287-4FF6-ABE3-D5B7F8D02F1C}" type="presParOf" srcId="{EA076C47-F174-489B-AD54-F7CB75B4F032}" destId="{54EE9B0D-120B-4CC5-B65B-DBB2FA82D632}" srcOrd="2" destOrd="0" presId="urn:microsoft.com/office/officeart/2018/2/layout/IconVerticalSolidList"/>
    <dgm:cxn modelId="{36624DAC-E1F3-445C-AF03-0490B238792A}" type="presParOf" srcId="{EA076C47-F174-489B-AD54-F7CB75B4F032}" destId="{56AA7D81-5F14-497C-A9B3-DAC385070F8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CB0DDA-582F-4C8F-9F8E-84819ECC2558}" type="doc">
      <dgm:prSet loTypeId="urn:microsoft.com/office/officeart/2016/7/layout/LinearArrowProcessNumbered" loCatId="process" qsTypeId="urn:microsoft.com/office/officeart/2005/8/quickstyle/simple1#11" qsCatId="simple" csTypeId="urn:microsoft.com/office/officeart/2005/8/colors/colorful5#3" csCatId="colorful"/>
      <dgm:spPr/>
      <dgm:t>
        <a:bodyPr/>
        <a:lstStyle/>
        <a:p>
          <a:endParaRPr lang="en-US"/>
        </a:p>
      </dgm:t>
    </dgm:pt>
    <dgm:pt modelId="{9A6A5561-F0B7-492A-8F3E-9752C68FBD26}">
      <dgm:prSet/>
      <dgm:spPr/>
      <dgm:t>
        <a:bodyPr/>
        <a:lstStyle/>
        <a:p>
          <a:r>
            <a:rPr lang="en-US"/>
            <a:t>AUTOMATED COMPARISION             </a:t>
          </a:r>
          <a:br>
            <a:rPr lang="en-US"/>
          </a:br>
          <a:r>
            <a:rPr lang="en-US" b="1"/>
            <a:t>Standard test case                     What it confirms                                                                                                   Evidence on child link  </a:t>
          </a:r>
          <a:endParaRPr lang="en-US"/>
        </a:p>
      </dgm:t>
    </dgm:pt>
    <dgm:pt modelId="{23B01A83-5363-4B3D-9860-D6942C1095D1}" type="parTrans" cxnId="{35879C78-154A-421A-B474-DD2294F2F4DE}">
      <dgm:prSet/>
      <dgm:spPr/>
      <dgm:t>
        <a:bodyPr/>
        <a:lstStyle/>
        <a:p>
          <a:endParaRPr lang="en-US"/>
        </a:p>
      </dgm:t>
    </dgm:pt>
    <dgm:pt modelId="{2B0E0741-555B-45F1-BA03-23E14CC0D81A}" type="sibTrans" cxnId="{35879C78-154A-421A-B474-DD2294F2F4D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01645302-CCB0-4049-B123-FA5460511DF8}">
      <dgm:prSet/>
      <dgm:spPr/>
      <dgm:t>
        <a:bodyPr/>
        <a:lstStyle/>
        <a:p>
          <a:r>
            <a:rPr lang="en-US"/>
            <a:t>ADF ran successfully                  Pipeline executed and completed without failure                                  Screenshot + notebook cell</a:t>
          </a:r>
        </a:p>
      </dgm:t>
    </dgm:pt>
    <dgm:pt modelId="{15504FA8-DE70-4669-8742-808B22721D16}" type="parTrans" cxnId="{FC4D7B76-99A8-4795-B6C8-02B9566F3320}">
      <dgm:prSet/>
      <dgm:spPr/>
      <dgm:t>
        <a:bodyPr/>
        <a:lstStyle/>
        <a:p>
          <a:endParaRPr lang="en-US"/>
        </a:p>
      </dgm:t>
    </dgm:pt>
    <dgm:pt modelId="{2E8910A7-6BEC-4B43-A847-C46341B8C35E}" type="sibTrans" cxnId="{FC4D7B76-99A8-4795-B6C8-02B9566F332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0203F528-2B42-4B67-8B4C-4B4B180C6AD3}">
      <dgm:prSet/>
      <dgm:spPr/>
      <dgm:t>
        <a:bodyPr/>
        <a:lstStyle/>
        <a:p>
          <a:r>
            <a:rPr lang="en-US"/>
            <a:t>Count check                                    Source count vs target count reconcile                                                      Screenshot + notebook cell</a:t>
          </a:r>
        </a:p>
      </dgm:t>
    </dgm:pt>
    <dgm:pt modelId="{6789D609-0726-4C1A-BBB9-354DDBB03AF7}" type="parTrans" cxnId="{F194F3F3-459B-4F06-9567-E94AEB8480D1}">
      <dgm:prSet/>
      <dgm:spPr/>
      <dgm:t>
        <a:bodyPr/>
        <a:lstStyle/>
        <a:p>
          <a:endParaRPr lang="en-US"/>
        </a:p>
      </dgm:t>
    </dgm:pt>
    <dgm:pt modelId="{459E4CAE-6292-4C4D-B9F9-2DA8B5933A33}" type="sibTrans" cxnId="{F194F3F3-459B-4F06-9567-E94AEB8480D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02319D8E-7CB5-4C98-80D7-4C93015F61B3}">
      <dgm:prSet/>
      <dgm:spPr/>
      <dgm:t>
        <a:bodyPr/>
        <a:lstStyle/>
        <a:p>
          <a:r>
            <a:rPr lang="en-US"/>
            <a:t>Data check                                      Row-level values match between source and target                             Screenshot + notebook cell</a:t>
          </a:r>
        </a:p>
      </dgm:t>
    </dgm:pt>
    <dgm:pt modelId="{A0BBF7E1-9E16-4CFB-A58F-2A08EA21C1A9}" type="parTrans" cxnId="{4B50269F-E5C2-4B7F-9A31-79C17E6A545E}">
      <dgm:prSet/>
      <dgm:spPr/>
      <dgm:t>
        <a:bodyPr/>
        <a:lstStyle/>
        <a:p>
          <a:endParaRPr lang="en-US"/>
        </a:p>
      </dgm:t>
    </dgm:pt>
    <dgm:pt modelId="{8597EE04-B659-4E96-B7D9-7F59B316A841}" type="sibTrans" cxnId="{4B50269F-E5C2-4B7F-9A31-79C17E6A545E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57FD84C3-2C7F-4001-B02C-6560D8D0678C}">
      <dgm:prSet/>
      <dgm:spPr/>
      <dgm:t>
        <a:bodyPr/>
        <a:lstStyle/>
        <a:p>
          <a:r>
            <a:rPr lang="en-US"/>
            <a:t>Downstream  check                    Dependent / downstream jobs received correct data                           Screenshot + notebook cell</a:t>
          </a:r>
        </a:p>
      </dgm:t>
    </dgm:pt>
    <dgm:pt modelId="{174BB006-C7CD-4D37-9D13-DA0D77496406}" type="parTrans" cxnId="{5E1E583A-E181-4DF1-ADB3-78E00295D97C}">
      <dgm:prSet/>
      <dgm:spPr/>
      <dgm:t>
        <a:bodyPr/>
        <a:lstStyle/>
        <a:p>
          <a:endParaRPr lang="en-US"/>
        </a:p>
      </dgm:t>
    </dgm:pt>
    <dgm:pt modelId="{6F078C00-ECF8-4A7C-8DAB-956AF4847F40}" type="sibTrans" cxnId="{5E1E583A-E181-4DF1-ADB3-78E00295D97C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506928DF-B3D2-4BEC-B7E2-EC0C66FC0FCF}">
      <dgm:prSet/>
      <dgm:spPr/>
      <dgm:t>
        <a:bodyPr/>
        <a:lstStyle/>
        <a:p>
          <a:r>
            <a:rPr lang="en-US"/>
            <a:t>Duplicate check                            No unexpected duplicate keys in target                                                      Screenshot + notebook cell</a:t>
          </a:r>
        </a:p>
      </dgm:t>
    </dgm:pt>
    <dgm:pt modelId="{9A04AA0D-F6F0-45D0-9EC9-F0167E8B2F96}" type="parTrans" cxnId="{9AFA6B78-CC7D-49C1-999B-6936FE9F7532}">
      <dgm:prSet/>
      <dgm:spPr/>
      <dgm:t>
        <a:bodyPr/>
        <a:lstStyle/>
        <a:p>
          <a:endParaRPr lang="en-US"/>
        </a:p>
      </dgm:t>
    </dgm:pt>
    <dgm:pt modelId="{A6B7D2AA-A612-43C1-BCB7-2CFDF2685CCD}" type="sibTrans" cxnId="{9AFA6B78-CC7D-49C1-999B-6936FE9F7532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BDC4C481-BB2C-4066-9C30-907304E50B77}">
      <dgm:prSet/>
      <dgm:spPr/>
      <dgm:t>
        <a:bodyPr/>
        <a:lstStyle/>
        <a:p>
          <a:r>
            <a:rPr lang="en-US"/>
            <a:t>Incremental check                       Incremental load picked up only the expected delta                            Screenshot + notebook cell </a:t>
          </a:r>
        </a:p>
      </dgm:t>
    </dgm:pt>
    <dgm:pt modelId="{5EE3B13B-0520-488A-AF91-AF3DD6A1DEEC}" type="parTrans" cxnId="{272B5AF3-56E6-42EA-8F72-FE2348EDB31F}">
      <dgm:prSet/>
      <dgm:spPr/>
      <dgm:t>
        <a:bodyPr/>
        <a:lstStyle/>
        <a:p>
          <a:endParaRPr lang="en-US"/>
        </a:p>
      </dgm:t>
    </dgm:pt>
    <dgm:pt modelId="{719D2C9B-6986-43BF-8AC0-FDAC64DE484F}" type="sibTrans" cxnId="{272B5AF3-56E6-42EA-8F72-FE2348EDB31F}">
      <dgm:prSet phldrT="7" phldr="0"/>
      <dgm:spPr/>
      <dgm:t>
        <a:bodyPr/>
        <a:lstStyle/>
        <a:p>
          <a:r>
            <a:rPr lang="en-US"/>
            <a:t>7</a:t>
          </a:r>
        </a:p>
      </dgm:t>
    </dgm:pt>
    <dgm:pt modelId="{165F8DB4-6E75-4B23-823B-CFC2BC1568B2}">
      <dgm:prSet/>
      <dgm:spPr/>
      <dgm:t>
        <a:bodyPr/>
        <a:lstStyle/>
        <a:p>
          <a:r>
            <a:rPr lang="en-US"/>
            <a:t>Schema check                              Target  schema matches TTSM – columns, types, nullability             Screenshot + notebook cell      </a:t>
          </a:r>
        </a:p>
      </dgm:t>
    </dgm:pt>
    <dgm:pt modelId="{342B262F-8E0C-4B2D-B3C4-073FED6290C0}" type="parTrans" cxnId="{4B3095C5-72B5-4044-BE65-0BB22D734AD9}">
      <dgm:prSet/>
      <dgm:spPr/>
      <dgm:t>
        <a:bodyPr/>
        <a:lstStyle/>
        <a:p>
          <a:endParaRPr lang="en-US"/>
        </a:p>
      </dgm:t>
    </dgm:pt>
    <dgm:pt modelId="{CEEF36C5-CFC1-49E0-BA2F-A0AA431AADB6}" type="sibTrans" cxnId="{4B3095C5-72B5-4044-BE65-0BB22D734AD9}">
      <dgm:prSet phldrT="8" phldr="0"/>
      <dgm:spPr/>
      <dgm:t>
        <a:bodyPr/>
        <a:lstStyle/>
        <a:p>
          <a:r>
            <a:rPr lang="en-US"/>
            <a:t>8</a:t>
          </a:r>
        </a:p>
      </dgm:t>
    </dgm:pt>
    <dgm:pt modelId="{AF88D167-0099-46BE-B6BA-66CD4CB6760C}" type="pres">
      <dgm:prSet presAssocID="{76CB0DDA-582F-4C8F-9F8E-84819ECC2558}" presName="linearFlow" presStyleCnt="0">
        <dgm:presLayoutVars>
          <dgm:dir/>
          <dgm:animLvl val="lvl"/>
          <dgm:resizeHandles val="exact"/>
        </dgm:presLayoutVars>
      </dgm:prSet>
      <dgm:spPr/>
    </dgm:pt>
    <dgm:pt modelId="{2CF73852-0684-431B-B8B3-F9F26C2E1071}" type="pres">
      <dgm:prSet presAssocID="{9A6A5561-F0B7-492A-8F3E-9752C68FBD26}" presName="compositeNode" presStyleCnt="0"/>
      <dgm:spPr/>
    </dgm:pt>
    <dgm:pt modelId="{24806E57-0E41-4D87-9578-B810EB98DE59}" type="pres">
      <dgm:prSet presAssocID="{9A6A5561-F0B7-492A-8F3E-9752C68FBD2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8778503-4976-4C4E-9D06-BF4342F7A9F3}" type="pres">
      <dgm:prSet presAssocID="{9A6A5561-F0B7-492A-8F3E-9752C68FBD26}" presName="parSh" presStyleCnt="0"/>
      <dgm:spPr/>
    </dgm:pt>
    <dgm:pt modelId="{15689342-8688-4D9F-B8F5-565861BC90AB}" type="pres">
      <dgm:prSet presAssocID="{9A6A5561-F0B7-492A-8F3E-9752C68FBD26}" presName="lineNode" presStyleLbl="alignAccFollowNode1" presStyleIdx="0" presStyleCnt="24"/>
      <dgm:spPr/>
    </dgm:pt>
    <dgm:pt modelId="{CE901283-0611-4FA8-8E9E-2D2B206DF56D}" type="pres">
      <dgm:prSet presAssocID="{9A6A5561-F0B7-492A-8F3E-9752C68FBD26}" presName="lineArrowNode" presStyleLbl="alignAccFollowNode1" presStyleIdx="1" presStyleCnt="24"/>
      <dgm:spPr/>
    </dgm:pt>
    <dgm:pt modelId="{F47DBCC7-FEF6-4061-B7E5-9364BF1ACAF4}" type="pres">
      <dgm:prSet presAssocID="{2B0E0741-555B-45F1-BA03-23E14CC0D81A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36D863A4-E6B6-414E-8DA2-B4B1A13AC2EC}" type="pres">
      <dgm:prSet presAssocID="{2B0E0741-555B-45F1-BA03-23E14CC0D81A}" presName="spacerBetweenCircleAndCallout" presStyleCnt="0">
        <dgm:presLayoutVars/>
      </dgm:prSet>
      <dgm:spPr/>
    </dgm:pt>
    <dgm:pt modelId="{F1F5B4F7-A57D-4A90-ACE9-9CE3EA71CB58}" type="pres">
      <dgm:prSet presAssocID="{9A6A5561-F0B7-492A-8F3E-9752C68FBD26}" presName="nodeText" presStyleLbl="alignAccFollowNode1" presStyleIdx="2" presStyleCnt="24">
        <dgm:presLayoutVars>
          <dgm:bulletEnabled val="1"/>
        </dgm:presLayoutVars>
      </dgm:prSet>
      <dgm:spPr/>
    </dgm:pt>
    <dgm:pt modelId="{95EAB11E-49D4-4358-A9BC-6D988015A43F}" type="pres">
      <dgm:prSet presAssocID="{2B0E0741-555B-45F1-BA03-23E14CC0D81A}" presName="sibTransComposite" presStyleCnt="0"/>
      <dgm:spPr/>
    </dgm:pt>
    <dgm:pt modelId="{FAC76512-F7BD-405B-9E96-DD4AE38EAB87}" type="pres">
      <dgm:prSet presAssocID="{01645302-CCB0-4049-B123-FA5460511DF8}" presName="compositeNode" presStyleCnt="0"/>
      <dgm:spPr/>
    </dgm:pt>
    <dgm:pt modelId="{32E1FFBF-3629-46F0-AC38-88184E6FA49F}" type="pres">
      <dgm:prSet presAssocID="{01645302-CCB0-4049-B123-FA5460511DF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BD2E894-71B3-4086-A143-942D21FFDC26}" type="pres">
      <dgm:prSet presAssocID="{01645302-CCB0-4049-B123-FA5460511DF8}" presName="parSh" presStyleCnt="0"/>
      <dgm:spPr/>
    </dgm:pt>
    <dgm:pt modelId="{827E57D9-953B-42D8-8074-F719B1B236E9}" type="pres">
      <dgm:prSet presAssocID="{01645302-CCB0-4049-B123-FA5460511DF8}" presName="lineNode" presStyleLbl="alignAccFollowNode1" presStyleIdx="3" presStyleCnt="24"/>
      <dgm:spPr/>
    </dgm:pt>
    <dgm:pt modelId="{9F31AF72-3E5E-45A7-A5A6-C2E24F1B6A34}" type="pres">
      <dgm:prSet presAssocID="{01645302-CCB0-4049-B123-FA5460511DF8}" presName="lineArrowNode" presStyleLbl="alignAccFollowNode1" presStyleIdx="4" presStyleCnt="24"/>
      <dgm:spPr/>
    </dgm:pt>
    <dgm:pt modelId="{D6D3A1D8-E80B-496B-8FA9-E889A2A32987}" type="pres">
      <dgm:prSet presAssocID="{2E8910A7-6BEC-4B43-A847-C46341B8C35E}" presName="sibTransNodeCircle" presStyleLbl="alignNode1" presStyleIdx="1" presStyleCnt="8">
        <dgm:presLayoutVars>
          <dgm:chMax val="0"/>
          <dgm:bulletEnabled/>
        </dgm:presLayoutVars>
      </dgm:prSet>
      <dgm:spPr/>
    </dgm:pt>
    <dgm:pt modelId="{86C8449D-883E-4DEE-9D96-278D1A8D78DA}" type="pres">
      <dgm:prSet presAssocID="{2E8910A7-6BEC-4B43-A847-C46341B8C35E}" presName="spacerBetweenCircleAndCallout" presStyleCnt="0">
        <dgm:presLayoutVars/>
      </dgm:prSet>
      <dgm:spPr/>
    </dgm:pt>
    <dgm:pt modelId="{4369892C-2E26-4FE2-8055-75F4E9DD9413}" type="pres">
      <dgm:prSet presAssocID="{01645302-CCB0-4049-B123-FA5460511DF8}" presName="nodeText" presStyleLbl="alignAccFollowNode1" presStyleIdx="5" presStyleCnt="24">
        <dgm:presLayoutVars>
          <dgm:bulletEnabled val="1"/>
        </dgm:presLayoutVars>
      </dgm:prSet>
      <dgm:spPr/>
    </dgm:pt>
    <dgm:pt modelId="{3AF19BED-1AD6-48EA-A839-5C5F170E00CB}" type="pres">
      <dgm:prSet presAssocID="{2E8910A7-6BEC-4B43-A847-C46341B8C35E}" presName="sibTransComposite" presStyleCnt="0"/>
      <dgm:spPr/>
    </dgm:pt>
    <dgm:pt modelId="{1A268AF3-5C37-4FE7-9CC9-525BC453F33C}" type="pres">
      <dgm:prSet presAssocID="{0203F528-2B42-4B67-8B4C-4B4B180C6AD3}" presName="compositeNode" presStyleCnt="0"/>
      <dgm:spPr/>
    </dgm:pt>
    <dgm:pt modelId="{4BB4B4B4-159C-46A2-BCF4-08FE9956D13F}" type="pres">
      <dgm:prSet presAssocID="{0203F528-2B42-4B67-8B4C-4B4B180C6AD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9ED0AD5-62C6-46AD-9A21-8C7ED4BA4940}" type="pres">
      <dgm:prSet presAssocID="{0203F528-2B42-4B67-8B4C-4B4B180C6AD3}" presName="parSh" presStyleCnt="0"/>
      <dgm:spPr/>
    </dgm:pt>
    <dgm:pt modelId="{7FDDD0E9-8954-45F8-9158-D9B01598639A}" type="pres">
      <dgm:prSet presAssocID="{0203F528-2B42-4B67-8B4C-4B4B180C6AD3}" presName="lineNode" presStyleLbl="alignAccFollowNode1" presStyleIdx="6" presStyleCnt="24"/>
      <dgm:spPr/>
    </dgm:pt>
    <dgm:pt modelId="{C93A02BF-8C47-4533-8C84-15032FA4F5B5}" type="pres">
      <dgm:prSet presAssocID="{0203F528-2B42-4B67-8B4C-4B4B180C6AD3}" presName="lineArrowNode" presStyleLbl="alignAccFollowNode1" presStyleIdx="7" presStyleCnt="24"/>
      <dgm:spPr/>
    </dgm:pt>
    <dgm:pt modelId="{2C47418C-5EB8-4F39-ACFE-BE2BDC961209}" type="pres">
      <dgm:prSet presAssocID="{459E4CAE-6292-4C4D-B9F9-2DA8B5933A33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5179F0DC-C194-4D5F-B27E-2AAB25AB51B3}" type="pres">
      <dgm:prSet presAssocID="{459E4CAE-6292-4C4D-B9F9-2DA8B5933A33}" presName="spacerBetweenCircleAndCallout" presStyleCnt="0">
        <dgm:presLayoutVars/>
      </dgm:prSet>
      <dgm:spPr/>
    </dgm:pt>
    <dgm:pt modelId="{3839E15B-6F4D-4052-9F6A-FFAA3E52732C}" type="pres">
      <dgm:prSet presAssocID="{0203F528-2B42-4B67-8B4C-4B4B180C6AD3}" presName="nodeText" presStyleLbl="alignAccFollowNode1" presStyleIdx="8" presStyleCnt="24">
        <dgm:presLayoutVars>
          <dgm:bulletEnabled val="1"/>
        </dgm:presLayoutVars>
      </dgm:prSet>
      <dgm:spPr/>
    </dgm:pt>
    <dgm:pt modelId="{416D8F76-6402-4ECB-A93D-6D2A110C691E}" type="pres">
      <dgm:prSet presAssocID="{459E4CAE-6292-4C4D-B9F9-2DA8B5933A33}" presName="sibTransComposite" presStyleCnt="0"/>
      <dgm:spPr/>
    </dgm:pt>
    <dgm:pt modelId="{AEA77186-F28E-41CD-BA45-FCAF01FD8748}" type="pres">
      <dgm:prSet presAssocID="{02319D8E-7CB5-4C98-80D7-4C93015F61B3}" presName="compositeNode" presStyleCnt="0"/>
      <dgm:spPr/>
    </dgm:pt>
    <dgm:pt modelId="{FF0DFA7E-6585-41E5-BE80-CEB1212C7B29}" type="pres">
      <dgm:prSet presAssocID="{02319D8E-7CB5-4C98-80D7-4C93015F61B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F63D6E9-6714-484E-B916-864158F334BE}" type="pres">
      <dgm:prSet presAssocID="{02319D8E-7CB5-4C98-80D7-4C93015F61B3}" presName="parSh" presStyleCnt="0"/>
      <dgm:spPr/>
    </dgm:pt>
    <dgm:pt modelId="{C10DAB7E-9A62-4ED8-A4D4-19D90F450FBC}" type="pres">
      <dgm:prSet presAssocID="{02319D8E-7CB5-4C98-80D7-4C93015F61B3}" presName="lineNode" presStyleLbl="alignAccFollowNode1" presStyleIdx="9" presStyleCnt="24"/>
      <dgm:spPr/>
    </dgm:pt>
    <dgm:pt modelId="{4BD8AF08-0F94-4BB4-8621-05B87F49E82C}" type="pres">
      <dgm:prSet presAssocID="{02319D8E-7CB5-4C98-80D7-4C93015F61B3}" presName="lineArrowNode" presStyleLbl="alignAccFollowNode1" presStyleIdx="10" presStyleCnt="24"/>
      <dgm:spPr/>
    </dgm:pt>
    <dgm:pt modelId="{6269E919-0733-4344-9138-BF615387050A}" type="pres">
      <dgm:prSet presAssocID="{8597EE04-B659-4E96-B7D9-7F59B316A841}" presName="sibTransNodeCircle" presStyleLbl="alignNode1" presStyleIdx="3" presStyleCnt="8">
        <dgm:presLayoutVars>
          <dgm:chMax val="0"/>
          <dgm:bulletEnabled/>
        </dgm:presLayoutVars>
      </dgm:prSet>
      <dgm:spPr/>
    </dgm:pt>
    <dgm:pt modelId="{9CF3679E-062A-4C7A-B5C8-1951E3D87327}" type="pres">
      <dgm:prSet presAssocID="{8597EE04-B659-4E96-B7D9-7F59B316A841}" presName="spacerBetweenCircleAndCallout" presStyleCnt="0">
        <dgm:presLayoutVars/>
      </dgm:prSet>
      <dgm:spPr/>
    </dgm:pt>
    <dgm:pt modelId="{94F22C65-0169-4A35-A670-947EC0E63A39}" type="pres">
      <dgm:prSet presAssocID="{02319D8E-7CB5-4C98-80D7-4C93015F61B3}" presName="nodeText" presStyleLbl="alignAccFollowNode1" presStyleIdx="11" presStyleCnt="24">
        <dgm:presLayoutVars>
          <dgm:bulletEnabled val="1"/>
        </dgm:presLayoutVars>
      </dgm:prSet>
      <dgm:spPr/>
    </dgm:pt>
    <dgm:pt modelId="{7765C54F-D0B3-4EE3-99D7-BC480519E781}" type="pres">
      <dgm:prSet presAssocID="{8597EE04-B659-4E96-B7D9-7F59B316A841}" presName="sibTransComposite" presStyleCnt="0"/>
      <dgm:spPr/>
    </dgm:pt>
    <dgm:pt modelId="{55D85A09-9CC8-4E08-A809-141A9D2917B4}" type="pres">
      <dgm:prSet presAssocID="{57FD84C3-2C7F-4001-B02C-6560D8D0678C}" presName="compositeNode" presStyleCnt="0"/>
      <dgm:spPr/>
    </dgm:pt>
    <dgm:pt modelId="{CA0E0942-4443-41CD-A667-80E21D64EE85}" type="pres">
      <dgm:prSet presAssocID="{57FD84C3-2C7F-4001-B02C-6560D8D0678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D16E19E-7A3B-49EE-84D5-7843FE4ECB66}" type="pres">
      <dgm:prSet presAssocID="{57FD84C3-2C7F-4001-B02C-6560D8D0678C}" presName="parSh" presStyleCnt="0"/>
      <dgm:spPr/>
    </dgm:pt>
    <dgm:pt modelId="{1CF092E3-FDD1-4679-A9F9-29C9E12117B1}" type="pres">
      <dgm:prSet presAssocID="{57FD84C3-2C7F-4001-B02C-6560D8D0678C}" presName="lineNode" presStyleLbl="alignAccFollowNode1" presStyleIdx="12" presStyleCnt="24"/>
      <dgm:spPr/>
    </dgm:pt>
    <dgm:pt modelId="{4F75192E-D893-49C0-B3AD-9A12FCEAFFA9}" type="pres">
      <dgm:prSet presAssocID="{57FD84C3-2C7F-4001-B02C-6560D8D0678C}" presName="lineArrowNode" presStyleLbl="alignAccFollowNode1" presStyleIdx="13" presStyleCnt="24"/>
      <dgm:spPr/>
    </dgm:pt>
    <dgm:pt modelId="{56DBF641-83D6-429B-A70C-4C3917F19C6F}" type="pres">
      <dgm:prSet presAssocID="{6F078C00-ECF8-4A7C-8DAB-956AF4847F40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E7E79931-F927-4ABA-809A-377D627206C1}" type="pres">
      <dgm:prSet presAssocID="{6F078C00-ECF8-4A7C-8DAB-956AF4847F40}" presName="spacerBetweenCircleAndCallout" presStyleCnt="0">
        <dgm:presLayoutVars/>
      </dgm:prSet>
      <dgm:spPr/>
    </dgm:pt>
    <dgm:pt modelId="{6DC57280-E4FA-4357-A0BE-C6E1DD49A3BF}" type="pres">
      <dgm:prSet presAssocID="{57FD84C3-2C7F-4001-B02C-6560D8D0678C}" presName="nodeText" presStyleLbl="alignAccFollowNode1" presStyleIdx="14" presStyleCnt="24">
        <dgm:presLayoutVars>
          <dgm:bulletEnabled val="1"/>
        </dgm:presLayoutVars>
      </dgm:prSet>
      <dgm:spPr/>
    </dgm:pt>
    <dgm:pt modelId="{73565A8D-74EB-4B19-A1BC-126046AECAC7}" type="pres">
      <dgm:prSet presAssocID="{6F078C00-ECF8-4A7C-8DAB-956AF4847F40}" presName="sibTransComposite" presStyleCnt="0"/>
      <dgm:spPr/>
    </dgm:pt>
    <dgm:pt modelId="{CD8CABD4-EB45-4D29-9424-0F06420F666C}" type="pres">
      <dgm:prSet presAssocID="{506928DF-B3D2-4BEC-B7E2-EC0C66FC0FCF}" presName="compositeNode" presStyleCnt="0"/>
      <dgm:spPr/>
    </dgm:pt>
    <dgm:pt modelId="{012E9F86-AF89-46B6-8A94-E009778F6748}" type="pres">
      <dgm:prSet presAssocID="{506928DF-B3D2-4BEC-B7E2-EC0C66FC0FC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DFF7A90-EB26-49E7-85CF-9765CED16F18}" type="pres">
      <dgm:prSet presAssocID="{506928DF-B3D2-4BEC-B7E2-EC0C66FC0FCF}" presName="parSh" presStyleCnt="0"/>
      <dgm:spPr/>
    </dgm:pt>
    <dgm:pt modelId="{AA84FA7E-B48E-4DBF-BC89-90C7627D551B}" type="pres">
      <dgm:prSet presAssocID="{506928DF-B3D2-4BEC-B7E2-EC0C66FC0FCF}" presName="lineNode" presStyleLbl="alignAccFollowNode1" presStyleIdx="15" presStyleCnt="24"/>
      <dgm:spPr/>
    </dgm:pt>
    <dgm:pt modelId="{02945AE0-5BAE-42ED-905A-E95B9B54D72C}" type="pres">
      <dgm:prSet presAssocID="{506928DF-B3D2-4BEC-B7E2-EC0C66FC0FCF}" presName="lineArrowNode" presStyleLbl="alignAccFollowNode1" presStyleIdx="16" presStyleCnt="24"/>
      <dgm:spPr/>
    </dgm:pt>
    <dgm:pt modelId="{B6C1C074-2773-46E9-82E8-DCA34163A7A6}" type="pres">
      <dgm:prSet presAssocID="{A6B7D2AA-A612-43C1-BCB7-2CFDF2685CCD}" presName="sibTransNodeCircle" presStyleLbl="alignNode1" presStyleIdx="5" presStyleCnt="8">
        <dgm:presLayoutVars>
          <dgm:chMax val="0"/>
          <dgm:bulletEnabled/>
        </dgm:presLayoutVars>
      </dgm:prSet>
      <dgm:spPr/>
    </dgm:pt>
    <dgm:pt modelId="{C7695784-0DC2-46E4-B79E-5E4C2F7FDC45}" type="pres">
      <dgm:prSet presAssocID="{A6B7D2AA-A612-43C1-BCB7-2CFDF2685CCD}" presName="spacerBetweenCircleAndCallout" presStyleCnt="0">
        <dgm:presLayoutVars/>
      </dgm:prSet>
      <dgm:spPr/>
    </dgm:pt>
    <dgm:pt modelId="{86DF6475-4AB4-4AAC-AE92-7F83CC8F1F48}" type="pres">
      <dgm:prSet presAssocID="{506928DF-B3D2-4BEC-B7E2-EC0C66FC0FCF}" presName="nodeText" presStyleLbl="alignAccFollowNode1" presStyleIdx="17" presStyleCnt="24">
        <dgm:presLayoutVars>
          <dgm:bulletEnabled val="1"/>
        </dgm:presLayoutVars>
      </dgm:prSet>
      <dgm:spPr/>
    </dgm:pt>
    <dgm:pt modelId="{BE809FE0-F108-4795-B782-2C139EC1CA87}" type="pres">
      <dgm:prSet presAssocID="{A6B7D2AA-A612-43C1-BCB7-2CFDF2685CCD}" presName="sibTransComposite" presStyleCnt="0"/>
      <dgm:spPr/>
    </dgm:pt>
    <dgm:pt modelId="{4343B1DC-CA45-4057-9827-BF24A596C49C}" type="pres">
      <dgm:prSet presAssocID="{BDC4C481-BB2C-4066-9C30-907304E50B77}" presName="compositeNode" presStyleCnt="0"/>
      <dgm:spPr/>
    </dgm:pt>
    <dgm:pt modelId="{5FCC8501-16E6-41CB-BA11-DB2EC45A8E9E}" type="pres">
      <dgm:prSet presAssocID="{BDC4C481-BB2C-4066-9C30-907304E50B7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71F2691-5A53-4C67-B721-2D532A78AE5A}" type="pres">
      <dgm:prSet presAssocID="{BDC4C481-BB2C-4066-9C30-907304E50B77}" presName="parSh" presStyleCnt="0"/>
      <dgm:spPr/>
    </dgm:pt>
    <dgm:pt modelId="{E6ACC187-D854-493D-BB02-3BA94813E2EA}" type="pres">
      <dgm:prSet presAssocID="{BDC4C481-BB2C-4066-9C30-907304E50B77}" presName="lineNode" presStyleLbl="alignAccFollowNode1" presStyleIdx="18" presStyleCnt="24"/>
      <dgm:spPr/>
    </dgm:pt>
    <dgm:pt modelId="{F811D1EA-8B0C-453E-9C80-1A317EA53CB1}" type="pres">
      <dgm:prSet presAssocID="{BDC4C481-BB2C-4066-9C30-907304E50B77}" presName="lineArrowNode" presStyleLbl="alignAccFollowNode1" presStyleIdx="19" presStyleCnt="24"/>
      <dgm:spPr/>
    </dgm:pt>
    <dgm:pt modelId="{658FFBC6-5782-4AB5-8BA4-39F4C40D50D9}" type="pres">
      <dgm:prSet presAssocID="{719D2C9B-6986-43BF-8AC0-FDAC64DE484F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EEDAA9AA-139C-4F1A-B22A-CCF8B7C36AF4}" type="pres">
      <dgm:prSet presAssocID="{719D2C9B-6986-43BF-8AC0-FDAC64DE484F}" presName="spacerBetweenCircleAndCallout" presStyleCnt="0">
        <dgm:presLayoutVars/>
      </dgm:prSet>
      <dgm:spPr/>
    </dgm:pt>
    <dgm:pt modelId="{9DEF3EF5-1CBC-4B20-A9F6-83D99CDB5840}" type="pres">
      <dgm:prSet presAssocID="{BDC4C481-BB2C-4066-9C30-907304E50B77}" presName="nodeText" presStyleLbl="alignAccFollowNode1" presStyleIdx="20" presStyleCnt="24">
        <dgm:presLayoutVars>
          <dgm:bulletEnabled val="1"/>
        </dgm:presLayoutVars>
      </dgm:prSet>
      <dgm:spPr/>
    </dgm:pt>
    <dgm:pt modelId="{ECA5B1DE-D13B-40D3-A10D-90D8497A4017}" type="pres">
      <dgm:prSet presAssocID="{719D2C9B-6986-43BF-8AC0-FDAC64DE484F}" presName="sibTransComposite" presStyleCnt="0"/>
      <dgm:spPr/>
    </dgm:pt>
    <dgm:pt modelId="{44E87616-CCF6-490E-A7AD-3A2A4FCB0071}" type="pres">
      <dgm:prSet presAssocID="{165F8DB4-6E75-4B23-823B-CFC2BC1568B2}" presName="compositeNode" presStyleCnt="0"/>
      <dgm:spPr/>
    </dgm:pt>
    <dgm:pt modelId="{3D11725D-68D9-48F0-92D0-ECBFB0C1DE5D}" type="pres">
      <dgm:prSet presAssocID="{165F8DB4-6E75-4B23-823B-CFC2BC1568B2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AEFAFAF-8AE0-4414-B1D7-67642EFC1110}" type="pres">
      <dgm:prSet presAssocID="{165F8DB4-6E75-4B23-823B-CFC2BC1568B2}" presName="parSh" presStyleCnt="0"/>
      <dgm:spPr/>
    </dgm:pt>
    <dgm:pt modelId="{27A37934-52A4-496C-99A2-6FA6968C8567}" type="pres">
      <dgm:prSet presAssocID="{165F8DB4-6E75-4B23-823B-CFC2BC1568B2}" presName="lineNode" presStyleLbl="alignAccFollowNode1" presStyleIdx="21" presStyleCnt="24"/>
      <dgm:spPr/>
    </dgm:pt>
    <dgm:pt modelId="{D6F7C1F8-63B6-4D3B-92F4-61A92FCA056A}" type="pres">
      <dgm:prSet presAssocID="{165F8DB4-6E75-4B23-823B-CFC2BC1568B2}" presName="lineArrowNode" presStyleLbl="alignAccFollowNode1" presStyleIdx="22" presStyleCnt="24"/>
      <dgm:spPr/>
    </dgm:pt>
    <dgm:pt modelId="{1C8DAEDA-704E-420C-8063-8BBF9478054A}" type="pres">
      <dgm:prSet presAssocID="{CEEF36C5-CFC1-49E0-BA2F-A0AA431AADB6}" presName="sibTransNodeCircle" presStyleLbl="alignNode1" presStyleIdx="7" presStyleCnt="8">
        <dgm:presLayoutVars>
          <dgm:chMax val="0"/>
          <dgm:bulletEnabled/>
        </dgm:presLayoutVars>
      </dgm:prSet>
      <dgm:spPr/>
    </dgm:pt>
    <dgm:pt modelId="{595924D8-8130-469B-ADBD-F73B7069C955}" type="pres">
      <dgm:prSet presAssocID="{CEEF36C5-CFC1-49E0-BA2F-A0AA431AADB6}" presName="spacerBetweenCircleAndCallout" presStyleCnt="0">
        <dgm:presLayoutVars/>
      </dgm:prSet>
      <dgm:spPr/>
    </dgm:pt>
    <dgm:pt modelId="{63516073-C3DC-4959-9B8F-505C79230871}" type="pres">
      <dgm:prSet presAssocID="{165F8DB4-6E75-4B23-823B-CFC2BC1568B2}" presName="nodeText" presStyleLbl="alignAccFollowNode1" presStyleIdx="23" presStyleCnt="24">
        <dgm:presLayoutVars>
          <dgm:bulletEnabled val="1"/>
        </dgm:presLayoutVars>
      </dgm:prSet>
      <dgm:spPr/>
    </dgm:pt>
  </dgm:ptLst>
  <dgm:cxnLst>
    <dgm:cxn modelId="{4BB31310-11EB-4D33-BFFE-1E11FD887C5F}" type="presOf" srcId="{719D2C9B-6986-43BF-8AC0-FDAC64DE484F}" destId="{658FFBC6-5782-4AB5-8BA4-39F4C40D50D9}" srcOrd="0" destOrd="0" presId="urn:microsoft.com/office/officeart/2016/7/layout/LinearArrowProcessNumbered"/>
    <dgm:cxn modelId="{6ACD322C-6248-4421-8C57-6DD792D8F2EB}" type="presOf" srcId="{01645302-CCB0-4049-B123-FA5460511DF8}" destId="{4369892C-2E26-4FE2-8055-75F4E9DD9413}" srcOrd="0" destOrd="0" presId="urn:microsoft.com/office/officeart/2016/7/layout/LinearArrowProcessNumbered"/>
    <dgm:cxn modelId="{6890522C-2814-4214-8E75-1B8A73AEE7F7}" type="presOf" srcId="{6F078C00-ECF8-4A7C-8DAB-956AF4847F40}" destId="{56DBF641-83D6-429B-A70C-4C3917F19C6F}" srcOrd="0" destOrd="0" presId="urn:microsoft.com/office/officeart/2016/7/layout/LinearArrowProcessNumbered"/>
    <dgm:cxn modelId="{5E1E583A-E181-4DF1-ADB3-78E00295D97C}" srcId="{76CB0DDA-582F-4C8F-9F8E-84819ECC2558}" destId="{57FD84C3-2C7F-4001-B02C-6560D8D0678C}" srcOrd="4" destOrd="0" parTransId="{174BB006-C7CD-4D37-9D13-DA0D77496406}" sibTransId="{6F078C00-ECF8-4A7C-8DAB-956AF4847F40}"/>
    <dgm:cxn modelId="{DF6E7A66-FB00-4A44-B947-4206C8ADC086}" type="presOf" srcId="{8597EE04-B659-4E96-B7D9-7F59B316A841}" destId="{6269E919-0733-4344-9138-BF615387050A}" srcOrd="0" destOrd="0" presId="urn:microsoft.com/office/officeart/2016/7/layout/LinearArrowProcessNumbered"/>
    <dgm:cxn modelId="{63EDD84B-915B-4537-8A09-B37F80989EC8}" type="presOf" srcId="{459E4CAE-6292-4C4D-B9F9-2DA8B5933A33}" destId="{2C47418C-5EB8-4F39-ACFE-BE2BDC961209}" srcOrd="0" destOrd="0" presId="urn:microsoft.com/office/officeart/2016/7/layout/LinearArrowProcessNumbered"/>
    <dgm:cxn modelId="{023C0874-6863-4F44-95C5-443252B729FA}" type="presOf" srcId="{2E8910A7-6BEC-4B43-A847-C46341B8C35E}" destId="{D6D3A1D8-E80B-496B-8FA9-E889A2A32987}" srcOrd="0" destOrd="0" presId="urn:microsoft.com/office/officeart/2016/7/layout/LinearArrowProcessNumbered"/>
    <dgm:cxn modelId="{FC4D7B76-99A8-4795-B6C8-02B9566F3320}" srcId="{76CB0DDA-582F-4C8F-9F8E-84819ECC2558}" destId="{01645302-CCB0-4049-B123-FA5460511DF8}" srcOrd="1" destOrd="0" parTransId="{15504FA8-DE70-4669-8742-808B22721D16}" sibTransId="{2E8910A7-6BEC-4B43-A847-C46341B8C35E}"/>
    <dgm:cxn modelId="{9AFA6B78-CC7D-49C1-999B-6936FE9F7532}" srcId="{76CB0DDA-582F-4C8F-9F8E-84819ECC2558}" destId="{506928DF-B3D2-4BEC-B7E2-EC0C66FC0FCF}" srcOrd="5" destOrd="0" parTransId="{9A04AA0D-F6F0-45D0-9EC9-F0167E8B2F96}" sibTransId="{A6B7D2AA-A612-43C1-BCB7-2CFDF2685CCD}"/>
    <dgm:cxn modelId="{35879C78-154A-421A-B474-DD2294F2F4DE}" srcId="{76CB0DDA-582F-4C8F-9F8E-84819ECC2558}" destId="{9A6A5561-F0B7-492A-8F3E-9752C68FBD26}" srcOrd="0" destOrd="0" parTransId="{23B01A83-5363-4B3D-9860-D6942C1095D1}" sibTransId="{2B0E0741-555B-45F1-BA03-23E14CC0D81A}"/>
    <dgm:cxn modelId="{476DBE7B-2F97-4C5A-AF42-34FCE5CC6AF4}" type="presOf" srcId="{A6B7D2AA-A612-43C1-BCB7-2CFDF2685CCD}" destId="{B6C1C074-2773-46E9-82E8-DCA34163A7A6}" srcOrd="0" destOrd="0" presId="urn:microsoft.com/office/officeart/2016/7/layout/LinearArrowProcessNumbered"/>
    <dgm:cxn modelId="{C8A2237F-ACFC-4AD6-B8D2-11B0DC2F5979}" type="presOf" srcId="{57FD84C3-2C7F-4001-B02C-6560D8D0678C}" destId="{6DC57280-E4FA-4357-A0BE-C6E1DD49A3BF}" srcOrd="0" destOrd="0" presId="urn:microsoft.com/office/officeart/2016/7/layout/LinearArrowProcessNumbered"/>
    <dgm:cxn modelId="{1685BB88-0B5C-43FC-9F7E-59F2CF7D7F67}" type="presOf" srcId="{506928DF-B3D2-4BEC-B7E2-EC0C66FC0FCF}" destId="{86DF6475-4AB4-4AAC-AE92-7F83CC8F1F48}" srcOrd="0" destOrd="0" presId="urn:microsoft.com/office/officeart/2016/7/layout/LinearArrowProcessNumbered"/>
    <dgm:cxn modelId="{ED280296-291C-4B01-8952-557E567701A9}" type="presOf" srcId="{CEEF36C5-CFC1-49E0-BA2F-A0AA431AADB6}" destId="{1C8DAEDA-704E-420C-8063-8BBF9478054A}" srcOrd="0" destOrd="0" presId="urn:microsoft.com/office/officeart/2016/7/layout/LinearArrowProcessNumbered"/>
    <dgm:cxn modelId="{1D11219A-9E19-4A4D-BADE-5C4C3CEA481D}" type="presOf" srcId="{0203F528-2B42-4B67-8B4C-4B4B180C6AD3}" destId="{3839E15B-6F4D-4052-9F6A-FFAA3E52732C}" srcOrd="0" destOrd="0" presId="urn:microsoft.com/office/officeart/2016/7/layout/LinearArrowProcessNumbered"/>
    <dgm:cxn modelId="{4B50269F-E5C2-4B7F-9A31-79C17E6A545E}" srcId="{76CB0DDA-582F-4C8F-9F8E-84819ECC2558}" destId="{02319D8E-7CB5-4C98-80D7-4C93015F61B3}" srcOrd="3" destOrd="0" parTransId="{A0BBF7E1-9E16-4CFB-A58F-2A08EA21C1A9}" sibTransId="{8597EE04-B659-4E96-B7D9-7F59B316A841}"/>
    <dgm:cxn modelId="{FC5023AA-4D5F-4D6F-8001-231C89910B50}" type="presOf" srcId="{02319D8E-7CB5-4C98-80D7-4C93015F61B3}" destId="{94F22C65-0169-4A35-A670-947EC0E63A39}" srcOrd="0" destOrd="0" presId="urn:microsoft.com/office/officeart/2016/7/layout/LinearArrowProcessNumbered"/>
    <dgm:cxn modelId="{E8FE8FB0-C6F7-4D8B-A58E-255F61AF5AA1}" type="presOf" srcId="{BDC4C481-BB2C-4066-9C30-907304E50B77}" destId="{9DEF3EF5-1CBC-4B20-A9F6-83D99CDB5840}" srcOrd="0" destOrd="0" presId="urn:microsoft.com/office/officeart/2016/7/layout/LinearArrowProcessNumbered"/>
    <dgm:cxn modelId="{4B3095C5-72B5-4044-BE65-0BB22D734AD9}" srcId="{76CB0DDA-582F-4C8F-9F8E-84819ECC2558}" destId="{165F8DB4-6E75-4B23-823B-CFC2BC1568B2}" srcOrd="7" destOrd="0" parTransId="{342B262F-8E0C-4B2D-B3C4-073FED6290C0}" sibTransId="{CEEF36C5-CFC1-49E0-BA2F-A0AA431AADB6}"/>
    <dgm:cxn modelId="{BE83A8C6-238D-46FB-B42D-3E759EAC7C50}" type="presOf" srcId="{76CB0DDA-582F-4C8F-9F8E-84819ECC2558}" destId="{AF88D167-0099-46BE-B6BA-66CD4CB6760C}" srcOrd="0" destOrd="0" presId="urn:microsoft.com/office/officeart/2016/7/layout/LinearArrowProcessNumbered"/>
    <dgm:cxn modelId="{6BDB43D0-4B6F-455F-A661-B3487273B452}" type="presOf" srcId="{2B0E0741-555B-45F1-BA03-23E14CC0D81A}" destId="{F47DBCC7-FEF6-4061-B7E5-9364BF1ACAF4}" srcOrd="0" destOrd="0" presId="urn:microsoft.com/office/officeart/2016/7/layout/LinearArrowProcessNumbered"/>
    <dgm:cxn modelId="{CBB83ADC-0627-4AE2-B1BF-7870729D7F6F}" type="presOf" srcId="{165F8DB4-6E75-4B23-823B-CFC2BC1568B2}" destId="{63516073-C3DC-4959-9B8F-505C79230871}" srcOrd="0" destOrd="0" presId="urn:microsoft.com/office/officeart/2016/7/layout/LinearArrowProcessNumbered"/>
    <dgm:cxn modelId="{272B5AF3-56E6-42EA-8F72-FE2348EDB31F}" srcId="{76CB0DDA-582F-4C8F-9F8E-84819ECC2558}" destId="{BDC4C481-BB2C-4066-9C30-907304E50B77}" srcOrd="6" destOrd="0" parTransId="{5EE3B13B-0520-488A-AF91-AF3DD6A1DEEC}" sibTransId="{719D2C9B-6986-43BF-8AC0-FDAC64DE484F}"/>
    <dgm:cxn modelId="{F194F3F3-459B-4F06-9567-E94AEB8480D1}" srcId="{76CB0DDA-582F-4C8F-9F8E-84819ECC2558}" destId="{0203F528-2B42-4B67-8B4C-4B4B180C6AD3}" srcOrd="2" destOrd="0" parTransId="{6789D609-0726-4C1A-BBB9-354DDBB03AF7}" sibTransId="{459E4CAE-6292-4C4D-B9F9-2DA8B5933A33}"/>
    <dgm:cxn modelId="{BB7C93F6-A854-4A71-9520-7CE2D4F17496}" type="presOf" srcId="{9A6A5561-F0B7-492A-8F3E-9752C68FBD26}" destId="{F1F5B4F7-A57D-4A90-ACE9-9CE3EA71CB58}" srcOrd="0" destOrd="0" presId="urn:microsoft.com/office/officeart/2016/7/layout/LinearArrowProcessNumbered"/>
    <dgm:cxn modelId="{952D995C-938D-45D8-93AD-5B6BA07D6F1E}" type="presParOf" srcId="{AF88D167-0099-46BE-B6BA-66CD4CB6760C}" destId="{2CF73852-0684-431B-B8B3-F9F26C2E1071}" srcOrd="0" destOrd="0" presId="urn:microsoft.com/office/officeart/2016/7/layout/LinearArrowProcessNumbered"/>
    <dgm:cxn modelId="{77D84DD0-8F8A-4B11-9E3C-79B2A3345AF3}" type="presParOf" srcId="{2CF73852-0684-431B-B8B3-F9F26C2E1071}" destId="{24806E57-0E41-4D87-9578-B810EB98DE59}" srcOrd="0" destOrd="0" presId="urn:microsoft.com/office/officeart/2016/7/layout/LinearArrowProcessNumbered"/>
    <dgm:cxn modelId="{DCE23466-5924-4CC1-AFD7-3AC958D31B8D}" type="presParOf" srcId="{2CF73852-0684-431B-B8B3-F9F26C2E1071}" destId="{88778503-4976-4C4E-9D06-BF4342F7A9F3}" srcOrd="1" destOrd="0" presId="urn:microsoft.com/office/officeart/2016/7/layout/LinearArrowProcessNumbered"/>
    <dgm:cxn modelId="{B02CEB0F-738D-4DBF-9E71-F7472C6115FB}" type="presParOf" srcId="{88778503-4976-4C4E-9D06-BF4342F7A9F3}" destId="{15689342-8688-4D9F-B8F5-565861BC90AB}" srcOrd="0" destOrd="0" presId="urn:microsoft.com/office/officeart/2016/7/layout/LinearArrowProcessNumbered"/>
    <dgm:cxn modelId="{B57587FC-F23E-40E4-93D2-42C7CD24B75D}" type="presParOf" srcId="{88778503-4976-4C4E-9D06-BF4342F7A9F3}" destId="{CE901283-0611-4FA8-8E9E-2D2B206DF56D}" srcOrd="1" destOrd="0" presId="urn:microsoft.com/office/officeart/2016/7/layout/LinearArrowProcessNumbered"/>
    <dgm:cxn modelId="{8D5E2256-FEFA-4113-9233-7009B63F90FA}" type="presParOf" srcId="{88778503-4976-4C4E-9D06-BF4342F7A9F3}" destId="{F47DBCC7-FEF6-4061-B7E5-9364BF1ACAF4}" srcOrd="2" destOrd="0" presId="urn:microsoft.com/office/officeart/2016/7/layout/LinearArrowProcessNumbered"/>
    <dgm:cxn modelId="{2FF70D50-6A1F-4523-BBD6-D5635ACA483A}" type="presParOf" srcId="{88778503-4976-4C4E-9D06-BF4342F7A9F3}" destId="{36D863A4-E6B6-414E-8DA2-B4B1A13AC2EC}" srcOrd="3" destOrd="0" presId="urn:microsoft.com/office/officeart/2016/7/layout/LinearArrowProcessNumbered"/>
    <dgm:cxn modelId="{E51C4B9D-78B2-47D7-AF10-B72AF8151B50}" type="presParOf" srcId="{2CF73852-0684-431B-B8B3-F9F26C2E1071}" destId="{F1F5B4F7-A57D-4A90-ACE9-9CE3EA71CB58}" srcOrd="2" destOrd="0" presId="urn:microsoft.com/office/officeart/2016/7/layout/LinearArrowProcessNumbered"/>
    <dgm:cxn modelId="{C501E37D-588A-4E98-90A9-8BD0A0AD99B2}" type="presParOf" srcId="{AF88D167-0099-46BE-B6BA-66CD4CB6760C}" destId="{95EAB11E-49D4-4358-A9BC-6D988015A43F}" srcOrd="1" destOrd="0" presId="urn:microsoft.com/office/officeart/2016/7/layout/LinearArrowProcessNumbered"/>
    <dgm:cxn modelId="{D642DE9A-FD4B-45AD-A11F-DA8A94F73BCA}" type="presParOf" srcId="{AF88D167-0099-46BE-B6BA-66CD4CB6760C}" destId="{FAC76512-F7BD-405B-9E96-DD4AE38EAB87}" srcOrd="2" destOrd="0" presId="urn:microsoft.com/office/officeart/2016/7/layout/LinearArrowProcessNumbered"/>
    <dgm:cxn modelId="{7F209ED2-4BD3-407D-B0D2-2AD43CB884BD}" type="presParOf" srcId="{FAC76512-F7BD-405B-9E96-DD4AE38EAB87}" destId="{32E1FFBF-3629-46F0-AC38-88184E6FA49F}" srcOrd="0" destOrd="0" presId="urn:microsoft.com/office/officeart/2016/7/layout/LinearArrowProcessNumbered"/>
    <dgm:cxn modelId="{A16BC732-1F1D-4A91-95C7-04EF4884554E}" type="presParOf" srcId="{FAC76512-F7BD-405B-9E96-DD4AE38EAB87}" destId="{6BD2E894-71B3-4086-A143-942D21FFDC26}" srcOrd="1" destOrd="0" presId="urn:microsoft.com/office/officeart/2016/7/layout/LinearArrowProcessNumbered"/>
    <dgm:cxn modelId="{F7D95DF4-466B-4C08-9196-8A4E200B5EA1}" type="presParOf" srcId="{6BD2E894-71B3-4086-A143-942D21FFDC26}" destId="{827E57D9-953B-42D8-8074-F719B1B236E9}" srcOrd="0" destOrd="0" presId="urn:microsoft.com/office/officeart/2016/7/layout/LinearArrowProcessNumbered"/>
    <dgm:cxn modelId="{9E527E17-A67D-420B-B66F-BC070D186F74}" type="presParOf" srcId="{6BD2E894-71B3-4086-A143-942D21FFDC26}" destId="{9F31AF72-3E5E-45A7-A5A6-C2E24F1B6A34}" srcOrd="1" destOrd="0" presId="urn:microsoft.com/office/officeart/2016/7/layout/LinearArrowProcessNumbered"/>
    <dgm:cxn modelId="{EABE6CEE-18F0-4E26-B873-A4FCFB8E244F}" type="presParOf" srcId="{6BD2E894-71B3-4086-A143-942D21FFDC26}" destId="{D6D3A1D8-E80B-496B-8FA9-E889A2A32987}" srcOrd="2" destOrd="0" presId="urn:microsoft.com/office/officeart/2016/7/layout/LinearArrowProcessNumbered"/>
    <dgm:cxn modelId="{EA6F3069-C22C-474A-B8C9-FCEF9CEFA254}" type="presParOf" srcId="{6BD2E894-71B3-4086-A143-942D21FFDC26}" destId="{86C8449D-883E-4DEE-9D96-278D1A8D78DA}" srcOrd="3" destOrd="0" presId="urn:microsoft.com/office/officeart/2016/7/layout/LinearArrowProcessNumbered"/>
    <dgm:cxn modelId="{9B10D6A3-3951-42EB-870C-49C15A43D524}" type="presParOf" srcId="{FAC76512-F7BD-405B-9E96-DD4AE38EAB87}" destId="{4369892C-2E26-4FE2-8055-75F4E9DD9413}" srcOrd="2" destOrd="0" presId="urn:microsoft.com/office/officeart/2016/7/layout/LinearArrowProcessNumbered"/>
    <dgm:cxn modelId="{903FE705-ADEA-447B-B910-47CCF340247C}" type="presParOf" srcId="{AF88D167-0099-46BE-B6BA-66CD4CB6760C}" destId="{3AF19BED-1AD6-48EA-A839-5C5F170E00CB}" srcOrd="3" destOrd="0" presId="urn:microsoft.com/office/officeart/2016/7/layout/LinearArrowProcessNumbered"/>
    <dgm:cxn modelId="{C8CF02CB-0BC1-4193-B617-64B02A3BE05E}" type="presParOf" srcId="{AF88D167-0099-46BE-B6BA-66CD4CB6760C}" destId="{1A268AF3-5C37-4FE7-9CC9-525BC453F33C}" srcOrd="4" destOrd="0" presId="urn:microsoft.com/office/officeart/2016/7/layout/LinearArrowProcessNumbered"/>
    <dgm:cxn modelId="{8673406C-1FF6-4F9E-AA83-1EBEABE0F255}" type="presParOf" srcId="{1A268AF3-5C37-4FE7-9CC9-525BC453F33C}" destId="{4BB4B4B4-159C-46A2-BCF4-08FE9956D13F}" srcOrd="0" destOrd="0" presId="urn:microsoft.com/office/officeart/2016/7/layout/LinearArrowProcessNumbered"/>
    <dgm:cxn modelId="{AC939D3E-3C46-47C5-AF6B-B5EC23A67E71}" type="presParOf" srcId="{1A268AF3-5C37-4FE7-9CC9-525BC453F33C}" destId="{69ED0AD5-62C6-46AD-9A21-8C7ED4BA4940}" srcOrd="1" destOrd="0" presId="urn:microsoft.com/office/officeart/2016/7/layout/LinearArrowProcessNumbered"/>
    <dgm:cxn modelId="{B9BB7D1F-88A7-41B2-BD7B-D425A730A47B}" type="presParOf" srcId="{69ED0AD5-62C6-46AD-9A21-8C7ED4BA4940}" destId="{7FDDD0E9-8954-45F8-9158-D9B01598639A}" srcOrd="0" destOrd="0" presId="urn:microsoft.com/office/officeart/2016/7/layout/LinearArrowProcessNumbered"/>
    <dgm:cxn modelId="{CCA0DA75-FD60-4531-8B75-B146F4C68A5F}" type="presParOf" srcId="{69ED0AD5-62C6-46AD-9A21-8C7ED4BA4940}" destId="{C93A02BF-8C47-4533-8C84-15032FA4F5B5}" srcOrd="1" destOrd="0" presId="urn:microsoft.com/office/officeart/2016/7/layout/LinearArrowProcessNumbered"/>
    <dgm:cxn modelId="{4F0A4C3E-EA2B-4283-9977-B2758338257F}" type="presParOf" srcId="{69ED0AD5-62C6-46AD-9A21-8C7ED4BA4940}" destId="{2C47418C-5EB8-4F39-ACFE-BE2BDC961209}" srcOrd="2" destOrd="0" presId="urn:microsoft.com/office/officeart/2016/7/layout/LinearArrowProcessNumbered"/>
    <dgm:cxn modelId="{A3F061A5-0B8B-4A99-B091-9805794C43A5}" type="presParOf" srcId="{69ED0AD5-62C6-46AD-9A21-8C7ED4BA4940}" destId="{5179F0DC-C194-4D5F-B27E-2AAB25AB51B3}" srcOrd="3" destOrd="0" presId="urn:microsoft.com/office/officeart/2016/7/layout/LinearArrowProcessNumbered"/>
    <dgm:cxn modelId="{882830B0-E4FF-4AFF-9858-BE520125DB74}" type="presParOf" srcId="{1A268AF3-5C37-4FE7-9CC9-525BC453F33C}" destId="{3839E15B-6F4D-4052-9F6A-FFAA3E52732C}" srcOrd="2" destOrd="0" presId="urn:microsoft.com/office/officeart/2016/7/layout/LinearArrowProcessNumbered"/>
    <dgm:cxn modelId="{D70F8CAC-4857-43BC-B008-C1507E2701A2}" type="presParOf" srcId="{AF88D167-0099-46BE-B6BA-66CD4CB6760C}" destId="{416D8F76-6402-4ECB-A93D-6D2A110C691E}" srcOrd="5" destOrd="0" presId="urn:microsoft.com/office/officeart/2016/7/layout/LinearArrowProcessNumbered"/>
    <dgm:cxn modelId="{90D89D56-C9F8-40ED-9CFA-57D94467FB79}" type="presParOf" srcId="{AF88D167-0099-46BE-B6BA-66CD4CB6760C}" destId="{AEA77186-F28E-41CD-BA45-FCAF01FD8748}" srcOrd="6" destOrd="0" presId="urn:microsoft.com/office/officeart/2016/7/layout/LinearArrowProcessNumbered"/>
    <dgm:cxn modelId="{E8EDF75F-0788-4E26-8762-3B8F3C625345}" type="presParOf" srcId="{AEA77186-F28E-41CD-BA45-FCAF01FD8748}" destId="{FF0DFA7E-6585-41E5-BE80-CEB1212C7B29}" srcOrd="0" destOrd="0" presId="urn:microsoft.com/office/officeart/2016/7/layout/LinearArrowProcessNumbered"/>
    <dgm:cxn modelId="{9262C0A2-41BE-4C13-B65F-D3C4296B7D88}" type="presParOf" srcId="{AEA77186-F28E-41CD-BA45-FCAF01FD8748}" destId="{3F63D6E9-6714-484E-B916-864158F334BE}" srcOrd="1" destOrd="0" presId="urn:microsoft.com/office/officeart/2016/7/layout/LinearArrowProcessNumbered"/>
    <dgm:cxn modelId="{28A85877-1ACD-4B3B-B9B2-F4E76277860A}" type="presParOf" srcId="{3F63D6E9-6714-484E-B916-864158F334BE}" destId="{C10DAB7E-9A62-4ED8-A4D4-19D90F450FBC}" srcOrd="0" destOrd="0" presId="urn:microsoft.com/office/officeart/2016/7/layout/LinearArrowProcessNumbered"/>
    <dgm:cxn modelId="{86F276F1-C298-4B63-8A86-5CC4FEBA818C}" type="presParOf" srcId="{3F63D6E9-6714-484E-B916-864158F334BE}" destId="{4BD8AF08-0F94-4BB4-8621-05B87F49E82C}" srcOrd="1" destOrd="0" presId="urn:microsoft.com/office/officeart/2016/7/layout/LinearArrowProcessNumbered"/>
    <dgm:cxn modelId="{802D00CB-E888-471F-9915-A19B9BF94BBA}" type="presParOf" srcId="{3F63D6E9-6714-484E-B916-864158F334BE}" destId="{6269E919-0733-4344-9138-BF615387050A}" srcOrd="2" destOrd="0" presId="urn:microsoft.com/office/officeart/2016/7/layout/LinearArrowProcessNumbered"/>
    <dgm:cxn modelId="{595E68A0-FD10-4247-949F-D7EE8624ACAA}" type="presParOf" srcId="{3F63D6E9-6714-484E-B916-864158F334BE}" destId="{9CF3679E-062A-4C7A-B5C8-1951E3D87327}" srcOrd="3" destOrd="0" presId="urn:microsoft.com/office/officeart/2016/7/layout/LinearArrowProcessNumbered"/>
    <dgm:cxn modelId="{1ACECEAB-C6F8-48DF-A94C-9276F7844B2C}" type="presParOf" srcId="{AEA77186-F28E-41CD-BA45-FCAF01FD8748}" destId="{94F22C65-0169-4A35-A670-947EC0E63A39}" srcOrd="2" destOrd="0" presId="urn:microsoft.com/office/officeart/2016/7/layout/LinearArrowProcessNumbered"/>
    <dgm:cxn modelId="{12997412-8DC4-4396-994E-81252F67E58D}" type="presParOf" srcId="{AF88D167-0099-46BE-B6BA-66CD4CB6760C}" destId="{7765C54F-D0B3-4EE3-99D7-BC480519E781}" srcOrd="7" destOrd="0" presId="urn:microsoft.com/office/officeart/2016/7/layout/LinearArrowProcessNumbered"/>
    <dgm:cxn modelId="{9091B054-5B41-4E3C-9EFC-0A7C9C7B4913}" type="presParOf" srcId="{AF88D167-0099-46BE-B6BA-66CD4CB6760C}" destId="{55D85A09-9CC8-4E08-A809-141A9D2917B4}" srcOrd="8" destOrd="0" presId="urn:microsoft.com/office/officeart/2016/7/layout/LinearArrowProcessNumbered"/>
    <dgm:cxn modelId="{6F9AE776-E818-41E8-AA63-739D762CADB8}" type="presParOf" srcId="{55D85A09-9CC8-4E08-A809-141A9D2917B4}" destId="{CA0E0942-4443-41CD-A667-80E21D64EE85}" srcOrd="0" destOrd="0" presId="urn:microsoft.com/office/officeart/2016/7/layout/LinearArrowProcessNumbered"/>
    <dgm:cxn modelId="{D5010303-2670-4C3A-ADCC-29E3FBA6EFED}" type="presParOf" srcId="{55D85A09-9CC8-4E08-A809-141A9D2917B4}" destId="{2D16E19E-7A3B-49EE-84D5-7843FE4ECB66}" srcOrd="1" destOrd="0" presId="urn:microsoft.com/office/officeart/2016/7/layout/LinearArrowProcessNumbered"/>
    <dgm:cxn modelId="{C0A1553F-BB24-4D58-BAD4-4A5C95B3FE8B}" type="presParOf" srcId="{2D16E19E-7A3B-49EE-84D5-7843FE4ECB66}" destId="{1CF092E3-FDD1-4679-A9F9-29C9E12117B1}" srcOrd="0" destOrd="0" presId="urn:microsoft.com/office/officeart/2016/7/layout/LinearArrowProcessNumbered"/>
    <dgm:cxn modelId="{8C53359C-DBD5-4BA4-BBB1-E29AE320BC14}" type="presParOf" srcId="{2D16E19E-7A3B-49EE-84D5-7843FE4ECB66}" destId="{4F75192E-D893-49C0-B3AD-9A12FCEAFFA9}" srcOrd="1" destOrd="0" presId="urn:microsoft.com/office/officeart/2016/7/layout/LinearArrowProcessNumbered"/>
    <dgm:cxn modelId="{EA78210C-EB9C-44AD-89CC-5433114DFFD8}" type="presParOf" srcId="{2D16E19E-7A3B-49EE-84D5-7843FE4ECB66}" destId="{56DBF641-83D6-429B-A70C-4C3917F19C6F}" srcOrd="2" destOrd="0" presId="urn:microsoft.com/office/officeart/2016/7/layout/LinearArrowProcessNumbered"/>
    <dgm:cxn modelId="{15B2F574-2AB8-42BF-AE8F-5B4423085585}" type="presParOf" srcId="{2D16E19E-7A3B-49EE-84D5-7843FE4ECB66}" destId="{E7E79931-F927-4ABA-809A-377D627206C1}" srcOrd="3" destOrd="0" presId="urn:microsoft.com/office/officeart/2016/7/layout/LinearArrowProcessNumbered"/>
    <dgm:cxn modelId="{2F8313E4-97D7-4DE4-AA20-B88187F0F4EF}" type="presParOf" srcId="{55D85A09-9CC8-4E08-A809-141A9D2917B4}" destId="{6DC57280-E4FA-4357-A0BE-C6E1DD49A3BF}" srcOrd="2" destOrd="0" presId="urn:microsoft.com/office/officeart/2016/7/layout/LinearArrowProcessNumbered"/>
    <dgm:cxn modelId="{D0B5CED7-D95B-4745-AA5A-9A20B9D199A0}" type="presParOf" srcId="{AF88D167-0099-46BE-B6BA-66CD4CB6760C}" destId="{73565A8D-74EB-4B19-A1BC-126046AECAC7}" srcOrd="9" destOrd="0" presId="urn:microsoft.com/office/officeart/2016/7/layout/LinearArrowProcessNumbered"/>
    <dgm:cxn modelId="{81B23503-65EC-4757-AEC4-EDE6914BE39C}" type="presParOf" srcId="{AF88D167-0099-46BE-B6BA-66CD4CB6760C}" destId="{CD8CABD4-EB45-4D29-9424-0F06420F666C}" srcOrd="10" destOrd="0" presId="urn:microsoft.com/office/officeart/2016/7/layout/LinearArrowProcessNumbered"/>
    <dgm:cxn modelId="{DE7A2D2B-4410-45D3-8C5A-CEBA0D7FAAD2}" type="presParOf" srcId="{CD8CABD4-EB45-4D29-9424-0F06420F666C}" destId="{012E9F86-AF89-46B6-8A94-E009778F6748}" srcOrd="0" destOrd="0" presId="urn:microsoft.com/office/officeart/2016/7/layout/LinearArrowProcessNumbered"/>
    <dgm:cxn modelId="{E240FCCC-8C2D-4E7B-A727-F26BA43CA881}" type="presParOf" srcId="{CD8CABD4-EB45-4D29-9424-0F06420F666C}" destId="{8DFF7A90-EB26-49E7-85CF-9765CED16F18}" srcOrd="1" destOrd="0" presId="urn:microsoft.com/office/officeart/2016/7/layout/LinearArrowProcessNumbered"/>
    <dgm:cxn modelId="{A82170B2-71E1-46B9-AF52-B2181B1AD496}" type="presParOf" srcId="{8DFF7A90-EB26-49E7-85CF-9765CED16F18}" destId="{AA84FA7E-B48E-4DBF-BC89-90C7627D551B}" srcOrd="0" destOrd="0" presId="urn:microsoft.com/office/officeart/2016/7/layout/LinearArrowProcessNumbered"/>
    <dgm:cxn modelId="{9CEEFE1C-D25F-4AAC-AA12-CA5F2442B026}" type="presParOf" srcId="{8DFF7A90-EB26-49E7-85CF-9765CED16F18}" destId="{02945AE0-5BAE-42ED-905A-E95B9B54D72C}" srcOrd="1" destOrd="0" presId="urn:microsoft.com/office/officeart/2016/7/layout/LinearArrowProcessNumbered"/>
    <dgm:cxn modelId="{6E8B3FB4-A453-4968-8CE3-0AA427107FD2}" type="presParOf" srcId="{8DFF7A90-EB26-49E7-85CF-9765CED16F18}" destId="{B6C1C074-2773-46E9-82E8-DCA34163A7A6}" srcOrd="2" destOrd="0" presId="urn:microsoft.com/office/officeart/2016/7/layout/LinearArrowProcessNumbered"/>
    <dgm:cxn modelId="{5E693598-43A2-49AB-A791-12C45DFF0DC8}" type="presParOf" srcId="{8DFF7A90-EB26-49E7-85CF-9765CED16F18}" destId="{C7695784-0DC2-46E4-B79E-5E4C2F7FDC45}" srcOrd="3" destOrd="0" presId="urn:microsoft.com/office/officeart/2016/7/layout/LinearArrowProcessNumbered"/>
    <dgm:cxn modelId="{D2D1C1D9-CEAF-498B-8FA1-D2DAEB3E7A28}" type="presParOf" srcId="{CD8CABD4-EB45-4D29-9424-0F06420F666C}" destId="{86DF6475-4AB4-4AAC-AE92-7F83CC8F1F48}" srcOrd="2" destOrd="0" presId="urn:microsoft.com/office/officeart/2016/7/layout/LinearArrowProcessNumbered"/>
    <dgm:cxn modelId="{645C6EAD-5151-4DD2-9F5E-68E4CD647A20}" type="presParOf" srcId="{AF88D167-0099-46BE-B6BA-66CD4CB6760C}" destId="{BE809FE0-F108-4795-B782-2C139EC1CA87}" srcOrd="11" destOrd="0" presId="urn:microsoft.com/office/officeart/2016/7/layout/LinearArrowProcessNumbered"/>
    <dgm:cxn modelId="{225C2A62-DF2F-44D8-9533-91EAB2C4A27C}" type="presParOf" srcId="{AF88D167-0099-46BE-B6BA-66CD4CB6760C}" destId="{4343B1DC-CA45-4057-9827-BF24A596C49C}" srcOrd="12" destOrd="0" presId="urn:microsoft.com/office/officeart/2016/7/layout/LinearArrowProcessNumbered"/>
    <dgm:cxn modelId="{0A7903C4-3E25-44F3-85AA-D23FCDC1686D}" type="presParOf" srcId="{4343B1DC-CA45-4057-9827-BF24A596C49C}" destId="{5FCC8501-16E6-41CB-BA11-DB2EC45A8E9E}" srcOrd="0" destOrd="0" presId="urn:microsoft.com/office/officeart/2016/7/layout/LinearArrowProcessNumbered"/>
    <dgm:cxn modelId="{49193CD8-9CFA-40B9-B086-23B141EBA9B6}" type="presParOf" srcId="{4343B1DC-CA45-4057-9827-BF24A596C49C}" destId="{E71F2691-5A53-4C67-B721-2D532A78AE5A}" srcOrd="1" destOrd="0" presId="urn:microsoft.com/office/officeart/2016/7/layout/LinearArrowProcessNumbered"/>
    <dgm:cxn modelId="{1BE830D9-92EF-424F-81DC-2F841141559E}" type="presParOf" srcId="{E71F2691-5A53-4C67-B721-2D532A78AE5A}" destId="{E6ACC187-D854-493D-BB02-3BA94813E2EA}" srcOrd="0" destOrd="0" presId="urn:microsoft.com/office/officeart/2016/7/layout/LinearArrowProcessNumbered"/>
    <dgm:cxn modelId="{90D3755D-DCAD-44ED-A983-A15277495063}" type="presParOf" srcId="{E71F2691-5A53-4C67-B721-2D532A78AE5A}" destId="{F811D1EA-8B0C-453E-9C80-1A317EA53CB1}" srcOrd="1" destOrd="0" presId="urn:microsoft.com/office/officeart/2016/7/layout/LinearArrowProcessNumbered"/>
    <dgm:cxn modelId="{135D8D6C-EE1F-4C1D-88A9-AB9291E3A4CD}" type="presParOf" srcId="{E71F2691-5A53-4C67-B721-2D532A78AE5A}" destId="{658FFBC6-5782-4AB5-8BA4-39F4C40D50D9}" srcOrd="2" destOrd="0" presId="urn:microsoft.com/office/officeart/2016/7/layout/LinearArrowProcessNumbered"/>
    <dgm:cxn modelId="{A041623A-90B1-4CDF-96A5-F60668D5F368}" type="presParOf" srcId="{E71F2691-5A53-4C67-B721-2D532A78AE5A}" destId="{EEDAA9AA-139C-4F1A-B22A-CCF8B7C36AF4}" srcOrd="3" destOrd="0" presId="urn:microsoft.com/office/officeart/2016/7/layout/LinearArrowProcessNumbered"/>
    <dgm:cxn modelId="{14F66962-A982-460F-85C0-A4097208FB3D}" type="presParOf" srcId="{4343B1DC-CA45-4057-9827-BF24A596C49C}" destId="{9DEF3EF5-1CBC-4B20-A9F6-83D99CDB5840}" srcOrd="2" destOrd="0" presId="urn:microsoft.com/office/officeart/2016/7/layout/LinearArrowProcessNumbered"/>
    <dgm:cxn modelId="{675D3207-042E-4061-B0B0-6228E0489555}" type="presParOf" srcId="{AF88D167-0099-46BE-B6BA-66CD4CB6760C}" destId="{ECA5B1DE-D13B-40D3-A10D-90D8497A4017}" srcOrd="13" destOrd="0" presId="urn:microsoft.com/office/officeart/2016/7/layout/LinearArrowProcessNumbered"/>
    <dgm:cxn modelId="{502B7FE3-16DA-4400-B4B2-384B6D5E3782}" type="presParOf" srcId="{AF88D167-0099-46BE-B6BA-66CD4CB6760C}" destId="{44E87616-CCF6-490E-A7AD-3A2A4FCB0071}" srcOrd="14" destOrd="0" presId="urn:microsoft.com/office/officeart/2016/7/layout/LinearArrowProcessNumbered"/>
    <dgm:cxn modelId="{55B09AD3-FA07-4FD5-9BA6-83B59BF748AE}" type="presParOf" srcId="{44E87616-CCF6-490E-A7AD-3A2A4FCB0071}" destId="{3D11725D-68D9-48F0-92D0-ECBFB0C1DE5D}" srcOrd="0" destOrd="0" presId="urn:microsoft.com/office/officeart/2016/7/layout/LinearArrowProcessNumbered"/>
    <dgm:cxn modelId="{73D169EA-DA2A-48D1-90E1-03312563A27F}" type="presParOf" srcId="{44E87616-CCF6-490E-A7AD-3A2A4FCB0071}" destId="{BAEFAFAF-8AE0-4414-B1D7-67642EFC1110}" srcOrd="1" destOrd="0" presId="urn:microsoft.com/office/officeart/2016/7/layout/LinearArrowProcessNumbered"/>
    <dgm:cxn modelId="{472E8201-A756-44BE-AD87-9ACD5C579D00}" type="presParOf" srcId="{BAEFAFAF-8AE0-4414-B1D7-67642EFC1110}" destId="{27A37934-52A4-496C-99A2-6FA6968C8567}" srcOrd="0" destOrd="0" presId="urn:microsoft.com/office/officeart/2016/7/layout/LinearArrowProcessNumbered"/>
    <dgm:cxn modelId="{C7BFCFB9-FFE1-4EC6-A49E-599A8F8E5C89}" type="presParOf" srcId="{BAEFAFAF-8AE0-4414-B1D7-67642EFC1110}" destId="{D6F7C1F8-63B6-4D3B-92F4-61A92FCA056A}" srcOrd="1" destOrd="0" presId="urn:microsoft.com/office/officeart/2016/7/layout/LinearArrowProcessNumbered"/>
    <dgm:cxn modelId="{038B1D1E-B716-469A-8806-ED917CF8CACF}" type="presParOf" srcId="{BAEFAFAF-8AE0-4414-B1D7-67642EFC1110}" destId="{1C8DAEDA-704E-420C-8063-8BBF9478054A}" srcOrd="2" destOrd="0" presId="urn:microsoft.com/office/officeart/2016/7/layout/LinearArrowProcessNumbered"/>
    <dgm:cxn modelId="{79569FB9-18D4-4946-91D8-2468DB91A794}" type="presParOf" srcId="{BAEFAFAF-8AE0-4414-B1D7-67642EFC1110}" destId="{595924D8-8130-469B-ADBD-F73B7069C955}" srcOrd="3" destOrd="0" presId="urn:microsoft.com/office/officeart/2016/7/layout/LinearArrowProcessNumbered"/>
    <dgm:cxn modelId="{FC1AA3E6-3096-4893-851C-74AC8025B42B}" type="presParOf" srcId="{44E87616-CCF6-490E-A7AD-3A2A4FCB0071}" destId="{63516073-C3DC-4959-9B8F-505C79230871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F21277-F09D-4274-AEC6-972E7CE0C664}" type="doc">
      <dgm:prSet loTypeId="urn:microsoft.com/office/officeart/2005/8/layout/vList2" loCatId="list" qsTypeId="urn:microsoft.com/office/officeart/2005/8/quickstyle/simple1#18" qsCatId="simple" csTypeId="urn:microsoft.com/office/officeart/2005/8/colors/accent1_2#13" csCatId="accent1"/>
      <dgm:spPr/>
      <dgm:t>
        <a:bodyPr/>
        <a:lstStyle/>
        <a:p>
          <a:endParaRPr lang="en-US"/>
        </a:p>
      </dgm:t>
    </dgm:pt>
    <dgm:pt modelId="{E6CCE3E3-5A20-4D30-B253-55DF795BB9B0}">
      <dgm:prSet/>
      <dgm:spPr/>
      <dgm:t>
        <a:bodyPr/>
        <a:lstStyle/>
        <a:p>
          <a:r>
            <a:rPr lang="en-US"/>
            <a:t>Bug found – The Bug Escalation Agent pauses the run and pops the defect to QA for a decision.</a:t>
          </a:r>
        </a:p>
      </dgm:t>
    </dgm:pt>
    <dgm:pt modelId="{EC4D4A67-6CFF-4729-B220-953D1E408B84}" type="parTrans" cxnId="{48FC43A0-4781-419E-A3FE-C45DC201FD21}">
      <dgm:prSet/>
      <dgm:spPr/>
      <dgm:t>
        <a:bodyPr/>
        <a:lstStyle/>
        <a:p>
          <a:endParaRPr lang="en-US"/>
        </a:p>
      </dgm:t>
    </dgm:pt>
    <dgm:pt modelId="{48836691-14B6-4E27-B048-8C9D75122AF9}" type="sibTrans" cxnId="{48FC43A0-4781-419E-A3FE-C45DC201FD21}">
      <dgm:prSet/>
      <dgm:spPr/>
      <dgm:t>
        <a:bodyPr/>
        <a:lstStyle/>
        <a:p>
          <a:endParaRPr lang="en-US"/>
        </a:p>
      </dgm:t>
    </dgm:pt>
    <dgm:pt modelId="{73493EA5-FC97-4B07-A4C1-99C66D6DF9AA}">
      <dgm:prSet/>
      <dgm:spPr/>
      <dgm:t>
        <a:bodyPr/>
        <a:lstStyle/>
        <a:p>
          <a:r>
            <a:rPr lang="en-US"/>
            <a:t>QA responds Yes – testing resumes from  where it paused, with the bug  logged and linked.</a:t>
          </a:r>
        </a:p>
      </dgm:t>
    </dgm:pt>
    <dgm:pt modelId="{8049FB5C-F58B-417B-B05B-51B5BB9EF869}" type="parTrans" cxnId="{F503DD1F-3AC7-4387-A0A9-9D00E2586281}">
      <dgm:prSet/>
      <dgm:spPr/>
      <dgm:t>
        <a:bodyPr/>
        <a:lstStyle/>
        <a:p>
          <a:endParaRPr lang="en-US"/>
        </a:p>
      </dgm:t>
    </dgm:pt>
    <dgm:pt modelId="{69297D7C-3025-4795-B975-9823B03A2C51}" type="sibTrans" cxnId="{F503DD1F-3AC7-4387-A0A9-9D00E2586281}">
      <dgm:prSet/>
      <dgm:spPr/>
      <dgm:t>
        <a:bodyPr/>
        <a:lstStyle/>
        <a:p>
          <a:endParaRPr lang="en-US"/>
        </a:p>
      </dgm:t>
    </dgm:pt>
    <dgm:pt modelId="{3CD3C245-8465-4D6A-B728-B145B1749D02}">
      <dgm:prSet/>
      <dgm:spPr/>
      <dgm:t>
        <a:bodyPr/>
        <a:lstStyle/>
        <a:p>
          <a:r>
            <a:rPr lang="en-US"/>
            <a:t>QA responds anything else – execution stops immediately; nothing further runs until the bug is addressed.</a:t>
          </a:r>
        </a:p>
      </dgm:t>
    </dgm:pt>
    <dgm:pt modelId="{23023C09-F472-4DB0-AC82-B81121E7BC5B}" type="parTrans" cxnId="{7D6ABB7B-F056-462A-8C81-028FFA8235C8}">
      <dgm:prSet/>
      <dgm:spPr/>
      <dgm:t>
        <a:bodyPr/>
        <a:lstStyle/>
        <a:p>
          <a:endParaRPr lang="en-US"/>
        </a:p>
      </dgm:t>
    </dgm:pt>
    <dgm:pt modelId="{CC87658B-3DD9-482A-ACA0-5709B42249DE}" type="sibTrans" cxnId="{7D6ABB7B-F056-462A-8C81-028FFA8235C8}">
      <dgm:prSet/>
      <dgm:spPr/>
      <dgm:t>
        <a:bodyPr/>
        <a:lstStyle/>
        <a:p>
          <a:endParaRPr lang="en-US"/>
        </a:p>
      </dgm:t>
    </dgm:pt>
    <dgm:pt modelId="{FBC4A17C-43C5-4D8C-8482-F7E41F3997B3}">
      <dgm:prSet/>
      <dgm:spPr/>
      <dgm:t>
        <a:bodyPr/>
        <a:lstStyle/>
        <a:p>
          <a:r>
            <a:rPr lang="en-US"/>
            <a:t>Job did not run – the Job Monitor Agent detects the missed job/ pipeline and pops an alert to QA.</a:t>
          </a:r>
        </a:p>
      </dgm:t>
    </dgm:pt>
    <dgm:pt modelId="{3E072F3C-BBE0-49A6-8AEC-81CCA055ED48}" type="parTrans" cxnId="{658D5D57-2C52-48F0-9505-C965CECA59B5}">
      <dgm:prSet/>
      <dgm:spPr/>
      <dgm:t>
        <a:bodyPr/>
        <a:lstStyle/>
        <a:p>
          <a:endParaRPr lang="en-US"/>
        </a:p>
      </dgm:t>
    </dgm:pt>
    <dgm:pt modelId="{A6EE68BB-ACD3-4D8D-B694-BB5717CC5BFF}" type="sibTrans" cxnId="{658D5D57-2C52-48F0-9505-C965CECA59B5}">
      <dgm:prSet/>
      <dgm:spPr/>
      <dgm:t>
        <a:bodyPr/>
        <a:lstStyle/>
        <a:p>
          <a:endParaRPr lang="en-US"/>
        </a:p>
      </dgm:t>
    </dgm:pt>
    <dgm:pt modelId="{A119527D-992A-40F1-9157-9D0114B49AED}">
      <dgm:prSet/>
      <dgm:spPr/>
      <dgm:t>
        <a:bodyPr/>
        <a:lstStyle/>
        <a:p>
          <a:r>
            <a:rPr lang="en-US"/>
            <a:t>No continue path here – a missed job always stops execution; QA must resolve the job before re – running.</a:t>
          </a:r>
        </a:p>
      </dgm:t>
    </dgm:pt>
    <dgm:pt modelId="{E6A9CD21-FD7B-4D25-976C-4F2F9329025E}" type="parTrans" cxnId="{5BF251F7-5F1F-470A-AF73-8B2CC150A7C0}">
      <dgm:prSet/>
      <dgm:spPr/>
      <dgm:t>
        <a:bodyPr/>
        <a:lstStyle/>
        <a:p>
          <a:endParaRPr lang="en-US"/>
        </a:p>
      </dgm:t>
    </dgm:pt>
    <dgm:pt modelId="{06070CAA-3F46-483B-8D46-5F547C0D80AD}" type="sibTrans" cxnId="{5BF251F7-5F1F-470A-AF73-8B2CC150A7C0}">
      <dgm:prSet/>
      <dgm:spPr/>
      <dgm:t>
        <a:bodyPr/>
        <a:lstStyle/>
        <a:p>
          <a:endParaRPr lang="en-US"/>
        </a:p>
      </dgm:t>
    </dgm:pt>
    <dgm:pt modelId="{3A7125F9-3540-4854-AEDB-E1CFE574A021}" type="pres">
      <dgm:prSet presAssocID="{61F21277-F09D-4274-AEC6-972E7CE0C664}" presName="linear" presStyleCnt="0">
        <dgm:presLayoutVars>
          <dgm:animLvl val="lvl"/>
          <dgm:resizeHandles val="exact"/>
        </dgm:presLayoutVars>
      </dgm:prSet>
      <dgm:spPr/>
    </dgm:pt>
    <dgm:pt modelId="{32BEC98F-67D5-43A9-8451-41E2725F8C72}" type="pres">
      <dgm:prSet presAssocID="{E6CCE3E3-5A20-4D30-B253-55DF795BB9B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743F860-5967-444A-86B6-7F85A0BB7C30}" type="pres">
      <dgm:prSet presAssocID="{48836691-14B6-4E27-B048-8C9D75122AF9}" presName="spacer" presStyleCnt="0"/>
      <dgm:spPr/>
    </dgm:pt>
    <dgm:pt modelId="{3F02E708-BF2E-49E9-9F6D-8C631893D35D}" type="pres">
      <dgm:prSet presAssocID="{73493EA5-FC97-4B07-A4C1-99C66D6DF9A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964A217-5594-4230-BB6B-5A2CD0712436}" type="pres">
      <dgm:prSet presAssocID="{69297D7C-3025-4795-B975-9823B03A2C51}" presName="spacer" presStyleCnt="0"/>
      <dgm:spPr/>
    </dgm:pt>
    <dgm:pt modelId="{8275590E-B3C5-407F-A81D-C7473CAE4B47}" type="pres">
      <dgm:prSet presAssocID="{3CD3C245-8465-4D6A-B728-B145B1749D0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BA99487-35F5-4861-B41B-8E7AA04D671E}" type="pres">
      <dgm:prSet presAssocID="{CC87658B-3DD9-482A-ACA0-5709B42249DE}" presName="spacer" presStyleCnt="0"/>
      <dgm:spPr/>
    </dgm:pt>
    <dgm:pt modelId="{262B2F38-A9A8-4BD1-B1AB-F6694B19AD2C}" type="pres">
      <dgm:prSet presAssocID="{FBC4A17C-43C5-4D8C-8482-F7E41F3997B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5C568E5-B323-436B-AC3A-7EE8E8B294D4}" type="pres">
      <dgm:prSet presAssocID="{A6EE68BB-ACD3-4D8D-B694-BB5717CC5BFF}" presName="spacer" presStyleCnt="0"/>
      <dgm:spPr/>
    </dgm:pt>
    <dgm:pt modelId="{2C404BD2-4ABE-41CF-A5D0-D98FABE3E4C1}" type="pres">
      <dgm:prSet presAssocID="{A119527D-992A-40F1-9157-9D0114B49AE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8CFAC10-C9C2-4BB8-9139-2EEA8B3291BF}" type="presOf" srcId="{A119527D-992A-40F1-9157-9D0114B49AED}" destId="{2C404BD2-4ABE-41CF-A5D0-D98FABE3E4C1}" srcOrd="0" destOrd="0" presId="urn:microsoft.com/office/officeart/2005/8/layout/vList2"/>
    <dgm:cxn modelId="{F503DD1F-3AC7-4387-A0A9-9D00E2586281}" srcId="{61F21277-F09D-4274-AEC6-972E7CE0C664}" destId="{73493EA5-FC97-4B07-A4C1-99C66D6DF9AA}" srcOrd="1" destOrd="0" parTransId="{8049FB5C-F58B-417B-B05B-51B5BB9EF869}" sibTransId="{69297D7C-3025-4795-B975-9823B03A2C51}"/>
    <dgm:cxn modelId="{7D4D8463-704D-484C-A68B-DA659D275D39}" type="presOf" srcId="{61F21277-F09D-4274-AEC6-972E7CE0C664}" destId="{3A7125F9-3540-4854-AEDB-E1CFE574A021}" srcOrd="0" destOrd="0" presId="urn:microsoft.com/office/officeart/2005/8/layout/vList2"/>
    <dgm:cxn modelId="{2745AC68-CA84-4C25-99C1-E247FB212655}" type="presOf" srcId="{3CD3C245-8465-4D6A-B728-B145B1749D02}" destId="{8275590E-B3C5-407F-A81D-C7473CAE4B47}" srcOrd="0" destOrd="0" presId="urn:microsoft.com/office/officeart/2005/8/layout/vList2"/>
    <dgm:cxn modelId="{658D5D57-2C52-48F0-9505-C965CECA59B5}" srcId="{61F21277-F09D-4274-AEC6-972E7CE0C664}" destId="{FBC4A17C-43C5-4D8C-8482-F7E41F3997B3}" srcOrd="3" destOrd="0" parTransId="{3E072F3C-BBE0-49A6-8AEC-81CCA055ED48}" sibTransId="{A6EE68BB-ACD3-4D8D-B694-BB5717CC5BFF}"/>
    <dgm:cxn modelId="{7D6ABB7B-F056-462A-8C81-028FFA8235C8}" srcId="{61F21277-F09D-4274-AEC6-972E7CE0C664}" destId="{3CD3C245-8465-4D6A-B728-B145B1749D02}" srcOrd="2" destOrd="0" parTransId="{23023C09-F472-4DB0-AC82-B81121E7BC5B}" sibTransId="{CC87658B-3DD9-482A-ACA0-5709B42249DE}"/>
    <dgm:cxn modelId="{6FE35E9E-D708-4E45-A101-2886CD4C27A4}" type="presOf" srcId="{FBC4A17C-43C5-4D8C-8482-F7E41F3997B3}" destId="{262B2F38-A9A8-4BD1-B1AB-F6694B19AD2C}" srcOrd="0" destOrd="0" presId="urn:microsoft.com/office/officeart/2005/8/layout/vList2"/>
    <dgm:cxn modelId="{48FC43A0-4781-419E-A3FE-C45DC201FD21}" srcId="{61F21277-F09D-4274-AEC6-972E7CE0C664}" destId="{E6CCE3E3-5A20-4D30-B253-55DF795BB9B0}" srcOrd="0" destOrd="0" parTransId="{EC4D4A67-6CFF-4729-B220-953D1E408B84}" sibTransId="{48836691-14B6-4E27-B048-8C9D75122AF9}"/>
    <dgm:cxn modelId="{C9B469D4-E0C9-429D-BD7A-8E830FF3E147}" type="presOf" srcId="{E6CCE3E3-5A20-4D30-B253-55DF795BB9B0}" destId="{32BEC98F-67D5-43A9-8451-41E2725F8C72}" srcOrd="0" destOrd="0" presId="urn:microsoft.com/office/officeart/2005/8/layout/vList2"/>
    <dgm:cxn modelId="{903416F1-60C9-4317-ABE6-E38DEDA20DCE}" type="presOf" srcId="{73493EA5-FC97-4B07-A4C1-99C66D6DF9AA}" destId="{3F02E708-BF2E-49E9-9F6D-8C631893D35D}" srcOrd="0" destOrd="0" presId="urn:microsoft.com/office/officeart/2005/8/layout/vList2"/>
    <dgm:cxn modelId="{5BF251F7-5F1F-470A-AF73-8B2CC150A7C0}" srcId="{61F21277-F09D-4274-AEC6-972E7CE0C664}" destId="{A119527D-992A-40F1-9157-9D0114B49AED}" srcOrd="4" destOrd="0" parTransId="{E6A9CD21-FD7B-4D25-976C-4F2F9329025E}" sibTransId="{06070CAA-3F46-483B-8D46-5F547C0D80AD}"/>
    <dgm:cxn modelId="{2316A538-CCC7-4B1A-9DB7-E650D60A57B9}" type="presParOf" srcId="{3A7125F9-3540-4854-AEDB-E1CFE574A021}" destId="{32BEC98F-67D5-43A9-8451-41E2725F8C72}" srcOrd="0" destOrd="0" presId="urn:microsoft.com/office/officeart/2005/8/layout/vList2"/>
    <dgm:cxn modelId="{0C830618-DC47-4F44-94FE-00E7C4BCBA7B}" type="presParOf" srcId="{3A7125F9-3540-4854-AEDB-E1CFE574A021}" destId="{E743F860-5967-444A-86B6-7F85A0BB7C30}" srcOrd="1" destOrd="0" presId="urn:microsoft.com/office/officeart/2005/8/layout/vList2"/>
    <dgm:cxn modelId="{34657875-E2CE-4102-8772-783858A2FF2E}" type="presParOf" srcId="{3A7125F9-3540-4854-AEDB-E1CFE574A021}" destId="{3F02E708-BF2E-49E9-9F6D-8C631893D35D}" srcOrd="2" destOrd="0" presId="urn:microsoft.com/office/officeart/2005/8/layout/vList2"/>
    <dgm:cxn modelId="{A3810C3D-35F7-4EC6-BCB1-840787FFF7D9}" type="presParOf" srcId="{3A7125F9-3540-4854-AEDB-E1CFE574A021}" destId="{1964A217-5594-4230-BB6B-5A2CD0712436}" srcOrd="3" destOrd="0" presId="urn:microsoft.com/office/officeart/2005/8/layout/vList2"/>
    <dgm:cxn modelId="{797B51D6-B6D7-4C60-863E-4BC6959FD4B2}" type="presParOf" srcId="{3A7125F9-3540-4854-AEDB-E1CFE574A021}" destId="{8275590E-B3C5-407F-A81D-C7473CAE4B47}" srcOrd="4" destOrd="0" presId="urn:microsoft.com/office/officeart/2005/8/layout/vList2"/>
    <dgm:cxn modelId="{6C8F92FA-3E12-40EC-95F5-E19728BFF0AD}" type="presParOf" srcId="{3A7125F9-3540-4854-AEDB-E1CFE574A021}" destId="{CBA99487-35F5-4861-B41B-8E7AA04D671E}" srcOrd="5" destOrd="0" presId="urn:microsoft.com/office/officeart/2005/8/layout/vList2"/>
    <dgm:cxn modelId="{0536D2A0-A24A-4ED3-8898-3B715428EE44}" type="presParOf" srcId="{3A7125F9-3540-4854-AEDB-E1CFE574A021}" destId="{262B2F38-A9A8-4BD1-B1AB-F6694B19AD2C}" srcOrd="6" destOrd="0" presId="urn:microsoft.com/office/officeart/2005/8/layout/vList2"/>
    <dgm:cxn modelId="{74020036-148C-4D73-9796-C90FBD1F1C1D}" type="presParOf" srcId="{3A7125F9-3540-4854-AEDB-E1CFE574A021}" destId="{55C568E5-B323-436B-AC3A-7EE8E8B294D4}" srcOrd="7" destOrd="0" presId="urn:microsoft.com/office/officeart/2005/8/layout/vList2"/>
    <dgm:cxn modelId="{59805B17-4CBB-4AE2-BB29-CF1ECD26CF7B}" type="presParOf" srcId="{3A7125F9-3540-4854-AEDB-E1CFE574A021}" destId="{2C404BD2-4ABE-41CF-A5D0-D98FABE3E4C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890B9C1-2D2D-4AF9-8715-161D623CB9F5}" type="doc">
      <dgm:prSet loTypeId="urn:microsoft.com/office/officeart/2005/8/layout/vList2" loCatId="list" qsTypeId="urn:microsoft.com/office/officeart/2005/8/quickstyle/simple1#24" qsCatId="simple" csTypeId="urn:microsoft.com/office/officeart/2005/8/colors/accent1_2#19" csCatId="accent1"/>
      <dgm:spPr/>
      <dgm:t>
        <a:bodyPr/>
        <a:lstStyle/>
        <a:p>
          <a:endParaRPr lang="en-US"/>
        </a:p>
      </dgm:t>
    </dgm:pt>
    <dgm:pt modelId="{251F741C-130A-410B-A3A1-67C516A7E6C1}">
      <dgm:prSet/>
      <dgm:spPr/>
      <dgm:t>
        <a:bodyPr/>
        <a:lstStyle/>
        <a:p>
          <a:r>
            <a:rPr lang="en-US" b="1"/>
            <a:t>Control</a:t>
          </a:r>
          <a:r>
            <a:rPr lang="en-US"/>
            <a:t>                                                                                                       </a:t>
          </a:r>
          <a:r>
            <a:rPr lang="en-US" b="1"/>
            <a:t>Status</a:t>
          </a:r>
          <a:endParaRPr lang="en-US"/>
        </a:p>
      </dgm:t>
    </dgm:pt>
    <dgm:pt modelId="{0C1745CE-D5E1-433A-BEBE-9411DA00CC70}" type="parTrans" cxnId="{437F33A2-EDBA-4416-AA85-FB1297239841}">
      <dgm:prSet/>
      <dgm:spPr/>
      <dgm:t>
        <a:bodyPr/>
        <a:lstStyle/>
        <a:p>
          <a:endParaRPr lang="en-US"/>
        </a:p>
      </dgm:t>
    </dgm:pt>
    <dgm:pt modelId="{0CF55A2E-F5F9-4C49-BFCF-6C2119964A78}" type="sibTrans" cxnId="{437F33A2-EDBA-4416-AA85-FB1297239841}">
      <dgm:prSet/>
      <dgm:spPr/>
      <dgm:t>
        <a:bodyPr/>
        <a:lstStyle/>
        <a:p>
          <a:endParaRPr lang="en-US"/>
        </a:p>
      </dgm:t>
    </dgm:pt>
    <dgm:pt modelId="{B3457630-D205-44AF-BE6F-E088ADEE735E}">
      <dgm:prSet/>
      <dgm:spPr/>
      <dgm:t>
        <a:bodyPr/>
        <a:lstStyle/>
        <a:p>
          <a:r>
            <a:rPr lang="en-US"/>
            <a:t>ADF Pipeline check in EST time zone                                               Y            </a:t>
          </a:r>
        </a:p>
      </dgm:t>
    </dgm:pt>
    <dgm:pt modelId="{739AA48F-D4D1-43D1-9C07-E91AF0190C04}" type="parTrans" cxnId="{32A9BEA3-E3E2-47C6-9D37-8C2B3ADDAE0F}">
      <dgm:prSet/>
      <dgm:spPr/>
      <dgm:t>
        <a:bodyPr/>
        <a:lstStyle/>
        <a:p>
          <a:endParaRPr lang="en-US"/>
        </a:p>
      </dgm:t>
    </dgm:pt>
    <dgm:pt modelId="{23389574-BC55-432B-AF2F-996327827E71}" type="sibTrans" cxnId="{32A9BEA3-E3E2-47C6-9D37-8C2B3ADDAE0F}">
      <dgm:prSet/>
      <dgm:spPr/>
      <dgm:t>
        <a:bodyPr/>
        <a:lstStyle/>
        <a:p>
          <a:endParaRPr lang="en-US"/>
        </a:p>
      </dgm:t>
    </dgm:pt>
    <dgm:pt modelId="{E05F11A8-10A0-43F7-88B9-FDC04FFED44D}">
      <dgm:prSet/>
      <dgm:spPr/>
      <dgm:t>
        <a:bodyPr/>
        <a:lstStyle/>
        <a:p>
          <a:r>
            <a:rPr lang="en-US"/>
            <a:t>Exclude ETLMetadataSK from duplicate check                           Y</a:t>
          </a:r>
        </a:p>
      </dgm:t>
    </dgm:pt>
    <dgm:pt modelId="{B8A946BC-376F-401A-8070-720801DC7AF2}" type="parTrans" cxnId="{C138984B-EEC1-4880-8CDC-8507BFB9EED7}">
      <dgm:prSet/>
      <dgm:spPr/>
      <dgm:t>
        <a:bodyPr/>
        <a:lstStyle/>
        <a:p>
          <a:endParaRPr lang="en-US"/>
        </a:p>
      </dgm:t>
    </dgm:pt>
    <dgm:pt modelId="{F9703AEE-1112-431C-ADAA-CB9788DBEC09}" type="sibTrans" cxnId="{C138984B-EEC1-4880-8CDC-8507BFB9EED7}">
      <dgm:prSet/>
      <dgm:spPr/>
      <dgm:t>
        <a:bodyPr/>
        <a:lstStyle/>
        <a:p>
          <a:endParaRPr lang="en-US"/>
        </a:p>
      </dgm:t>
    </dgm:pt>
    <dgm:pt modelId="{80F0C243-26A1-462C-ABCF-F68C78374B99}">
      <dgm:prSet/>
      <dgm:spPr/>
      <dgm:t>
        <a:bodyPr/>
        <a:lstStyle/>
        <a:p>
          <a:r>
            <a:rPr lang="en-US"/>
            <a:t>Test coverage meets acceptance criteria                                       Y</a:t>
          </a:r>
        </a:p>
      </dgm:t>
    </dgm:pt>
    <dgm:pt modelId="{2F325C53-02D5-4BD7-8DF4-FAB28E0D9D3E}" type="parTrans" cxnId="{1A9BBC98-D7ED-4FBA-9F16-8193E90867BE}">
      <dgm:prSet/>
      <dgm:spPr/>
      <dgm:t>
        <a:bodyPr/>
        <a:lstStyle/>
        <a:p>
          <a:endParaRPr lang="en-US"/>
        </a:p>
      </dgm:t>
    </dgm:pt>
    <dgm:pt modelId="{7F7EB1C6-CB29-4485-BABC-1BEE0A071FBA}" type="sibTrans" cxnId="{1A9BBC98-D7ED-4FBA-9F16-8193E90867BE}">
      <dgm:prSet/>
      <dgm:spPr/>
      <dgm:t>
        <a:bodyPr/>
        <a:lstStyle/>
        <a:p>
          <a:endParaRPr lang="en-US"/>
        </a:p>
      </dgm:t>
    </dgm:pt>
    <dgm:pt modelId="{1D888E7B-66EC-470A-A712-68E48BA2EF60}">
      <dgm:prSet/>
      <dgm:spPr/>
      <dgm:t>
        <a:bodyPr/>
        <a:lstStyle/>
        <a:p>
          <a:r>
            <a:rPr lang="en-US"/>
            <a:t>Temporary source view evidence provided                                    Y</a:t>
          </a:r>
        </a:p>
      </dgm:t>
    </dgm:pt>
    <dgm:pt modelId="{CFDF6E95-75C9-4962-A4F5-843FB9097841}" type="parTrans" cxnId="{8297FCB5-7502-4AFA-B378-E9D41C9E4C9A}">
      <dgm:prSet/>
      <dgm:spPr/>
      <dgm:t>
        <a:bodyPr/>
        <a:lstStyle/>
        <a:p>
          <a:endParaRPr lang="en-US"/>
        </a:p>
      </dgm:t>
    </dgm:pt>
    <dgm:pt modelId="{9D2052C7-A65F-4DAF-AEDE-6BAA4C14B874}" type="sibTrans" cxnId="{8297FCB5-7502-4AFA-B378-E9D41C9E4C9A}">
      <dgm:prSet/>
      <dgm:spPr/>
      <dgm:t>
        <a:bodyPr/>
        <a:lstStyle/>
        <a:p>
          <a:endParaRPr lang="en-US"/>
        </a:p>
      </dgm:t>
    </dgm:pt>
    <dgm:pt modelId="{75191224-C29C-4F3F-9572-AC2B8AC172A4}">
      <dgm:prSet/>
      <dgm:spPr/>
      <dgm:t>
        <a:bodyPr/>
        <a:lstStyle/>
        <a:p>
          <a:r>
            <a:rPr lang="en-US"/>
            <a:t>Downstream ADF job validation                                                 NA-WhenApplicable</a:t>
          </a:r>
        </a:p>
      </dgm:t>
    </dgm:pt>
    <dgm:pt modelId="{33175CE5-B91B-4260-AF11-CF5DD77D80B5}" type="parTrans" cxnId="{FC4C78D3-8049-40A9-9CCE-36B6A27D224F}">
      <dgm:prSet/>
      <dgm:spPr/>
      <dgm:t>
        <a:bodyPr/>
        <a:lstStyle/>
        <a:p>
          <a:endParaRPr lang="en-US"/>
        </a:p>
      </dgm:t>
    </dgm:pt>
    <dgm:pt modelId="{93E90CE7-1389-4766-842F-62D49F8D8E8B}" type="sibTrans" cxnId="{FC4C78D3-8049-40A9-9CCE-36B6A27D224F}">
      <dgm:prSet/>
      <dgm:spPr/>
      <dgm:t>
        <a:bodyPr/>
        <a:lstStyle/>
        <a:p>
          <a:endParaRPr lang="en-US"/>
        </a:p>
      </dgm:t>
    </dgm:pt>
    <dgm:pt modelId="{1693E05B-2D73-496F-999E-A124CC0FA78E}">
      <dgm:prSet/>
      <dgm:spPr/>
      <dgm:t>
        <a:bodyPr/>
        <a:lstStyle/>
        <a:p>
          <a:r>
            <a:rPr lang="en-US"/>
            <a:t>Regression testing/evidence after bug fix                               NA-WhenApplicable</a:t>
          </a:r>
        </a:p>
      </dgm:t>
    </dgm:pt>
    <dgm:pt modelId="{A4632B24-836D-4C8E-9D9E-943D6ECBABDA}" type="parTrans" cxnId="{20663A05-994D-4531-8478-5697F7F87D97}">
      <dgm:prSet/>
      <dgm:spPr/>
      <dgm:t>
        <a:bodyPr/>
        <a:lstStyle/>
        <a:p>
          <a:endParaRPr lang="en-US"/>
        </a:p>
      </dgm:t>
    </dgm:pt>
    <dgm:pt modelId="{EA632CFF-3AC4-44FA-A33E-2EAF4C21D2D9}" type="sibTrans" cxnId="{20663A05-994D-4531-8478-5697F7F87D97}">
      <dgm:prSet/>
      <dgm:spPr/>
      <dgm:t>
        <a:bodyPr/>
        <a:lstStyle/>
        <a:p>
          <a:endParaRPr lang="en-US"/>
        </a:p>
      </dgm:t>
    </dgm:pt>
    <dgm:pt modelId="{4BD90F9D-3C31-4473-9686-E19F6E6BF13B}">
      <dgm:prSet/>
      <dgm:spPr/>
      <dgm:t>
        <a:bodyPr/>
        <a:lstStyle/>
        <a:p>
          <a:r>
            <a:rPr lang="en-US"/>
            <a:t>Bug found -&gt; QA decision pop-up before continuing                   Y</a:t>
          </a:r>
        </a:p>
      </dgm:t>
    </dgm:pt>
    <dgm:pt modelId="{50BE9AC7-9CE2-4FA0-A557-94957CF02C83}" type="parTrans" cxnId="{58579B50-FB9D-4862-A9A1-CA93AA59E964}">
      <dgm:prSet/>
      <dgm:spPr/>
      <dgm:t>
        <a:bodyPr/>
        <a:lstStyle/>
        <a:p>
          <a:endParaRPr lang="en-US"/>
        </a:p>
      </dgm:t>
    </dgm:pt>
    <dgm:pt modelId="{2C83A930-400D-46D6-B062-D2EB320D64FF}" type="sibTrans" cxnId="{58579B50-FB9D-4862-A9A1-CA93AA59E964}">
      <dgm:prSet/>
      <dgm:spPr/>
      <dgm:t>
        <a:bodyPr/>
        <a:lstStyle/>
        <a:p>
          <a:endParaRPr lang="en-US"/>
        </a:p>
      </dgm:t>
    </dgm:pt>
    <dgm:pt modelId="{9B094EB2-6B22-4105-9E6E-3760026FB041}">
      <dgm:prSet/>
      <dgm:spPr/>
      <dgm:t>
        <a:bodyPr/>
        <a:lstStyle/>
        <a:p>
          <a:r>
            <a:rPr lang="en-US"/>
            <a:t>Missed job run -&gt; QA alert and hard stop                                           Y</a:t>
          </a:r>
        </a:p>
      </dgm:t>
    </dgm:pt>
    <dgm:pt modelId="{C22043B9-A9A2-4B79-A3D1-054EEE35D696}" type="parTrans" cxnId="{52ED72DC-EF5E-4681-87F9-331C5A0C2D4C}">
      <dgm:prSet/>
      <dgm:spPr/>
      <dgm:t>
        <a:bodyPr/>
        <a:lstStyle/>
        <a:p>
          <a:endParaRPr lang="en-US"/>
        </a:p>
      </dgm:t>
    </dgm:pt>
    <dgm:pt modelId="{65B04434-3A92-4E9F-955A-7872342067A6}" type="sibTrans" cxnId="{52ED72DC-EF5E-4681-87F9-331C5A0C2D4C}">
      <dgm:prSet/>
      <dgm:spPr/>
      <dgm:t>
        <a:bodyPr/>
        <a:lstStyle/>
        <a:p>
          <a:endParaRPr lang="en-US"/>
        </a:p>
      </dgm:t>
    </dgm:pt>
    <dgm:pt modelId="{14E66C43-44E2-461B-BA91-7B964EEC061A}">
      <dgm:prSet/>
      <dgm:spPr/>
      <dgm:t>
        <a:bodyPr/>
        <a:lstStyle/>
        <a:p>
          <a:r>
            <a:rPr lang="en-US"/>
            <a:t>Screenshot + notebook evidence on every test case’s child link   Y</a:t>
          </a:r>
        </a:p>
      </dgm:t>
    </dgm:pt>
    <dgm:pt modelId="{93CAC3CC-44C0-49B4-AE3D-48D53BCCCB0F}" type="parTrans" cxnId="{6EDFAB18-32E3-4115-9F1C-D0F75752CADF}">
      <dgm:prSet/>
      <dgm:spPr/>
      <dgm:t>
        <a:bodyPr/>
        <a:lstStyle/>
        <a:p>
          <a:endParaRPr lang="en-US"/>
        </a:p>
      </dgm:t>
    </dgm:pt>
    <dgm:pt modelId="{ACC42352-C0DD-4F9F-92A6-124BD3FE5D5F}" type="sibTrans" cxnId="{6EDFAB18-32E3-4115-9F1C-D0F75752CADF}">
      <dgm:prSet/>
      <dgm:spPr/>
      <dgm:t>
        <a:bodyPr/>
        <a:lstStyle/>
        <a:p>
          <a:endParaRPr lang="en-US"/>
        </a:p>
      </dgm:t>
    </dgm:pt>
    <dgm:pt modelId="{BCCE73D8-AC31-49D0-BDB7-DD4898B54CE4}" type="pres">
      <dgm:prSet presAssocID="{2890B9C1-2D2D-4AF9-8715-161D623CB9F5}" presName="linear" presStyleCnt="0">
        <dgm:presLayoutVars>
          <dgm:animLvl val="lvl"/>
          <dgm:resizeHandles val="exact"/>
        </dgm:presLayoutVars>
      </dgm:prSet>
      <dgm:spPr/>
    </dgm:pt>
    <dgm:pt modelId="{32AADB3F-12CD-4476-9230-2217A06B71BE}" type="pres">
      <dgm:prSet presAssocID="{251F741C-130A-410B-A3A1-67C516A7E6C1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09F96E13-E05F-428D-8D12-02FDC48E5FF5}" type="pres">
      <dgm:prSet presAssocID="{0CF55A2E-F5F9-4C49-BFCF-6C2119964A78}" presName="spacer" presStyleCnt="0"/>
      <dgm:spPr/>
    </dgm:pt>
    <dgm:pt modelId="{01C64BF7-C887-43E9-A837-4374CE131D50}" type="pres">
      <dgm:prSet presAssocID="{B3457630-D205-44AF-BE6F-E088ADEE735E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9F62791F-8F5A-420F-8FCC-860EF09367E1}" type="pres">
      <dgm:prSet presAssocID="{23389574-BC55-432B-AF2F-996327827E71}" presName="spacer" presStyleCnt="0"/>
      <dgm:spPr/>
    </dgm:pt>
    <dgm:pt modelId="{35B2E2A0-3B7E-4D01-BD33-DA0390211179}" type="pres">
      <dgm:prSet presAssocID="{E05F11A8-10A0-43F7-88B9-FDC04FFED44D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0FC6C4F7-DB87-4CA4-AA98-618EA0EAA051}" type="pres">
      <dgm:prSet presAssocID="{F9703AEE-1112-431C-ADAA-CB9788DBEC09}" presName="spacer" presStyleCnt="0"/>
      <dgm:spPr/>
    </dgm:pt>
    <dgm:pt modelId="{679F2772-A8E7-4D4F-A9A0-233E96651394}" type="pres">
      <dgm:prSet presAssocID="{80F0C243-26A1-462C-ABCF-F68C78374B99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9D210877-1A46-40F0-A5DF-E61B491D96C8}" type="pres">
      <dgm:prSet presAssocID="{7F7EB1C6-CB29-4485-BABC-1BEE0A071FBA}" presName="spacer" presStyleCnt="0"/>
      <dgm:spPr/>
    </dgm:pt>
    <dgm:pt modelId="{48A15EF8-19CE-49DB-BA82-A82D52B3EA60}" type="pres">
      <dgm:prSet presAssocID="{1D888E7B-66EC-470A-A712-68E48BA2EF60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BDD8E375-A6E9-4B25-8D38-2E4A17B4DF98}" type="pres">
      <dgm:prSet presAssocID="{9D2052C7-A65F-4DAF-AEDE-6BAA4C14B874}" presName="spacer" presStyleCnt="0"/>
      <dgm:spPr/>
    </dgm:pt>
    <dgm:pt modelId="{F05A4B96-F4C4-483B-9397-40E96FC787AE}" type="pres">
      <dgm:prSet presAssocID="{75191224-C29C-4F3F-9572-AC2B8AC172A4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B5108451-EF1E-4137-B440-867FA5598588}" type="pres">
      <dgm:prSet presAssocID="{93E90CE7-1389-4766-842F-62D49F8D8E8B}" presName="spacer" presStyleCnt="0"/>
      <dgm:spPr/>
    </dgm:pt>
    <dgm:pt modelId="{49F1DEEF-AD13-4C62-B1C8-AB60FA01EDE7}" type="pres">
      <dgm:prSet presAssocID="{1693E05B-2D73-496F-999E-A124CC0FA78E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8022CB6D-0210-4769-B936-07452B294C9A}" type="pres">
      <dgm:prSet presAssocID="{EA632CFF-3AC4-44FA-A33E-2EAF4C21D2D9}" presName="spacer" presStyleCnt="0"/>
      <dgm:spPr/>
    </dgm:pt>
    <dgm:pt modelId="{F7F0996C-08DE-455A-8A62-FB082EF6D4CC}" type="pres">
      <dgm:prSet presAssocID="{4BD90F9D-3C31-4473-9686-E19F6E6BF13B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3DA2FF92-7832-4709-B3CB-32E49E4577D5}" type="pres">
      <dgm:prSet presAssocID="{2C83A930-400D-46D6-B062-D2EB320D64FF}" presName="spacer" presStyleCnt="0"/>
      <dgm:spPr/>
    </dgm:pt>
    <dgm:pt modelId="{2B3A56FE-F914-4054-891A-80E7232B43FB}" type="pres">
      <dgm:prSet presAssocID="{9B094EB2-6B22-4105-9E6E-3760026FB041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E0CCF9EE-7786-46A0-B85B-365DA450F49E}" type="pres">
      <dgm:prSet presAssocID="{65B04434-3A92-4E9F-955A-7872342067A6}" presName="spacer" presStyleCnt="0"/>
      <dgm:spPr/>
    </dgm:pt>
    <dgm:pt modelId="{D1DC6D57-30B4-46AD-B0ED-F8376C8147FA}" type="pres">
      <dgm:prSet presAssocID="{14E66C43-44E2-461B-BA91-7B964EEC061A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20663A05-994D-4531-8478-5697F7F87D97}" srcId="{2890B9C1-2D2D-4AF9-8715-161D623CB9F5}" destId="{1693E05B-2D73-496F-999E-A124CC0FA78E}" srcOrd="6" destOrd="0" parTransId="{A4632B24-836D-4C8E-9D9E-943D6ECBABDA}" sibTransId="{EA632CFF-3AC4-44FA-A33E-2EAF4C21D2D9}"/>
    <dgm:cxn modelId="{9B42D809-6B91-43F9-B909-983EB6995944}" type="presOf" srcId="{251F741C-130A-410B-A3A1-67C516A7E6C1}" destId="{32AADB3F-12CD-4476-9230-2217A06B71BE}" srcOrd="0" destOrd="0" presId="urn:microsoft.com/office/officeart/2005/8/layout/vList2"/>
    <dgm:cxn modelId="{6EDFAB18-32E3-4115-9F1C-D0F75752CADF}" srcId="{2890B9C1-2D2D-4AF9-8715-161D623CB9F5}" destId="{14E66C43-44E2-461B-BA91-7B964EEC061A}" srcOrd="9" destOrd="0" parTransId="{93CAC3CC-44C0-49B4-AE3D-48D53BCCCB0F}" sibTransId="{ACC42352-C0DD-4F9F-92A6-124BD3FE5D5F}"/>
    <dgm:cxn modelId="{227B8B2C-AB0D-4D8F-BDC6-2166A0BD95D6}" type="presOf" srcId="{1693E05B-2D73-496F-999E-A124CC0FA78E}" destId="{49F1DEEF-AD13-4C62-B1C8-AB60FA01EDE7}" srcOrd="0" destOrd="0" presId="urn:microsoft.com/office/officeart/2005/8/layout/vList2"/>
    <dgm:cxn modelId="{CD4ABC5B-0552-4A69-AEDE-65BC81B3E2A4}" type="presOf" srcId="{2890B9C1-2D2D-4AF9-8715-161D623CB9F5}" destId="{BCCE73D8-AC31-49D0-BDB7-DD4898B54CE4}" srcOrd="0" destOrd="0" presId="urn:microsoft.com/office/officeart/2005/8/layout/vList2"/>
    <dgm:cxn modelId="{87DA9B44-E3D9-4C0E-91E8-0253F4FCF903}" type="presOf" srcId="{80F0C243-26A1-462C-ABCF-F68C78374B99}" destId="{679F2772-A8E7-4D4F-A9A0-233E96651394}" srcOrd="0" destOrd="0" presId="urn:microsoft.com/office/officeart/2005/8/layout/vList2"/>
    <dgm:cxn modelId="{C138984B-EEC1-4880-8CDC-8507BFB9EED7}" srcId="{2890B9C1-2D2D-4AF9-8715-161D623CB9F5}" destId="{E05F11A8-10A0-43F7-88B9-FDC04FFED44D}" srcOrd="2" destOrd="0" parTransId="{B8A946BC-376F-401A-8070-720801DC7AF2}" sibTransId="{F9703AEE-1112-431C-ADAA-CB9788DBEC09}"/>
    <dgm:cxn modelId="{58579B50-FB9D-4862-A9A1-CA93AA59E964}" srcId="{2890B9C1-2D2D-4AF9-8715-161D623CB9F5}" destId="{4BD90F9D-3C31-4473-9686-E19F6E6BF13B}" srcOrd="7" destOrd="0" parTransId="{50BE9AC7-9CE2-4FA0-A557-94957CF02C83}" sibTransId="{2C83A930-400D-46D6-B062-D2EB320D64FF}"/>
    <dgm:cxn modelId="{761ED250-EFDC-4F64-8C48-97D8D0D7F6E1}" type="presOf" srcId="{14E66C43-44E2-461B-BA91-7B964EEC061A}" destId="{D1DC6D57-30B4-46AD-B0ED-F8376C8147FA}" srcOrd="0" destOrd="0" presId="urn:microsoft.com/office/officeart/2005/8/layout/vList2"/>
    <dgm:cxn modelId="{6F67E37B-83FC-4A13-A237-ADDBAC470AA2}" type="presOf" srcId="{75191224-C29C-4F3F-9572-AC2B8AC172A4}" destId="{F05A4B96-F4C4-483B-9397-40E96FC787AE}" srcOrd="0" destOrd="0" presId="urn:microsoft.com/office/officeart/2005/8/layout/vList2"/>
    <dgm:cxn modelId="{9B9EA186-9736-4019-AC4F-F72552AD5AE0}" type="presOf" srcId="{4BD90F9D-3C31-4473-9686-E19F6E6BF13B}" destId="{F7F0996C-08DE-455A-8A62-FB082EF6D4CC}" srcOrd="0" destOrd="0" presId="urn:microsoft.com/office/officeart/2005/8/layout/vList2"/>
    <dgm:cxn modelId="{1A9BBC98-D7ED-4FBA-9F16-8193E90867BE}" srcId="{2890B9C1-2D2D-4AF9-8715-161D623CB9F5}" destId="{80F0C243-26A1-462C-ABCF-F68C78374B99}" srcOrd="3" destOrd="0" parTransId="{2F325C53-02D5-4BD7-8DF4-FAB28E0D9D3E}" sibTransId="{7F7EB1C6-CB29-4485-BABC-1BEE0A071FBA}"/>
    <dgm:cxn modelId="{437F33A2-EDBA-4416-AA85-FB1297239841}" srcId="{2890B9C1-2D2D-4AF9-8715-161D623CB9F5}" destId="{251F741C-130A-410B-A3A1-67C516A7E6C1}" srcOrd="0" destOrd="0" parTransId="{0C1745CE-D5E1-433A-BEBE-9411DA00CC70}" sibTransId="{0CF55A2E-F5F9-4C49-BFCF-6C2119964A78}"/>
    <dgm:cxn modelId="{32A9BEA3-E3E2-47C6-9D37-8C2B3ADDAE0F}" srcId="{2890B9C1-2D2D-4AF9-8715-161D623CB9F5}" destId="{B3457630-D205-44AF-BE6F-E088ADEE735E}" srcOrd="1" destOrd="0" parTransId="{739AA48F-D4D1-43D1-9C07-E91AF0190C04}" sibTransId="{23389574-BC55-432B-AF2F-996327827E71}"/>
    <dgm:cxn modelId="{01FF35A5-288A-489C-BA5E-238909AADACA}" type="presOf" srcId="{E05F11A8-10A0-43F7-88B9-FDC04FFED44D}" destId="{35B2E2A0-3B7E-4D01-BD33-DA0390211179}" srcOrd="0" destOrd="0" presId="urn:microsoft.com/office/officeart/2005/8/layout/vList2"/>
    <dgm:cxn modelId="{8297FCB5-7502-4AFA-B378-E9D41C9E4C9A}" srcId="{2890B9C1-2D2D-4AF9-8715-161D623CB9F5}" destId="{1D888E7B-66EC-470A-A712-68E48BA2EF60}" srcOrd="4" destOrd="0" parTransId="{CFDF6E95-75C9-4962-A4F5-843FB9097841}" sibTransId="{9D2052C7-A65F-4DAF-AEDE-6BAA4C14B874}"/>
    <dgm:cxn modelId="{FC4C78D3-8049-40A9-9CCE-36B6A27D224F}" srcId="{2890B9C1-2D2D-4AF9-8715-161D623CB9F5}" destId="{75191224-C29C-4F3F-9572-AC2B8AC172A4}" srcOrd="5" destOrd="0" parTransId="{33175CE5-B91B-4260-AF11-CF5DD77D80B5}" sibTransId="{93E90CE7-1389-4766-842F-62D49F8D8E8B}"/>
    <dgm:cxn modelId="{E85CCED5-060B-40B6-BEF2-F8B90073C85B}" type="presOf" srcId="{1D888E7B-66EC-470A-A712-68E48BA2EF60}" destId="{48A15EF8-19CE-49DB-BA82-A82D52B3EA60}" srcOrd="0" destOrd="0" presId="urn:microsoft.com/office/officeart/2005/8/layout/vList2"/>
    <dgm:cxn modelId="{52ED72DC-EF5E-4681-87F9-331C5A0C2D4C}" srcId="{2890B9C1-2D2D-4AF9-8715-161D623CB9F5}" destId="{9B094EB2-6B22-4105-9E6E-3760026FB041}" srcOrd="8" destOrd="0" parTransId="{C22043B9-A9A2-4B79-A3D1-054EEE35D696}" sibTransId="{65B04434-3A92-4E9F-955A-7872342067A6}"/>
    <dgm:cxn modelId="{6D8CE6EB-798F-468B-91D0-E21C8C1AE25B}" type="presOf" srcId="{9B094EB2-6B22-4105-9E6E-3760026FB041}" destId="{2B3A56FE-F914-4054-891A-80E7232B43FB}" srcOrd="0" destOrd="0" presId="urn:microsoft.com/office/officeart/2005/8/layout/vList2"/>
    <dgm:cxn modelId="{F4FF52F8-5707-463F-9C78-73EA708CAE0E}" type="presOf" srcId="{B3457630-D205-44AF-BE6F-E088ADEE735E}" destId="{01C64BF7-C887-43E9-A837-4374CE131D50}" srcOrd="0" destOrd="0" presId="urn:microsoft.com/office/officeart/2005/8/layout/vList2"/>
    <dgm:cxn modelId="{83902EE5-A03C-4EF0-8493-8CB93D562866}" type="presParOf" srcId="{BCCE73D8-AC31-49D0-BDB7-DD4898B54CE4}" destId="{32AADB3F-12CD-4476-9230-2217A06B71BE}" srcOrd="0" destOrd="0" presId="urn:microsoft.com/office/officeart/2005/8/layout/vList2"/>
    <dgm:cxn modelId="{F87BCC13-F2DA-44D9-82E4-97FFC86BF83C}" type="presParOf" srcId="{BCCE73D8-AC31-49D0-BDB7-DD4898B54CE4}" destId="{09F96E13-E05F-428D-8D12-02FDC48E5FF5}" srcOrd="1" destOrd="0" presId="urn:microsoft.com/office/officeart/2005/8/layout/vList2"/>
    <dgm:cxn modelId="{C888DDFF-20FB-41C2-AF3A-E03070E35061}" type="presParOf" srcId="{BCCE73D8-AC31-49D0-BDB7-DD4898B54CE4}" destId="{01C64BF7-C887-43E9-A837-4374CE131D50}" srcOrd="2" destOrd="0" presId="urn:microsoft.com/office/officeart/2005/8/layout/vList2"/>
    <dgm:cxn modelId="{9CE0EE9D-E64B-4B30-B6D3-1055FC5644E0}" type="presParOf" srcId="{BCCE73D8-AC31-49D0-BDB7-DD4898B54CE4}" destId="{9F62791F-8F5A-420F-8FCC-860EF09367E1}" srcOrd="3" destOrd="0" presId="urn:microsoft.com/office/officeart/2005/8/layout/vList2"/>
    <dgm:cxn modelId="{B7B0CA74-E240-491A-9F0C-8B36FC10D374}" type="presParOf" srcId="{BCCE73D8-AC31-49D0-BDB7-DD4898B54CE4}" destId="{35B2E2A0-3B7E-4D01-BD33-DA0390211179}" srcOrd="4" destOrd="0" presId="urn:microsoft.com/office/officeart/2005/8/layout/vList2"/>
    <dgm:cxn modelId="{406C97A3-DD5A-4399-BA3F-D00F9236B313}" type="presParOf" srcId="{BCCE73D8-AC31-49D0-BDB7-DD4898B54CE4}" destId="{0FC6C4F7-DB87-4CA4-AA98-618EA0EAA051}" srcOrd="5" destOrd="0" presId="urn:microsoft.com/office/officeart/2005/8/layout/vList2"/>
    <dgm:cxn modelId="{57B06369-EBE5-4247-A60D-80D8E8C1C207}" type="presParOf" srcId="{BCCE73D8-AC31-49D0-BDB7-DD4898B54CE4}" destId="{679F2772-A8E7-4D4F-A9A0-233E96651394}" srcOrd="6" destOrd="0" presId="urn:microsoft.com/office/officeart/2005/8/layout/vList2"/>
    <dgm:cxn modelId="{55F7FEE8-2950-4737-97DF-B2307A23B19B}" type="presParOf" srcId="{BCCE73D8-AC31-49D0-BDB7-DD4898B54CE4}" destId="{9D210877-1A46-40F0-A5DF-E61B491D96C8}" srcOrd="7" destOrd="0" presId="urn:microsoft.com/office/officeart/2005/8/layout/vList2"/>
    <dgm:cxn modelId="{9DF69F42-345A-403C-8873-D977179E8CE8}" type="presParOf" srcId="{BCCE73D8-AC31-49D0-BDB7-DD4898B54CE4}" destId="{48A15EF8-19CE-49DB-BA82-A82D52B3EA60}" srcOrd="8" destOrd="0" presId="urn:microsoft.com/office/officeart/2005/8/layout/vList2"/>
    <dgm:cxn modelId="{F7C80764-55B4-48AA-9684-4BBAB14F8015}" type="presParOf" srcId="{BCCE73D8-AC31-49D0-BDB7-DD4898B54CE4}" destId="{BDD8E375-A6E9-4B25-8D38-2E4A17B4DF98}" srcOrd="9" destOrd="0" presId="urn:microsoft.com/office/officeart/2005/8/layout/vList2"/>
    <dgm:cxn modelId="{8DB1D9B1-9795-4D87-8BE9-A4C094D8FD05}" type="presParOf" srcId="{BCCE73D8-AC31-49D0-BDB7-DD4898B54CE4}" destId="{F05A4B96-F4C4-483B-9397-40E96FC787AE}" srcOrd="10" destOrd="0" presId="urn:microsoft.com/office/officeart/2005/8/layout/vList2"/>
    <dgm:cxn modelId="{573C1A0C-9AE3-4973-96A1-F9DB2C253ADD}" type="presParOf" srcId="{BCCE73D8-AC31-49D0-BDB7-DD4898B54CE4}" destId="{B5108451-EF1E-4137-B440-867FA5598588}" srcOrd="11" destOrd="0" presId="urn:microsoft.com/office/officeart/2005/8/layout/vList2"/>
    <dgm:cxn modelId="{99D5DC33-B06C-4FCF-85B9-B293A3A1B020}" type="presParOf" srcId="{BCCE73D8-AC31-49D0-BDB7-DD4898B54CE4}" destId="{49F1DEEF-AD13-4C62-B1C8-AB60FA01EDE7}" srcOrd="12" destOrd="0" presId="urn:microsoft.com/office/officeart/2005/8/layout/vList2"/>
    <dgm:cxn modelId="{02E0D99F-43F0-41BA-9623-BD416E4BC732}" type="presParOf" srcId="{BCCE73D8-AC31-49D0-BDB7-DD4898B54CE4}" destId="{8022CB6D-0210-4769-B936-07452B294C9A}" srcOrd="13" destOrd="0" presId="urn:microsoft.com/office/officeart/2005/8/layout/vList2"/>
    <dgm:cxn modelId="{A0C2398F-8F38-46BF-B7C2-612361AD69A8}" type="presParOf" srcId="{BCCE73D8-AC31-49D0-BDB7-DD4898B54CE4}" destId="{F7F0996C-08DE-455A-8A62-FB082EF6D4CC}" srcOrd="14" destOrd="0" presId="urn:microsoft.com/office/officeart/2005/8/layout/vList2"/>
    <dgm:cxn modelId="{261703E0-3449-4E75-AB4B-F6F9CF863185}" type="presParOf" srcId="{BCCE73D8-AC31-49D0-BDB7-DD4898B54CE4}" destId="{3DA2FF92-7832-4709-B3CB-32E49E4577D5}" srcOrd="15" destOrd="0" presId="urn:microsoft.com/office/officeart/2005/8/layout/vList2"/>
    <dgm:cxn modelId="{0E978252-4795-4F39-BFAF-206E8B04F335}" type="presParOf" srcId="{BCCE73D8-AC31-49D0-BDB7-DD4898B54CE4}" destId="{2B3A56FE-F914-4054-891A-80E7232B43FB}" srcOrd="16" destOrd="0" presId="urn:microsoft.com/office/officeart/2005/8/layout/vList2"/>
    <dgm:cxn modelId="{9767A562-90A1-4BFE-B4E3-25C7385501B6}" type="presParOf" srcId="{BCCE73D8-AC31-49D0-BDB7-DD4898B54CE4}" destId="{E0CCF9EE-7786-46A0-B85B-365DA450F49E}" srcOrd="17" destOrd="0" presId="urn:microsoft.com/office/officeart/2005/8/layout/vList2"/>
    <dgm:cxn modelId="{B089CD59-CF3D-4985-A2C3-A5DCC1DB4397}" type="presParOf" srcId="{BCCE73D8-AC31-49D0-BDB7-DD4898B54CE4}" destId="{D1DC6D57-30B4-46AD-B0ED-F8376C8147FA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909EE-1BD8-4EEA-A70B-BD2C35EDBCEE}">
      <dsp:nvSpPr>
        <dsp:cNvPr id="0" name=""/>
        <dsp:cNvSpPr/>
      </dsp:nvSpPr>
      <dsp:spPr>
        <a:xfrm>
          <a:off x="0" y="2209"/>
          <a:ext cx="8959892" cy="47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35C29-1568-4386-8949-2A57EB3A57BB}">
      <dsp:nvSpPr>
        <dsp:cNvPr id="0" name=""/>
        <dsp:cNvSpPr/>
      </dsp:nvSpPr>
      <dsp:spPr>
        <a:xfrm>
          <a:off x="142382" y="108114"/>
          <a:ext cx="258877" cy="258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4C49D-89E4-45A1-A69F-2EE93F9BAC89}">
      <dsp:nvSpPr>
        <dsp:cNvPr id="0" name=""/>
        <dsp:cNvSpPr/>
      </dsp:nvSpPr>
      <dsp:spPr>
        <a:xfrm>
          <a:off x="543643" y="2209"/>
          <a:ext cx="8416248" cy="47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814" tIns="49814" rIns="49814" bIns="498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Repeated Manual Work </a:t>
          </a:r>
          <a:r>
            <a:rPr lang="en-US" sz="1900" kern="1200"/>
            <a:t>across INT, CRT, and PRD</a:t>
          </a:r>
        </a:p>
      </dsp:txBody>
      <dsp:txXfrm>
        <a:off x="543643" y="2209"/>
        <a:ext cx="8416248" cy="470687"/>
      </dsp:txXfrm>
    </dsp:sp>
    <dsp:sp modelId="{9CE56734-DF9E-4A9D-9AF6-99BC71337E48}">
      <dsp:nvSpPr>
        <dsp:cNvPr id="0" name=""/>
        <dsp:cNvSpPr/>
      </dsp:nvSpPr>
      <dsp:spPr>
        <a:xfrm>
          <a:off x="0" y="590568"/>
          <a:ext cx="8959892" cy="47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AB5884-7ECB-4D8B-9AD2-B096C566DFD4}">
      <dsp:nvSpPr>
        <dsp:cNvPr id="0" name=""/>
        <dsp:cNvSpPr/>
      </dsp:nvSpPr>
      <dsp:spPr>
        <a:xfrm>
          <a:off x="142382" y="696473"/>
          <a:ext cx="258877" cy="258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BC2FCA-E663-4A6F-B3B4-750CE012FEA1}">
      <dsp:nvSpPr>
        <dsp:cNvPr id="0" name=""/>
        <dsp:cNvSpPr/>
      </dsp:nvSpPr>
      <dsp:spPr>
        <a:xfrm>
          <a:off x="543643" y="590568"/>
          <a:ext cx="8416248" cy="47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814" tIns="49814" rIns="49814" bIns="498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Heavy Engineer Dependency </a:t>
          </a:r>
          <a:r>
            <a:rPr lang="en-US" sz="1900" kern="1200"/>
            <a:t>for notebooks, test coverage, and SQL</a:t>
          </a:r>
        </a:p>
      </dsp:txBody>
      <dsp:txXfrm>
        <a:off x="543643" y="590568"/>
        <a:ext cx="8416248" cy="470687"/>
      </dsp:txXfrm>
    </dsp:sp>
    <dsp:sp modelId="{73C57F4B-6790-4F40-A1F4-7BD4BF8DC355}">
      <dsp:nvSpPr>
        <dsp:cNvPr id="0" name=""/>
        <dsp:cNvSpPr/>
      </dsp:nvSpPr>
      <dsp:spPr>
        <a:xfrm>
          <a:off x="0" y="1178927"/>
          <a:ext cx="8959892" cy="47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C0309C-2A0C-47FC-8962-19CD04C968AD}">
      <dsp:nvSpPr>
        <dsp:cNvPr id="0" name=""/>
        <dsp:cNvSpPr/>
      </dsp:nvSpPr>
      <dsp:spPr>
        <a:xfrm>
          <a:off x="142382" y="1284832"/>
          <a:ext cx="258877" cy="258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C7F555-9A69-4035-9786-894250FEEA24}">
      <dsp:nvSpPr>
        <dsp:cNvPr id="0" name=""/>
        <dsp:cNvSpPr/>
      </dsp:nvSpPr>
      <dsp:spPr>
        <a:xfrm>
          <a:off x="543643" y="1178927"/>
          <a:ext cx="8416248" cy="47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814" tIns="49814" rIns="49814" bIns="498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Difficult Knowledge Reuse </a:t>
          </a:r>
          <a:r>
            <a:rPr lang="en-US" sz="1900" kern="1200"/>
            <a:t>across notebooks and environments</a:t>
          </a:r>
        </a:p>
      </dsp:txBody>
      <dsp:txXfrm>
        <a:off x="543643" y="1178927"/>
        <a:ext cx="8416248" cy="470687"/>
      </dsp:txXfrm>
    </dsp:sp>
    <dsp:sp modelId="{FB70ADD5-5E55-4E0A-A346-A37A9CA9F6B8}">
      <dsp:nvSpPr>
        <dsp:cNvPr id="0" name=""/>
        <dsp:cNvSpPr/>
      </dsp:nvSpPr>
      <dsp:spPr>
        <a:xfrm>
          <a:off x="0" y="1767286"/>
          <a:ext cx="8959892" cy="47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654F57-D738-40D5-8CE3-61760F8B1792}">
      <dsp:nvSpPr>
        <dsp:cNvPr id="0" name=""/>
        <dsp:cNvSpPr/>
      </dsp:nvSpPr>
      <dsp:spPr>
        <a:xfrm>
          <a:off x="142382" y="1873191"/>
          <a:ext cx="258877" cy="258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B849C3-0AD6-4B9D-9128-EA7C605E1A3D}">
      <dsp:nvSpPr>
        <dsp:cNvPr id="0" name=""/>
        <dsp:cNvSpPr/>
      </dsp:nvSpPr>
      <dsp:spPr>
        <a:xfrm>
          <a:off x="543643" y="1767286"/>
          <a:ext cx="8416248" cy="47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814" tIns="49814" rIns="49814" bIns="498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Time -  Consuming Bug Triage </a:t>
          </a:r>
          <a:r>
            <a:rPr lang="en-US" sz="1900" kern="1200"/>
            <a:t>involving multiple validation steps</a:t>
          </a:r>
        </a:p>
      </dsp:txBody>
      <dsp:txXfrm>
        <a:off x="543643" y="1767286"/>
        <a:ext cx="8416248" cy="470687"/>
      </dsp:txXfrm>
    </dsp:sp>
    <dsp:sp modelId="{4EB66E87-FE44-491B-9A7B-13AD28F2CF1B}">
      <dsp:nvSpPr>
        <dsp:cNvPr id="0" name=""/>
        <dsp:cNvSpPr/>
      </dsp:nvSpPr>
      <dsp:spPr>
        <a:xfrm>
          <a:off x="0" y="2355645"/>
          <a:ext cx="8959892" cy="4706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91930D-2453-4C95-A24F-EB4882309CD9}">
      <dsp:nvSpPr>
        <dsp:cNvPr id="0" name=""/>
        <dsp:cNvSpPr/>
      </dsp:nvSpPr>
      <dsp:spPr>
        <a:xfrm>
          <a:off x="142382" y="2461550"/>
          <a:ext cx="258877" cy="2588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A7D81-5F14-497C-A9B3-DAC385070F80}">
      <dsp:nvSpPr>
        <dsp:cNvPr id="0" name=""/>
        <dsp:cNvSpPr/>
      </dsp:nvSpPr>
      <dsp:spPr>
        <a:xfrm>
          <a:off x="543643" y="2355645"/>
          <a:ext cx="8416248" cy="470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814" tIns="49814" rIns="49814" bIns="498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Need for consistent checks </a:t>
          </a:r>
          <a:r>
            <a:rPr lang="en-US" sz="1900" kern="1200"/>
            <a:t>with story – specific coverage</a:t>
          </a:r>
        </a:p>
      </dsp:txBody>
      <dsp:txXfrm>
        <a:off x="543643" y="2355645"/>
        <a:ext cx="8416248" cy="4706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689342-8688-4D9F-B8F5-565861BC90AB}">
      <dsp:nvSpPr>
        <dsp:cNvPr id="0" name=""/>
        <dsp:cNvSpPr/>
      </dsp:nvSpPr>
      <dsp:spPr>
        <a:xfrm>
          <a:off x="661673" y="1110026"/>
          <a:ext cx="525266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901283-0611-4FA8-8E9E-2D2B206DF56D}">
      <dsp:nvSpPr>
        <dsp:cNvPr id="0" name=""/>
        <dsp:cNvSpPr/>
      </dsp:nvSpPr>
      <dsp:spPr>
        <a:xfrm>
          <a:off x="1218455" y="1065940"/>
          <a:ext cx="60405" cy="113454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519333"/>
            <a:satOff val="116"/>
            <a:lumOff val="1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519333"/>
              <a:satOff val="116"/>
              <a:lumOff val="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7DBCC7-FEF6-4061-B7E5-9364BF1ACAF4}">
      <dsp:nvSpPr>
        <dsp:cNvPr id="0" name=""/>
        <dsp:cNvSpPr/>
      </dsp:nvSpPr>
      <dsp:spPr>
        <a:xfrm>
          <a:off x="363652" y="877700"/>
          <a:ext cx="464724" cy="4647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34" tIns="18034" rIns="18034" bIns="1803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1</a:t>
          </a:r>
        </a:p>
      </dsp:txBody>
      <dsp:txXfrm>
        <a:off x="431709" y="945757"/>
        <a:ext cx="328610" cy="328610"/>
      </dsp:txXfrm>
    </dsp:sp>
    <dsp:sp modelId="{F1F5B4F7-A57D-4A90-ACE9-9CE3EA71CB58}">
      <dsp:nvSpPr>
        <dsp:cNvPr id="0" name=""/>
        <dsp:cNvSpPr/>
      </dsp:nvSpPr>
      <dsp:spPr>
        <a:xfrm>
          <a:off x="5089" y="1508019"/>
          <a:ext cx="118184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1038667"/>
            <a:satOff val="232"/>
            <a:lumOff val="35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038667"/>
              <a:satOff val="232"/>
              <a:lumOff val="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26" tIns="165100" rIns="9322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AUTOMATED COMPARISION             </a:t>
          </a:r>
          <a:br>
            <a:rPr lang="en-US" sz="1100" kern="1200"/>
          </a:br>
          <a:r>
            <a:rPr lang="en-US" sz="1100" b="1" kern="1200"/>
            <a:t>Standard test case                     What it confirms                                                                                                   Evidence on child link  </a:t>
          </a:r>
          <a:endParaRPr lang="en-US" sz="1100" kern="1200"/>
        </a:p>
      </dsp:txBody>
      <dsp:txXfrm>
        <a:off x="5089" y="1744389"/>
        <a:ext cx="1181849" cy="1729230"/>
      </dsp:txXfrm>
    </dsp:sp>
    <dsp:sp modelId="{827E57D9-953B-42D8-8074-F719B1B236E9}">
      <dsp:nvSpPr>
        <dsp:cNvPr id="0" name=""/>
        <dsp:cNvSpPr/>
      </dsp:nvSpPr>
      <dsp:spPr>
        <a:xfrm>
          <a:off x="1318256" y="1110032"/>
          <a:ext cx="1181849" cy="72"/>
        </a:xfrm>
        <a:prstGeom prst="rect">
          <a:avLst/>
        </a:prstGeom>
        <a:solidFill>
          <a:schemeClr val="accent5">
            <a:tint val="40000"/>
            <a:alpha val="90000"/>
            <a:hueOff val="-1558000"/>
            <a:satOff val="348"/>
            <a:lumOff val="52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558000"/>
              <a:satOff val="348"/>
              <a:lumOff val="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31AF72-3E5E-45A7-A5A6-C2E24F1B6A34}">
      <dsp:nvSpPr>
        <dsp:cNvPr id="0" name=""/>
        <dsp:cNvSpPr/>
      </dsp:nvSpPr>
      <dsp:spPr>
        <a:xfrm>
          <a:off x="2531621" y="1065945"/>
          <a:ext cx="60405" cy="113460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2077333"/>
            <a:satOff val="464"/>
            <a:lumOff val="7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2077333"/>
              <a:satOff val="464"/>
              <a:lumOff val="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D3A1D8-E80B-496B-8FA9-E889A2A32987}">
      <dsp:nvSpPr>
        <dsp:cNvPr id="0" name=""/>
        <dsp:cNvSpPr/>
      </dsp:nvSpPr>
      <dsp:spPr>
        <a:xfrm>
          <a:off x="1676818" y="877706"/>
          <a:ext cx="464724" cy="464724"/>
        </a:xfrm>
        <a:prstGeom prst="ellipse">
          <a:avLst/>
        </a:prstGeom>
        <a:solidFill>
          <a:schemeClr val="accent5">
            <a:hueOff val="-1736021"/>
            <a:satOff val="-118"/>
            <a:lumOff val="280"/>
            <a:alphaOff val="0"/>
          </a:schemeClr>
        </a:solidFill>
        <a:ln w="19050" cap="flat" cmpd="sng" algn="ctr">
          <a:solidFill>
            <a:schemeClr val="accent5">
              <a:hueOff val="-1736021"/>
              <a:satOff val="-118"/>
              <a:lumOff val="2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34" tIns="18034" rIns="18034" bIns="1803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2</a:t>
          </a:r>
        </a:p>
      </dsp:txBody>
      <dsp:txXfrm>
        <a:off x="1744875" y="945763"/>
        <a:ext cx="328610" cy="328610"/>
      </dsp:txXfrm>
    </dsp:sp>
    <dsp:sp modelId="{4369892C-2E26-4FE2-8055-75F4E9DD9413}">
      <dsp:nvSpPr>
        <dsp:cNvPr id="0" name=""/>
        <dsp:cNvSpPr/>
      </dsp:nvSpPr>
      <dsp:spPr>
        <a:xfrm>
          <a:off x="1318256" y="1508037"/>
          <a:ext cx="118184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2596666"/>
            <a:satOff val="580"/>
            <a:lumOff val="8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2596666"/>
              <a:satOff val="580"/>
              <a:lumOff val="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26" tIns="165100" rIns="9322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ADF ran successfully                  Pipeline executed and completed without failure                                  Screenshot + notebook cell</a:t>
          </a:r>
        </a:p>
      </dsp:txBody>
      <dsp:txXfrm>
        <a:off x="1318256" y="1744407"/>
        <a:ext cx="1181849" cy="1729230"/>
      </dsp:txXfrm>
    </dsp:sp>
    <dsp:sp modelId="{7FDDD0E9-8954-45F8-9158-D9B01598639A}">
      <dsp:nvSpPr>
        <dsp:cNvPr id="0" name=""/>
        <dsp:cNvSpPr/>
      </dsp:nvSpPr>
      <dsp:spPr>
        <a:xfrm>
          <a:off x="2631422" y="1110032"/>
          <a:ext cx="1181849" cy="72"/>
        </a:xfrm>
        <a:prstGeom prst="rect">
          <a:avLst/>
        </a:prstGeom>
        <a:solidFill>
          <a:schemeClr val="accent5">
            <a:tint val="40000"/>
            <a:alpha val="90000"/>
            <a:hueOff val="-3116000"/>
            <a:satOff val="696"/>
            <a:lumOff val="105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3116000"/>
              <a:satOff val="696"/>
              <a:lumOff val="1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3A02BF-8C47-4533-8C84-15032FA4F5B5}">
      <dsp:nvSpPr>
        <dsp:cNvPr id="0" name=""/>
        <dsp:cNvSpPr/>
      </dsp:nvSpPr>
      <dsp:spPr>
        <a:xfrm>
          <a:off x="3844788" y="1065945"/>
          <a:ext cx="60405" cy="113460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3635333"/>
            <a:satOff val="812"/>
            <a:lumOff val="122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3635333"/>
              <a:satOff val="812"/>
              <a:lumOff val="1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47418C-5EB8-4F39-ACFE-BE2BDC961209}">
      <dsp:nvSpPr>
        <dsp:cNvPr id="0" name=""/>
        <dsp:cNvSpPr/>
      </dsp:nvSpPr>
      <dsp:spPr>
        <a:xfrm>
          <a:off x="2989985" y="877706"/>
          <a:ext cx="464724" cy="464724"/>
        </a:xfrm>
        <a:prstGeom prst="ellipse">
          <a:avLst/>
        </a:prstGeom>
        <a:solidFill>
          <a:schemeClr val="accent5">
            <a:hueOff val="-3472043"/>
            <a:satOff val="-236"/>
            <a:lumOff val="560"/>
            <a:alphaOff val="0"/>
          </a:schemeClr>
        </a:solidFill>
        <a:ln w="19050" cap="flat" cmpd="sng" algn="ctr">
          <a:solidFill>
            <a:schemeClr val="accent5">
              <a:hueOff val="-3472043"/>
              <a:satOff val="-236"/>
              <a:lumOff val="5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34" tIns="18034" rIns="18034" bIns="1803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3</a:t>
          </a:r>
        </a:p>
      </dsp:txBody>
      <dsp:txXfrm>
        <a:off x="3058042" y="945763"/>
        <a:ext cx="328610" cy="328610"/>
      </dsp:txXfrm>
    </dsp:sp>
    <dsp:sp modelId="{3839E15B-6F4D-4052-9F6A-FFAA3E52732C}">
      <dsp:nvSpPr>
        <dsp:cNvPr id="0" name=""/>
        <dsp:cNvSpPr/>
      </dsp:nvSpPr>
      <dsp:spPr>
        <a:xfrm>
          <a:off x="2631422" y="1508037"/>
          <a:ext cx="118184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4154666"/>
            <a:satOff val="928"/>
            <a:lumOff val="139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4154666"/>
              <a:satOff val="928"/>
              <a:lumOff val="1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26" tIns="165100" rIns="9322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Count check                                    Source count vs target count reconcile                                                      Screenshot + notebook cell</a:t>
          </a:r>
        </a:p>
      </dsp:txBody>
      <dsp:txXfrm>
        <a:off x="2631422" y="1744407"/>
        <a:ext cx="1181849" cy="1729230"/>
      </dsp:txXfrm>
    </dsp:sp>
    <dsp:sp modelId="{C10DAB7E-9A62-4ED8-A4D4-19D90F450FBC}">
      <dsp:nvSpPr>
        <dsp:cNvPr id="0" name=""/>
        <dsp:cNvSpPr/>
      </dsp:nvSpPr>
      <dsp:spPr>
        <a:xfrm>
          <a:off x="3944588" y="1110032"/>
          <a:ext cx="1181849" cy="72"/>
        </a:xfrm>
        <a:prstGeom prst="rect">
          <a:avLst/>
        </a:prstGeom>
        <a:solidFill>
          <a:schemeClr val="accent5">
            <a:tint val="40000"/>
            <a:alpha val="90000"/>
            <a:hueOff val="-4674000"/>
            <a:satOff val="1044"/>
            <a:lumOff val="15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4674000"/>
              <a:satOff val="1044"/>
              <a:lumOff val="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D8AF08-0F94-4BB4-8621-05B87F49E82C}">
      <dsp:nvSpPr>
        <dsp:cNvPr id="0" name=""/>
        <dsp:cNvSpPr/>
      </dsp:nvSpPr>
      <dsp:spPr>
        <a:xfrm>
          <a:off x="5157954" y="1065945"/>
          <a:ext cx="60405" cy="113460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5193333"/>
            <a:satOff val="1160"/>
            <a:lumOff val="17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5193333"/>
              <a:satOff val="1160"/>
              <a:lumOff val="1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69E919-0733-4344-9138-BF615387050A}">
      <dsp:nvSpPr>
        <dsp:cNvPr id="0" name=""/>
        <dsp:cNvSpPr/>
      </dsp:nvSpPr>
      <dsp:spPr>
        <a:xfrm>
          <a:off x="4303151" y="877706"/>
          <a:ext cx="464724" cy="464724"/>
        </a:xfrm>
        <a:prstGeom prst="ellipse">
          <a:avLst/>
        </a:prstGeom>
        <a:solidFill>
          <a:schemeClr val="accent5">
            <a:hueOff val="-5208064"/>
            <a:satOff val="-354"/>
            <a:lumOff val="840"/>
            <a:alphaOff val="0"/>
          </a:schemeClr>
        </a:solidFill>
        <a:ln w="19050" cap="flat" cmpd="sng" algn="ctr">
          <a:solidFill>
            <a:schemeClr val="accent5">
              <a:hueOff val="-5208064"/>
              <a:satOff val="-354"/>
              <a:lumOff val="8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34" tIns="18034" rIns="18034" bIns="1803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4</a:t>
          </a:r>
        </a:p>
      </dsp:txBody>
      <dsp:txXfrm>
        <a:off x="4371208" y="945763"/>
        <a:ext cx="328610" cy="328610"/>
      </dsp:txXfrm>
    </dsp:sp>
    <dsp:sp modelId="{94F22C65-0169-4A35-A670-947EC0E63A39}">
      <dsp:nvSpPr>
        <dsp:cNvPr id="0" name=""/>
        <dsp:cNvSpPr/>
      </dsp:nvSpPr>
      <dsp:spPr>
        <a:xfrm>
          <a:off x="3944588" y="1508037"/>
          <a:ext cx="118184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5712666"/>
            <a:satOff val="1276"/>
            <a:lumOff val="192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5712666"/>
              <a:satOff val="1276"/>
              <a:lumOff val="1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26" tIns="165100" rIns="9322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Data check                                      Row-level values match between source and target                             Screenshot + notebook cell</a:t>
          </a:r>
        </a:p>
      </dsp:txBody>
      <dsp:txXfrm>
        <a:off x="3944588" y="1744407"/>
        <a:ext cx="1181849" cy="1729230"/>
      </dsp:txXfrm>
    </dsp:sp>
    <dsp:sp modelId="{1CF092E3-FDD1-4679-A9F9-29C9E12117B1}">
      <dsp:nvSpPr>
        <dsp:cNvPr id="0" name=""/>
        <dsp:cNvSpPr/>
      </dsp:nvSpPr>
      <dsp:spPr>
        <a:xfrm>
          <a:off x="5257755" y="1110032"/>
          <a:ext cx="1181849" cy="72"/>
        </a:xfrm>
        <a:prstGeom prst="rect">
          <a:avLst/>
        </a:prstGeom>
        <a:solidFill>
          <a:schemeClr val="accent5">
            <a:tint val="40000"/>
            <a:alpha val="90000"/>
            <a:hueOff val="-6231999"/>
            <a:satOff val="1391"/>
            <a:lumOff val="209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6231999"/>
              <a:satOff val="1391"/>
              <a:lumOff val="2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75192E-D893-49C0-B3AD-9A12FCEAFFA9}">
      <dsp:nvSpPr>
        <dsp:cNvPr id="0" name=""/>
        <dsp:cNvSpPr/>
      </dsp:nvSpPr>
      <dsp:spPr>
        <a:xfrm>
          <a:off x="6471120" y="1065945"/>
          <a:ext cx="60405" cy="113460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6751333"/>
            <a:satOff val="1507"/>
            <a:lumOff val="22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6751333"/>
              <a:satOff val="1507"/>
              <a:lumOff val="2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DBF641-83D6-429B-A70C-4C3917F19C6F}">
      <dsp:nvSpPr>
        <dsp:cNvPr id="0" name=""/>
        <dsp:cNvSpPr/>
      </dsp:nvSpPr>
      <dsp:spPr>
        <a:xfrm>
          <a:off x="5616317" y="877706"/>
          <a:ext cx="464724" cy="464724"/>
        </a:xfrm>
        <a:prstGeom prst="ellipse">
          <a:avLst/>
        </a:prstGeom>
        <a:solidFill>
          <a:schemeClr val="accent5">
            <a:hueOff val="-6944086"/>
            <a:satOff val="-472"/>
            <a:lumOff val="1121"/>
            <a:alphaOff val="0"/>
          </a:schemeClr>
        </a:solidFill>
        <a:ln w="19050" cap="flat" cmpd="sng" algn="ctr">
          <a:solidFill>
            <a:schemeClr val="accent5">
              <a:hueOff val="-6944086"/>
              <a:satOff val="-472"/>
              <a:lumOff val="11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34" tIns="18034" rIns="18034" bIns="1803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5</a:t>
          </a:r>
        </a:p>
      </dsp:txBody>
      <dsp:txXfrm>
        <a:off x="5684374" y="945763"/>
        <a:ext cx="328610" cy="328610"/>
      </dsp:txXfrm>
    </dsp:sp>
    <dsp:sp modelId="{6DC57280-E4FA-4357-A0BE-C6E1DD49A3BF}">
      <dsp:nvSpPr>
        <dsp:cNvPr id="0" name=""/>
        <dsp:cNvSpPr/>
      </dsp:nvSpPr>
      <dsp:spPr>
        <a:xfrm>
          <a:off x="5257755" y="1508037"/>
          <a:ext cx="118184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7270665"/>
            <a:satOff val="1623"/>
            <a:lumOff val="24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7270665"/>
              <a:satOff val="1623"/>
              <a:lumOff val="2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26" tIns="165100" rIns="9322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Downstream  check                    Dependent / downstream jobs received correct data                           Screenshot + notebook cell</a:t>
          </a:r>
        </a:p>
      </dsp:txBody>
      <dsp:txXfrm>
        <a:off x="5257755" y="1744407"/>
        <a:ext cx="1181849" cy="1729230"/>
      </dsp:txXfrm>
    </dsp:sp>
    <dsp:sp modelId="{AA84FA7E-B48E-4DBF-BC89-90C7627D551B}">
      <dsp:nvSpPr>
        <dsp:cNvPr id="0" name=""/>
        <dsp:cNvSpPr/>
      </dsp:nvSpPr>
      <dsp:spPr>
        <a:xfrm>
          <a:off x="6570921" y="1110032"/>
          <a:ext cx="1181849" cy="72"/>
        </a:xfrm>
        <a:prstGeom prst="rect">
          <a:avLst/>
        </a:prstGeom>
        <a:solidFill>
          <a:schemeClr val="accent5">
            <a:tint val="40000"/>
            <a:alpha val="90000"/>
            <a:hueOff val="-7790000"/>
            <a:satOff val="1739"/>
            <a:lumOff val="262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7790000"/>
              <a:satOff val="1739"/>
              <a:lumOff val="26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945AE0-5BAE-42ED-905A-E95B9B54D72C}">
      <dsp:nvSpPr>
        <dsp:cNvPr id="0" name=""/>
        <dsp:cNvSpPr/>
      </dsp:nvSpPr>
      <dsp:spPr>
        <a:xfrm>
          <a:off x="7784287" y="1065945"/>
          <a:ext cx="60405" cy="113460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8309333"/>
            <a:satOff val="1855"/>
            <a:lumOff val="279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8309333"/>
              <a:satOff val="1855"/>
              <a:lumOff val="2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C1C074-2773-46E9-82E8-DCA34163A7A6}">
      <dsp:nvSpPr>
        <dsp:cNvPr id="0" name=""/>
        <dsp:cNvSpPr/>
      </dsp:nvSpPr>
      <dsp:spPr>
        <a:xfrm>
          <a:off x="6929484" y="877706"/>
          <a:ext cx="464724" cy="464724"/>
        </a:xfrm>
        <a:prstGeom prst="ellipse">
          <a:avLst/>
        </a:prstGeom>
        <a:solidFill>
          <a:schemeClr val="accent5">
            <a:hueOff val="-8680107"/>
            <a:satOff val="-590"/>
            <a:lumOff val="1401"/>
            <a:alphaOff val="0"/>
          </a:schemeClr>
        </a:solidFill>
        <a:ln w="19050" cap="flat" cmpd="sng" algn="ctr">
          <a:solidFill>
            <a:schemeClr val="accent5">
              <a:hueOff val="-8680107"/>
              <a:satOff val="-590"/>
              <a:lumOff val="1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34" tIns="18034" rIns="18034" bIns="1803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6</a:t>
          </a:r>
        </a:p>
      </dsp:txBody>
      <dsp:txXfrm>
        <a:off x="6997541" y="945763"/>
        <a:ext cx="328610" cy="328610"/>
      </dsp:txXfrm>
    </dsp:sp>
    <dsp:sp modelId="{86DF6475-4AB4-4AAC-AE92-7F83CC8F1F48}">
      <dsp:nvSpPr>
        <dsp:cNvPr id="0" name=""/>
        <dsp:cNvSpPr/>
      </dsp:nvSpPr>
      <dsp:spPr>
        <a:xfrm>
          <a:off x="6570921" y="1508037"/>
          <a:ext cx="118184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8828665"/>
            <a:satOff val="1971"/>
            <a:lumOff val="296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8828665"/>
              <a:satOff val="1971"/>
              <a:lumOff val="2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26" tIns="165100" rIns="9322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Duplicate check                            No unexpected duplicate keys in target                                                      Screenshot + notebook cell</a:t>
          </a:r>
        </a:p>
      </dsp:txBody>
      <dsp:txXfrm>
        <a:off x="6570921" y="1744407"/>
        <a:ext cx="1181849" cy="1729230"/>
      </dsp:txXfrm>
    </dsp:sp>
    <dsp:sp modelId="{E6ACC187-D854-493D-BB02-3BA94813E2EA}">
      <dsp:nvSpPr>
        <dsp:cNvPr id="0" name=""/>
        <dsp:cNvSpPr/>
      </dsp:nvSpPr>
      <dsp:spPr>
        <a:xfrm>
          <a:off x="7884087" y="1110032"/>
          <a:ext cx="1181849" cy="72"/>
        </a:xfrm>
        <a:prstGeom prst="rect">
          <a:avLst/>
        </a:prstGeom>
        <a:solidFill>
          <a:schemeClr val="accent5">
            <a:tint val="40000"/>
            <a:alpha val="90000"/>
            <a:hueOff val="-9347999"/>
            <a:satOff val="2087"/>
            <a:lumOff val="31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9347999"/>
              <a:satOff val="2087"/>
              <a:lumOff val="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11D1EA-8B0C-453E-9C80-1A317EA53CB1}">
      <dsp:nvSpPr>
        <dsp:cNvPr id="0" name=""/>
        <dsp:cNvSpPr/>
      </dsp:nvSpPr>
      <dsp:spPr>
        <a:xfrm>
          <a:off x="9097453" y="1065945"/>
          <a:ext cx="60405" cy="113460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9867332"/>
            <a:satOff val="2203"/>
            <a:lumOff val="33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9867332"/>
              <a:satOff val="2203"/>
              <a:lumOff val="3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8FFBC6-5782-4AB5-8BA4-39F4C40D50D9}">
      <dsp:nvSpPr>
        <dsp:cNvPr id="0" name=""/>
        <dsp:cNvSpPr/>
      </dsp:nvSpPr>
      <dsp:spPr>
        <a:xfrm>
          <a:off x="8242650" y="877706"/>
          <a:ext cx="464724" cy="464724"/>
        </a:xfrm>
        <a:prstGeom prst="ellipse">
          <a:avLst/>
        </a:prstGeom>
        <a:solidFill>
          <a:schemeClr val="accent5">
            <a:hueOff val="-10416129"/>
            <a:satOff val="-708"/>
            <a:lumOff val="1681"/>
            <a:alphaOff val="0"/>
          </a:schemeClr>
        </a:solidFill>
        <a:ln w="19050" cap="flat" cmpd="sng" algn="ctr">
          <a:solidFill>
            <a:schemeClr val="accent5">
              <a:hueOff val="-10416129"/>
              <a:satOff val="-708"/>
              <a:lumOff val="16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34" tIns="18034" rIns="18034" bIns="1803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7</a:t>
          </a:r>
        </a:p>
      </dsp:txBody>
      <dsp:txXfrm>
        <a:off x="8310707" y="945763"/>
        <a:ext cx="328610" cy="328610"/>
      </dsp:txXfrm>
    </dsp:sp>
    <dsp:sp modelId="{9DEF3EF5-1CBC-4B20-A9F6-83D99CDB5840}">
      <dsp:nvSpPr>
        <dsp:cNvPr id="0" name=""/>
        <dsp:cNvSpPr/>
      </dsp:nvSpPr>
      <dsp:spPr>
        <a:xfrm>
          <a:off x="7884087" y="1508037"/>
          <a:ext cx="118193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10386665"/>
            <a:satOff val="2319"/>
            <a:lumOff val="349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0386665"/>
              <a:satOff val="2319"/>
              <a:lumOff val="3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32" tIns="165100" rIns="9323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Incremental check                       Incremental load picked up only the expected delta                            Screenshot + notebook cell </a:t>
          </a:r>
        </a:p>
      </dsp:txBody>
      <dsp:txXfrm>
        <a:off x="7884087" y="1744423"/>
        <a:ext cx="1181930" cy="1729214"/>
      </dsp:txXfrm>
    </dsp:sp>
    <dsp:sp modelId="{27A37934-52A4-496C-99A2-6FA6968C8567}">
      <dsp:nvSpPr>
        <dsp:cNvPr id="0" name=""/>
        <dsp:cNvSpPr/>
      </dsp:nvSpPr>
      <dsp:spPr>
        <a:xfrm>
          <a:off x="9197343" y="1110032"/>
          <a:ext cx="590924" cy="72"/>
        </a:xfrm>
        <a:prstGeom prst="rect">
          <a:avLst/>
        </a:prstGeom>
        <a:solidFill>
          <a:schemeClr val="accent5">
            <a:tint val="40000"/>
            <a:alpha val="90000"/>
            <a:hueOff val="-10905999"/>
            <a:satOff val="2435"/>
            <a:lumOff val="366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0905999"/>
              <a:satOff val="2435"/>
              <a:lumOff val="3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8DAEDA-704E-420C-8063-8BBF9478054A}">
      <dsp:nvSpPr>
        <dsp:cNvPr id="0" name=""/>
        <dsp:cNvSpPr/>
      </dsp:nvSpPr>
      <dsp:spPr>
        <a:xfrm>
          <a:off x="9555906" y="877706"/>
          <a:ext cx="464724" cy="464724"/>
        </a:xfrm>
        <a:prstGeom prst="ellips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34" tIns="18034" rIns="18034" bIns="1803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8</a:t>
          </a:r>
        </a:p>
      </dsp:txBody>
      <dsp:txXfrm>
        <a:off x="9623963" y="945763"/>
        <a:ext cx="328610" cy="328610"/>
      </dsp:txXfrm>
    </dsp:sp>
    <dsp:sp modelId="{63516073-C3DC-4959-9B8F-505C79230871}">
      <dsp:nvSpPr>
        <dsp:cNvPr id="0" name=""/>
        <dsp:cNvSpPr/>
      </dsp:nvSpPr>
      <dsp:spPr>
        <a:xfrm>
          <a:off x="9197343" y="1508037"/>
          <a:ext cx="1181849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26" tIns="165100" rIns="93226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Schema check                              Target  schema matches TTSM – columns, types, nullability             Screenshot + notebook cell      </a:t>
          </a:r>
        </a:p>
      </dsp:txBody>
      <dsp:txXfrm>
        <a:off x="9197343" y="1744407"/>
        <a:ext cx="1181849" cy="17292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BEC98F-67D5-43A9-8451-41E2725F8C72}">
      <dsp:nvSpPr>
        <dsp:cNvPr id="0" name=""/>
        <dsp:cNvSpPr/>
      </dsp:nvSpPr>
      <dsp:spPr>
        <a:xfrm>
          <a:off x="0" y="38197"/>
          <a:ext cx="11778342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Bug found – The Bug Escalation Agent pauses the run and pops the defect to QA for a decision.</a:t>
          </a:r>
        </a:p>
      </dsp:txBody>
      <dsp:txXfrm>
        <a:off x="46606" y="84803"/>
        <a:ext cx="11685130" cy="861507"/>
      </dsp:txXfrm>
    </dsp:sp>
    <dsp:sp modelId="{3F02E708-BF2E-49E9-9F6D-8C631893D35D}">
      <dsp:nvSpPr>
        <dsp:cNvPr id="0" name=""/>
        <dsp:cNvSpPr/>
      </dsp:nvSpPr>
      <dsp:spPr>
        <a:xfrm>
          <a:off x="0" y="1062037"/>
          <a:ext cx="11778342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QA responds Yes – testing resumes from  where it paused, with the bug  logged and linked.</a:t>
          </a:r>
        </a:p>
      </dsp:txBody>
      <dsp:txXfrm>
        <a:off x="46606" y="1108643"/>
        <a:ext cx="11685130" cy="861507"/>
      </dsp:txXfrm>
    </dsp:sp>
    <dsp:sp modelId="{8275590E-B3C5-407F-A81D-C7473CAE4B47}">
      <dsp:nvSpPr>
        <dsp:cNvPr id="0" name=""/>
        <dsp:cNvSpPr/>
      </dsp:nvSpPr>
      <dsp:spPr>
        <a:xfrm>
          <a:off x="0" y="2085877"/>
          <a:ext cx="11778342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QA responds anything else – execution stops immediately; nothing further runs until the bug is addressed.</a:t>
          </a:r>
        </a:p>
      </dsp:txBody>
      <dsp:txXfrm>
        <a:off x="46606" y="2132483"/>
        <a:ext cx="11685130" cy="861507"/>
      </dsp:txXfrm>
    </dsp:sp>
    <dsp:sp modelId="{262B2F38-A9A8-4BD1-B1AB-F6694B19AD2C}">
      <dsp:nvSpPr>
        <dsp:cNvPr id="0" name=""/>
        <dsp:cNvSpPr/>
      </dsp:nvSpPr>
      <dsp:spPr>
        <a:xfrm>
          <a:off x="0" y="3109717"/>
          <a:ext cx="11778342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Job did not run – the Job Monitor Agent detects the missed job/ pipeline and pops an alert to QA.</a:t>
          </a:r>
        </a:p>
      </dsp:txBody>
      <dsp:txXfrm>
        <a:off x="46606" y="3156323"/>
        <a:ext cx="11685130" cy="861507"/>
      </dsp:txXfrm>
    </dsp:sp>
    <dsp:sp modelId="{2C404BD2-4ABE-41CF-A5D0-D98FABE3E4C1}">
      <dsp:nvSpPr>
        <dsp:cNvPr id="0" name=""/>
        <dsp:cNvSpPr/>
      </dsp:nvSpPr>
      <dsp:spPr>
        <a:xfrm>
          <a:off x="0" y="4133557"/>
          <a:ext cx="11778342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 continue path here – a missed job always stops execution; QA must resolve the job before re – running.</a:t>
          </a:r>
        </a:p>
      </dsp:txBody>
      <dsp:txXfrm>
        <a:off x="46606" y="4180163"/>
        <a:ext cx="11685130" cy="8615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AADB3F-12CD-4476-9230-2217A06B71BE}">
      <dsp:nvSpPr>
        <dsp:cNvPr id="0" name=""/>
        <dsp:cNvSpPr/>
      </dsp:nvSpPr>
      <dsp:spPr>
        <a:xfrm>
          <a:off x="0" y="13604"/>
          <a:ext cx="1172797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Control</a:t>
          </a:r>
          <a:r>
            <a:rPr lang="en-US" sz="1800" kern="1200"/>
            <a:t>                                                                                                       </a:t>
          </a:r>
          <a:r>
            <a:rPr lang="en-US" sz="1800" b="1" kern="1200"/>
            <a:t>Status</a:t>
          </a:r>
          <a:endParaRPr lang="en-US" sz="1800" kern="1200"/>
        </a:p>
      </dsp:txBody>
      <dsp:txXfrm>
        <a:off x="21589" y="35193"/>
        <a:ext cx="11684798" cy="399082"/>
      </dsp:txXfrm>
    </dsp:sp>
    <dsp:sp modelId="{01C64BF7-C887-43E9-A837-4374CE131D50}">
      <dsp:nvSpPr>
        <dsp:cNvPr id="0" name=""/>
        <dsp:cNvSpPr/>
      </dsp:nvSpPr>
      <dsp:spPr>
        <a:xfrm>
          <a:off x="0" y="507704"/>
          <a:ext cx="1172797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ADF Pipeline check in EST time zone                                               Y            </a:t>
          </a:r>
        </a:p>
      </dsp:txBody>
      <dsp:txXfrm>
        <a:off x="21589" y="529293"/>
        <a:ext cx="11684798" cy="399082"/>
      </dsp:txXfrm>
    </dsp:sp>
    <dsp:sp modelId="{35B2E2A0-3B7E-4D01-BD33-DA0390211179}">
      <dsp:nvSpPr>
        <dsp:cNvPr id="0" name=""/>
        <dsp:cNvSpPr/>
      </dsp:nvSpPr>
      <dsp:spPr>
        <a:xfrm>
          <a:off x="0" y="1001804"/>
          <a:ext cx="1172797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Exclude ETLMetadataSK from duplicate check                           Y</a:t>
          </a:r>
        </a:p>
      </dsp:txBody>
      <dsp:txXfrm>
        <a:off x="21589" y="1023393"/>
        <a:ext cx="11684798" cy="399082"/>
      </dsp:txXfrm>
    </dsp:sp>
    <dsp:sp modelId="{679F2772-A8E7-4D4F-A9A0-233E96651394}">
      <dsp:nvSpPr>
        <dsp:cNvPr id="0" name=""/>
        <dsp:cNvSpPr/>
      </dsp:nvSpPr>
      <dsp:spPr>
        <a:xfrm>
          <a:off x="0" y="1495904"/>
          <a:ext cx="1172797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Test coverage meets acceptance criteria                                       Y</a:t>
          </a:r>
        </a:p>
      </dsp:txBody>
      <dsp:txXfrm>
        <a:off x="21589" y="1517493"/>
        <a:ext cx="11684798" cy="399082"/>
      </dsp:txXfrm>
    </dsp:sp>
    <dsp:sp modelId="{48A15EF8-19CE-49DB-BA82-A82D52B3EA60}">
      <dsp:nvSpPr>
        <dsp:cNvPr id="0" name=""/>
        <dsp:cNvSpPr/>
      </dsp:nvSpPr>
      <dsp:spPr>
        <a:xfrm>
          <a:off x="0" y="1990004"/>
          <a:ext cx="1172797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Temporary source view evidence provided                                    Y</a:t>
          </a:r>
        </a:p>
      </dsp:txBody>
      <dsp:txXfrm>
        <a:off x="21589" y="2011593"/>
        <a:ext cx="11684798" cy="399082"/>
      </dsp:txXfrm>
    </dsp:sp>
    <dsp:sp modelId="{F05A4B96-F4C4-483B-9397-40E96FC787AE}">
      <dsp:nvSpPr>
        <dsp:cNvPr id="0" name=""/>
        <dsp:cNvSpPr/>
      </dsp:nvSpPr>
      <dsp:spPr>
        <a:xfrm>
          <a:off x="0" y="2484104"/>
          <a:ext cx="1172797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Downstream ADF job validation                                                 NA-WhenApplicable</a:t>
          </a:r>
        </a:p>
      </dsp:txBody>
      <dsp:txXfrm>
        <a:off x="21589" y="2505693"/>
        <a:ext cx="11684798" cy="399082"/>
      </dsp:txXfrm>
    </dsp:sp>
    <dsp:sp modelId="{49F1DEEF-AD13-4C62-B1C8-AB60FA01EDE7}">
      <dsp:nvSpPr>
        <dsp:cNvPr id="0" name=""/>
        <dsp:cNvSpPr/>
      </dsp:nvSpPr>
      <dsp:spPr>
        <a:xfrm>
          <a:off x="0" y="2978204"/>
          <a:ext cx="1172797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Regression testing/evidence after bug fix                               NA-WhenApplicable</a:t>
          </a:r>
        </a:p>
      </dsp:txBody>
      <dsp:txXfrm>
        <a:off x="21589" y="2999793"/>
        <a:ext cx="11684798" cy="399082"/>
      </dsp:txXfrm>
    </dsp:sp>
    <dsp:sp modelId="{F7F0996C-08DE-455A-8A62-FB082EF6D4CC}">
      <dsp:nvSpPr>
        <dsp:cNvPr id="0" name=""/>
        <dsp:cNvSpPr/>
      </dsp:nvSpPr>
      <dsp:spPr>
        <a:xfrm>
          <a:off x="0" y="3472304"/>
          <a:ext cx="1172797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Bug found -&gt; QA decision pop-up before continuing                   Y</a:t>
          </a:r>
        </a:p>
      </dsp:txBody>
      <dsp:txXfrm>
        <a:off x="21589" y="3493893"/>
        <a:ext cx="11684798" cy="399082"/>
      </dsp:txXfrm>
    </dsp:sp>
    <dsp:sp modelId="{2B3A56FE-F914-4054-891A-80E7232B43FB}">
      <dsp:nvSpPr>
        <dsp:cNvPr id="0" name=""/>
        <dsp:cNvSpPr/>
      </dsp:nvSpPr>
      <dsp:spPr>
        <a:xfrm>
          <a:off x="0" y="3966404"/>
          <a:ext cx="1172797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Missed job run -&gt; QA alert and hard stop                                           Y</a:t>
          </a:r>
        </a:p>
      </dsp:txBody>
      <dsp:txXfrm>
        <a:off x="21589" y="3987993"/>
        <a:ext cx="11684798" cy="399082"/>
      </dsp:txXfrm>
    </dsp:sp>
    <dsp:sp modelId="{D1DC6D57-30B4-46AD-B0ED-F8376C8147FA}">
      <dsp:nvSpPr>
        <dsp:cNvPr id="0" name=""/>
        <dsp:cNvSpPr/>
      </dsp:nvSpPr>
      <dsp:spPr>
        <a:xfrm>
          <a:off x="0" y="4460504"/>
          <a:ext cx="11727976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Screenshot + notebook evidence on every test case’s child link   Y</a:t>
          </a:r>
        </a:p>
      </dsp:txBody>
      <dsp:txXfrm>
        <a:off x="21589" y="4482093"/>
        <a:ext cx="11684798" cy="3990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7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2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605A8-9EDB-94DD-BFDE-1DA007BB0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6DE34-ACB2-3E3A-CB6E-EF17B222A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5EBE4-D880-8CAA-487A-D5F81E80D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9A5-BCAE-48D6-AE54-CE2676E1EE7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76BE8-0FE7-3EF1-532E-2CA69DA24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250FE-1765-920F-74DC-8EDF5DF15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86657-B46B-4065-81F9-2F9E7D850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9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AF725-AB03-38C8-FC57-E1BC0CF81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9CA96-1AD9-7990-96E6-1DF705D06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2D52F-B5D0-32C3-445B-6A53B6190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9A5-BCAE-48D6-AE54-CE2676E1EE7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0FF27-BD30-264E-0BB2-285C0CEB2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1254B-2F50-9961-3E4F-D9A882AC3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86657-B46B-4065-81F9-2F9E7D850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8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4F078-C113-AFB2-B685-6E83D8376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4EE46-8585-EB9A-66C9-0B9D5894A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3B2B7-085C-F132-C237-4F5238257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9A5-BCAE-48D6-AE54-CE2676E1EE7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6CBF6-0A49-0513-0D4B-9644E8A2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2A8B8-6E4F-CD15-114F-1A6ABF29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86657-B46B-4065-81F9-2F9E7D850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86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26345-E840-B6A9-8CCA-ECD0BB8F0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242E8-64EC-5999-55C6-DF70D81438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54E85-59BA-767F-F4F6-86D3A5222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D6496-E0B5-DF94-878D-C0469C33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9A5-BCAE-48D6-AE54-CE2676E1EE7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934EE-F159-1F8F-BC42-05AB1019E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E8332-517F-F0CD-7DDA-8B3121D0D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86657-B46B-4065-81F9-2F9E7D850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61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8156-8CEC-5727-FDE8-C5C01D459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ED9CE-65BB-AF9F-3CBA-934678BF0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82D3A-9C16-C4A8-1F99-D7268A782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D4E018-D18C-BAFE-B192-C9BB9BC83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DF2AAD-2B56-61F3-13A4-819DB5E399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D2E2B3-7268-AA00-4E28-DD41C2EAF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9A5-BCAE-48D6-AE54-CE2676E1EE7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B2E63F-7E41-B4A6-F200-737E2EBCB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AEE92-3106-4D1C-D0AD-B158DDD2C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86657-B46B-4065-81F9-2F9E7D850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22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6DE4-856E-4255-CECE-30E087497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5B7A99-071E-7362-570E-BF50D3127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9A5-BCAE-48D6-AE54-CE2676E1EE7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22EA48-9539-292E-439E-DA91AF3E8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87113-C2EC-20D3-0DC2-C6105999C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86657-B46B-4065-81F9-2F9E7D850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388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F1197B-2F37-130C-187C-D99367E3B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9A5-BCAE-48D6-AE54-CE2676E1EE7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95E588-B0CF-560F-C253-6455596AB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37E14-5475-6B24-B935-A1B46612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86657-B46B-4065-81F9-2F9E7D850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65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2FDCA-9060-95D4-EB4B-8F079840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C2A8B-C240-3642-8D34-5598003FF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F48FE-1A56-3ADB-3876-CF19F15FA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72CDB-1332-0967-4E3D-3A74679B7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9A5-BCAE-48D6-AE54-CE2676E1EE7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9B1C1-DDC7-2F22-EDFD-B2D4B3E96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3CD823-4277-FD5E-CE41-CC1716A6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86657-B46B-4065-81F9-2F9E7D850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23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1FACF-0819-7ACE-8555-8384A1822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6EAA8F-B55C-6E65-F71F-A8EA3B6F8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08CAE-4BF4-F943-094B-4A1349F19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6DDA7-FB6F-219B-DF91-9B937FEFD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9A5-BCAE-48D6-AE54-CE2676E1EE7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4E2C6-AB94-D70D-0FDD-CE49B8FB6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A7CA6-578D-DE10-1A8F-D5597F5D5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86657-B46B-4065-81F9-2F9E7D850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34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BEA23-55B6-E40E-C2D5-37047DBA0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61E1A0-2127-90BE-B1D5-B4BF8033B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33A0E-CD0F-0226-D235-5D8BF07D8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9A5-BCAE-48D6-AE54-CE2676E1EE7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BF827-ED81-7ED9-1CDA-FEC6192BA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F518C-AC1E-68F5-5912-E9DD9D54F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86657-B46B-4065-81F9-2F9E7D850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4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17D2B2-3F96-52EE-8D75-478F8181D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737D0-BA5F-9410-6CB8-D20C7F4D1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E658F-B448-5C41-D691-C56DA5E4B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9A5-BCAE-48D6-AE54-CE2676E1EE7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2A4D8-DD5F-0E4D-0F92-1CD4AA5F9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541BB-F310-11CB-301F-0DF037DB5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86657-B46B-4065-81F9-2F9E7D850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45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720A31-8F9A-AE7B-822B-58D8A3C9F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012F4-04BF-5226-EEB9-61F8C7EE6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4E536-BD79-8D79-66FB-ACB43ADBCF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2899A5-BCAE-48D6-AE54-CE2676E1EE7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50124-9746-81CC-5B4C-F89C7B99A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A9367-B836-1D48-1679-081A5003C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D86657-B46B-4065-81F9-2F9E7D850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30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9EEC8-81D9-C50A-BD85-FB56EB463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  Sentinel turns your QA runbook into a governed      agentic system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B6312-6504-80E6-7D34-07EE36804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b="1">
                <a:solidFill>
                  <a:schemeClr val="tx1">
                    <a:lumMod val="65000"/>
                    <a:lumOff val="35000"/>
                  </a:schemeClr>
                </a:solidFill>
              </a:rPr>
              <a:t>AI – Assisted Testing Assistant</a:t>
            </a:r>
            <a:b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700" b="1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 Understands the user story and identifies the right notebook.</a:t>
            </a:r>
          </a:p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Generates and executes SQL to validate the required data.</a:t>
            </a:r>
          </a:p>
          <a:p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Checks results and provides a transparent Pass/Fail decision to QA. </a:t>
            </a:r>
          </a:p>
          <a:p>
            <a:pPr marL="0" indent="0">
              <a:buNone/>
            </a:pPr>
            <a:endParaRPr lang="en-US" sz="17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SCOPE                 |   APPROACH                 |    ASSISTANT          |  CONTROL MODEL    | AGENTS</a:t>
            </a:r>
            <a:b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700">
                <a:solidFill>
                  <a:schemeClr val="tx1">
                    <a:lumMod val="65000"/>
                    <a:lumOff val="35000"/>
                  </a:schemeClr>
                </a:solidFill>
              </a:rPr>
              <a:t>INT . CRT . PRD |   Agentic AI + ML/DL |    Genie-enabled  |   Human-in-the-loop | 13 specialists</a:t>
            </a:r>
          </a:p>
        </p:txBody>
      </p:sp>
    </p:spTree>
    <p:extLst>
      <p:ext uri="{BB962C8B-B14F-4D97-AF65-F5344CB8AC3E}">
        <p14:creationId xmlns:p14="http://schemas.microsoft.com/office/powerpoint/2010/main" val="2332750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1A9B7-B59B-173B-AB05-58370EE46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630" y="838200"/>
            <a:ext cx="10613570" cy="1236785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2400" i="1">
                <a:solidFill>
                  <a:srgbClr val="595959"/>
                </a:solidFill>
              </a:rPr>
              <a:t>01 – THE PROBLEM </a:t>
            </a:r>
            <a:br>
              <a:rPr lang="en-US" sz="2400" i="1">
                <a:solidFill>
                  <a:srgbClr val="595959"/>
                </a:solidFill>
              </a:rPr>
            </a:br>
            <a:r>
              <a:rPr lang="en-US" sz="3200">
                <a:solidFill>
                  <a:srgbClr val="595959"/>
                </a:solidFill>
              </a:rPr>
              <a:t>The same QA </a:t>
            </a:r>
            <a:r>
              <a:rPr lang="en-US" sz="3200" err="1">
                <a:solidFill>
                  <a:srgbClr val="595959"/>
                </a:solidFill>
              </a:rPr>
              <a:t>WorkFlow</a:t>
            </a:r>
            <a:r>
              <a:rPr lang="en-US" sz="3200">
                <a:solidFill>
                  <a:srgbClr val="595959"/>
                </a:solidFill>
              </a:rPr>
              <a:t>, repeated manually across three environments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A5574466-3F7A-82D7-E03C-EBEDF6EFA07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16054" y="2768321"/>
          <a:ext cx="8959892" cy="2828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8773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A904BC-54CF-B079-FC70-1A34009B6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02 – THE AGENTS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2BB0E-7D4A-BBEF-D519-AD3ED601F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764" y="2092354"/>
            <a:ext cx="8972182" cy="350451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User Story Agent:</a:t>
            </a:r>
            <a:br>
              <a:rPr lang="en-US" sz="1600" b="1" dirty="0"/>
            </a:b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Interprets story details, acceptance criteria, and TTSM references.</a:t>
            </a:r>
          </a:p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Environment Agent:</a:t>
            </a:r>
            <a:br>
              <a:rPr lang="en-US" sz="1600" b="1" dirty="0"/>
            </a:b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Applies INT / CRT / PRD workflow rules and checks prerequisites.</a:t>
            </a:r>
          </a:p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Notebook Agent: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      Finds a relevant notebook, archives the current copy, and pulls the latest valid reference.</a:t>
            </a:r>
          </a:p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Test Design Agent:</a:t>
            </a:r>
            <a:br>
              <a:rPr lang="en-US" sz="1600" b="1" dirty="0"/>
            </a:b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Builds the seven standard tests -  ADF ran successfully, count, Data, Downstream, Duplicate, Incremental, Schema – plus story – specific additional tests.</a:t>
            </a:r>
          </a:p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Code Generation Agent:</a:t>
            </a:r>
            <a:br>
              <a:rPr lang="en-US" sz="1400" dirty="0"/>
            </a:b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Writes readable SQL /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PySpark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cells to team standards.</a:t>
            </a:r>
          </a:p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Execution Agent:</a:t>
            </a:r>
            <a:br>
              <a:rPr lang="en-US" sz="1400" dirty="0"/>
            </a:b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Runs approved scripts inside the selected environment and captures raw outputs.</a:t>
            </a:r>
          </a:p>
        </p:txBody>
      </p:sp>
    </p:spTree>
    <p:extLst>
      <p:ext uri="{BB962C8B-B14F-4D97-AF65-F5344CB8AC3E}">
        <p14:creationId xmlns:p14="http://schemas.microsoft.com/office/powerpoint/2010/main" val="3275283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823-5727-A33B-B3ED-6C494DA23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8571" y="1735934"/>
            <a:ext cx="9107375" cy="386093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Validation Agent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  <a:br>
              <a:rPr lang="en-US" sz="1400" dirty="0"/>
            </a:b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Compares source vs. target – counts, nulls, duplicates, schema, transformation.</a:t>
            </a:r>
            <a:br>
              <a:rPr lang="en-US" sz="1400" dirty="0"/>
            </a:br>
            <a:br>
              <a:rPr lang="en-US" sz="1400" dirty="0"/>
            </a:b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Evidence Agent:</a:t>
            </a:r>
            <a:br>
              <a:rPr lang="en-US" sz="1600" b="1" dirty="0"/>
            </a:b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Assembles execution details, links, and screenshots while enforcing PHI/PII rules.</a:t>
            </a:r>
            <a:br>
              <a:rPr lang="en-US" sz="1400" dirty="0"/>
            </a:br>
            <a:br>
              <a:rPr lang="en-US" sz="1400" dirty="0"/>
            </a:b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Genie Assistant:</a:t>
            </a:r>
            <a:br>
              <a:rPr lang="en-US" sz="1600" b="1" dirty="0"/>
            </a:b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Explains failures, suggests investigation paths, and answers questions on demand.</a:t>
            </a:r>
            <a:br>
              <a:rPr lang="en-US" sz="1400" dirty="0"/>
            </a:br>
            <a:br>
              <a:rPr lang="en-US" sz="1400" dirty="0"/>
            </a:b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Screenshot Capture Agent:</a:t>
            </a:r>
            <a:br>
              <a:rPr lang="en-US" sz="1600" b="1" dirty="0"/>
            </a:b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Attaches a manual screenshot and notebook references to every one of the seven standard test cases, and raises a dedicated child link per test case to hold that evidence.</a:t>
            </a:r>
            <a:br>
              <a:rPr lang="en-US" sz="1400" dirty="0"/>
            </a:br>
            <a:br>
              <a:rPr lang="en-US" sz="1400" dirty="0"/>
            </a:b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Bug Escalation Agent:</a:t>
            </a:r>
            <a:br>
              <a:rPr lang="en-US" sz="1600" b="1" dirty="0"/>
            </a:b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On any defect, pause the run and pops a decision prompt to QA. QA replies Yes -&gt; testing continues; anything else -&gt; execution stops.</a:t>
            </a:r>
            <a:br>
              <a:rPr lang="en-US" sz="1400" dirty="0"/>
            </a:br>
            <a:br>
              <a:rPr lang="en-US" sz="1400" dirty="0"/>
            </a:b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Job Monitor Agent:</a:t>
            </a:r>
            <a:br>
              <a:rPr lang="en-US" sz="1400" dirty="0"/>
            </a:b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Detects a job or pipeline that did not run, pops an alert to QA, and halts execution immediately – there is no continue path here</a:t>
            </a:r>
          </a:p>
        </p:txBody>
      </p:sp>
    </p:spTree>
    <p:extLst>
      <p:ext uri="{BB962C8B-B14F-4D97-AF65-F5344CB8AC3E}">
        <p14:creationId xmlns:p14="http://schemas.microsoft.com/office/powerpoint/2010/main" val="1348958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C534C4-5B91-F86E-B64D-3C14ABEBFFED}"/>
              </a:ext>
            </a:extLst>
          </p:cNvPr>
          <p:cNvSpPr/>
          <p:nvPr/>
        </p:nvSpPr>
        <p:spPr>
          <a:xfrm>
            <a:off x="1589314" y="206829"/>
            <a:ext cx="9459686" cy="3918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QA WEB UI – Story . Environment . Test Plan . Notebook Preview . Results . Genie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17C6BF25-A980-90E7-15C7-D488AA63868E}"/>
              </a:ext>
            </a:extLst>
          </p:cNvPr>
          <p:cNvSpPr/>
          <p:nvPr/>
        </p:nvSpPr>
        <p:spPr>
          <a:xfrm>
            <a:off x="6324600" y="598715"/>
            <a:ext cx="256031" cy="304799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D10470-9E41-B0C1-EB4F-DCD85F586003}"/>
              </a:ext>
            </a:extLst>
          </p:cNvPr>
          <p:cNvSpPr/>
          <p:nvPr/>
        </p:nvSpPr>
        <p:spPr>
          <a:xfrm>
            <a:off x="2775857" y="903515"/>
            <a:ext cx="7413172" cy="39188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ORCHESTRATION / AGENT RUNTIME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CEC9D82A-47C1-EFF1-CA4F-24AA7037812E}"/>
              </a:ext>
            </a:extLst>
          </p:cNvPr>
          <p:cNvSpPr/>
          <p:nvPr/>
        </p:nvSpPr>
        <p:spPr>
          <a:xfrm>
            <a:off x="6324599" y="1295398"/>
            <a:ext cx="250589" cy="391884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777504-A5F2-F121-6DCD-DA58B75AF7C9}"/>
              </a:ext>
            </a:extLst>
          </p:cNvPr>
          <p:cNvSpPr/>
          <p:nvPr/>
        </p:nvSpPr>
        <p:spPr>
          <a:xfrm>
            <a:off x="979714" y="1774370"/>
            <a:ext cx="2724147" cy="859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STORY + TTSM</a:t>
            </a:r>
            <a:br>
              <a:rPr lang="en-US" sz="1600" dirty="0"/>
            </a:br>
            <a:r>
              <a:rPr lang="en-US" sz="1600" dirty="0"/>
              <a:t>RETRIEVAL AGENT</a:t>
            </a:r>
            <a:br>
              <a:rPr lang="en-US" dirty="0"/>
            </a:br>
            <a:r>
              <a:rPr lang="en-US" sz="1600" dirty="0"/>
              <a:t>Acceptance criteria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F49717-AB98-BBEC-3E3A-E194553854BC}"/>
              </a:ext>
            </a:extLst>
          </p:cNvPr>
          <p:cNvSpPr/>
          <p:nvPr/>
        </p:nvSpPr>
        <p:spPr>
          <a:xfrm>
            <a:off x="4271275" y="1741715"/>
            <a:ext cx="3218095" cy="8599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NOTEBOOK SEARCH / RAG AGENT</a:t>
            </a:r>
            <a:br>
              <a:rPr lang="en-US" sz="1600" dirty="0"/>
            </a:br>
            <a:r>
              <a:rPr lang="en-US" sz="1600" dirty="0"/>
              <a:t>Embedding . ranking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2E5350-D73F-F250-3B97-A16C5195AEF8}"/>
              </a:ext>
            </a:extLst>
          </p:cNvPr>
          <p:cNvSpPr/>
          <p:nvPr/>
        </p:nvSpPr>
        <p:spPr>
          <a:xfrm>
            <a:off x="8137072" y="1774372"/>
            <a:ext cx="2911927" cy="8599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TEST DESIGN AGENT</a:t>
            </a:r>
            <a:br>
              <a:rPr lang="en-US" sz="1600" dirty="0"/>
            </a:br>
            <a:r>
              <a:rPr lang="en-US" sz="1600" dirty="0"/>
              <a:t>7 Standard checks + story specific tests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0F715CFD-70A4-43DE-F50B-AD6E1972A641}"/>
              </a:ext>
            </a:extLst>
          </p:cNvPr>
          <p:cNvSpPr/>
          <p:nvPr/>
        </p:nvSpPr>
        <p:spPr>
          <a:xfrm>
            <a:off x="2156728" y="2656112"/>
            <a:ext cx="185059" cy="391884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030490E9-FDF1-48B4-8A6D-0D9F958B7F5A}"/>
              </a:ext>
            </a:extLst>
          </p:cNvPr>
          <p:cNvSpPr/>
          <p:nvPr/>
        </p:nvSpPr>
        <p:spPr>
          <a:xfrm>
            <a:off x="6003470" y="2634347"/>
            <a:ext cx="185059" cy="391883"/>
          </a:xfrm>
          <a:prstGeom prst="downArrow">
            <a:avLst>
              <a:gd name="adj1" fmla="val 50000"/>
              <a:gd name="adj2" fmla="val 5178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AE746011-8398-C420-6AC8-918B2789E87D}"/>
              </a:ext>
            </a:extLst>
          </p:cNvPr>
          <p:cNvSpPr/>
          <p:nvPr/>
        </p:nvSpPr>
        <p:spPr>
          <a:xfrm>
            <a:off x="9407976" y="2623461"/>
            <a:ext cx="185059" cy="391884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A77C10-D09B-46E3-54A8-53F9229ADE68}"/>
              </a:ext>
            </a:extLst>
          </p:cNvPr>
          <p:cNvSpPr/>
          <p:nvPr/>
        </p:nvSpPr>
        <p:spPr>
          <a:xfrm>
            <a:off x="1589314" y="3026231"/>
            <a:ext cx="9612086" cy="39188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CODE GENERATION AGENT + POLICY GUARDRAILS (allowlisted operations . Sandboxed drafts)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14BE8E61-B626-DEC7-0CBC-7B62BA5F836A}"/>
              </a:ext>
            </a:extLst>
          </p:cNvPr>
          <p:cNvSpPr/>
          <p:nvPr/>
        </p:nvSpPr>
        <p:spPr>
          <a:xfrm>
            <a:off x="6267341" y="3418114"/>
            <a:ext cx="256031" cy="304800"/>
          </a:xfrm>
          <a:prstGeom prst="downArrow">
            <a:avLst>
              <a:gd name="adj1" fmla="val 0"/>
              <a:gd name="adj2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4878BA-DE48-AEC4-165F-ED91EE63FDF3}"/>
              </a:ext>
            </a:extLst>
          </p:cNvPr>
          <p:cNvSpPr/>
          <p:nvPr/>
        </p:nvSpPr>
        <p:spPr>
          <a:xfrm>
            <a:off x="1790697" y="3722914"/>
            <a:ext cx="9410701" cy="3918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CONTROLLED EXECUTION SERVICE – environment –scoped permissions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151743E0-0156-BC6F-6AD8-7E53D5047824}"/>
              </a:ext>
            </a:extLst>
          </p:cNvPr>
          <p:cNvSpPr/>
          <p:nvPr/>
        </p:nvSpPr>
        <p:spPr>
          <a:xfrm>
            <a:off x="6324599" y="4114797"/>
            <a:ext cx="250590" cy="1415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AEEE90-C135-3F58-3AD9-2F66A9785D2A}"/>
              </a:ext>
            </a:extLst>
          </p:cNvPr>
          <p:cNvSpPr/>
          <p:nvPr/>
        </p:nvSpPr>
        <p:spPr>
          <a:xfrm>
            <a:off x="827314" y="4256314"/>
            <a:ext cx="4855029" cy="3918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RESULT VALIDATION AGENT </a:t>
            </a:r>
            <a:br>
              <a:rPr lang="en-US" sz="1600"/>
            </a:br>
            <a:r>
              <a:rPr lang="en-US" sz="1200"/>
              <a:t>COUNTS . NULLS . SCHEMA . DUPES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B0703B-2E27-415D-C3FD-6B8B497C3669}"/>
              </a:ext>
            </a:extLst>
          </p:cNvPr>
          <p:cNvSpPr/>
          <p:nvPr/>
        </p:nvSpPr>
        <p:spPr>
          <a:xfrm>
            <a:off x="6575187" y="4256314"/>
            <a:ext cx="5137841" cy="3918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EVIDENCE + SCREENSHOT CAPTURE AGENT</a:t>
            </a:r>
            <a:br>
              <a:rPr lang="en-US" sz="1600"/>
            </a:br>
            <a:r>
              <a:rPr lang="en-US" sz="1200"/>
              <a:t>SCREENSHOT + NOTEBOOK + CHILD LINK PER TEST CASE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DAADE0B7-AE58-B0E4-D0BF-82FD35C052B3}"/>
              </a:ext>
            </a:extLst>
          </p:cNvPr>
          <p:cNvSpPr/>
          <p:nvPr/>
        </p:nvSpPr>
        <p:spPr>
          <a:xfrm>
            <a:off x="3091544" y="4648197"/>
            <a:ext cx="174171" cy="1415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1ABC9604-1EA6-4AA1-0C54-7B2561BCD5AC}"/>
              </a:ext>
            </a:extLst>
          </p:cNvPr>
          <p:cNvSpPr/>
          <p:nvPr/>
        </p:nvSpPr>
        <p:spPr>
          <a:xfrm flipH="1">
            <a:off x="8913223" y="4648197"/>
            <a:ext cx="174170" cy="1415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772788-9347-D6BD-AE1B-BE42ACDFDF47}"/>
              </a:ext>
            </a:extLst>
          </p:cNvPr>
          <p:cNvSpPr/>
          <p:nvPr/>
        </p:nvSpPr>
        <p:spPr>
          <a:xfrm flipH="1">
            <a:off x="522513" y="4789715"/>
            <a:ext cx="11190512" cy="8708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BUG ESCALATION GATE                                                                                                     JOB MONITOR GATE                                                          Bug found -&gt; pop to QA                                                                                   Job did not run -&gt;     pop to QA                                       </a:t>
            </a:r>
            <a:br>
              <a:rPr lang="en-US"/>
            </a:br>
            <a:r>
              <a:rPr lang="en-US"/>
              <a:t>Yes -&gt; continue . No -&gt; STOP                                                                                                  Always   -&gt;  STOP</a:t>
            </a: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025AC50F-7B32-3225-CB99-2E634DD9A780}"/>
              </a:ext>
            </a:extLst>
          </p:cNvPr>
          <p:cNvSpPr/>
          <p:nvPr/>
        </p:nvSpPr>
        <p:spPr>
          <a:xfrm>
            <a:off x="6096000" y="5682342"/>
            <a:ext cx="228599" cy="2721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338AC3-0C27-4B77-1166-45219E6D2659}"/>
              </a:ext>
            </a:extLst>
          </p:cNvPr>
          <p:cNvSpPr/>
          <p:nvPr/>
        </p:nvSpPr>
        <p:spPr>
          <a:xfrm>
            <a:off x="827314" y="5954484"/>
            <a:ext cx="10570029" cy="52251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GENIE ASSISTANT +  HUMAN REVIEW -&gt; accept / edit  /  reject </a:t>
            </a:r>
          </a:p>
        </p:txBody>
      </p:sp>
    </p:spTree>
    <p:extLst>
      <p:ext uri="{BB962C8B-B14F-4D97-AF65-F5344CB8AC3E}">
        <p14:creationId xmlns:p14="http://schemas.microsoft.com/office/powerpoint/2010/main" val="3789335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84CA83-F5B3-DC42-B2F2-A5B1251B8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ENVIRONMENT WORKFLOW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89D98-5DBA-0954-8C6B-ADC342FC8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INT:</a:t>
            </a:r>
          </a:p>
          <a:p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Detect - </a:t>
            </a: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story enters SQA Ready; assign QA owner and tester tag.</a:t>
            </a:r>
          </a:p>
          <a:p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Prepare</a:t>
            </a: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– create the QA Review task; move the story to In SQA.</a:t>
            </a:r>
          </a:p>
          <a:p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Scope</a:t>
            </a: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– Parse the User Story and TTSM to determine required tests.</a:t>
            </a:r>
          </a:p>
          <a:p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Design</a:t>
            </a: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– generates standard tests plus story – specific additions.</a:t>
            </a:r>
          </a:p>
          <a:p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Reference</a:t>
            </a: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– archive the existing notebook and pull the latest from PRD, or create one to naming standard.</a:t>
            </a:r>
          </a:p>
          <a:p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Execute</a:t>
            </a: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– run tests in INT and Update the Test Plan / Test Suite.</a:t>
            </a:r>
          </a:p>
          <a:p>
            <a:r>
              <a:rPr 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Review</a:t>
            </a: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– route for peer review, apply changes, close the task, move to SQA Done.</a:t>
            </a:r>
            <a:b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066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79ECAF-8AC4-F99A-BEEC-98D45842B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9C3F9-566A-8ABF-37BF-DD9CB7602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764" y="1723644"/>
            <a:ext cx="8972182" cy="387322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chemeClr val="tx1">
                    <a:lumMod val="65000"/>
                    <a:lumOff val="35000"/>
                  </a:schemeClr>
                </a:solidFill>
              </a:rPr>
              <a:t>CRT:</a:t>
            </a:r>
          </a:p>
          <a:p>
            <a:pPr marL="0" indent="0">
              <a:buNone/>
            </a:pP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Intake – 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after release install, process stories in SQA Ready – CRT.</a:t>
            </a:r>
            <a:br>
              <a:rPr lang="en-US" sz="1600"/>
            </a:br>
            <a:br>
              <a:rPr lang="en-US" sz="1600"/>
            </a:b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Assign 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– a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different tester from INT is required; retain the INT tag.</a:t>
            </a:r>
          </a:p>
          <a:p>
            <a:pPr marL="0" indent="0">
              <a:buNone/>
            </a:pP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Reference – 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archive the CRT notebook and export the latest from INT.</a:t>
            </a:r>
            <a:br>
              <a:rPr lang="en-US" sz="1600"/>
            </a:br>
            <a:br>
              <a:rPr lang="en-US" sz="1600"/>
            </a:b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Scope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– review story and TTSM for any additional test cases.</a:t>
            </a:r>
            <a:br>
              <a:rPr lang="en-US" sz="1600"/>
            </a:br>
            <a:br>
              <a:rPr lang="en-US" sz="1600"/>
            </a:b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Execute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– run CRT tests and update outcomes.</a:t>
            </a:r>
            <a:br>
              <a:rPr lang="en-US" sz="1600"/>
            </a:br>
            <a:br>
              <a:rPr lang="en-US" sz="1600"/>
            </a:b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Triage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– for bugs, the Bug Escalation Gate pops to QA (Yes = continue, No = stop); validate pipelines/data/logic and track from INT upward.</a:t>
            </a:r>
            <a:br>
              <a:rPr lang="en-US" sz="1600"/>
            </a:br>
            <a:br>
              <a:rPr lang="en-US" sz="1600"/>
            </a:b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Resolve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– partial pass moves to SQA Done – CRT; otherwise Blocked, back to developer.</a:t>
            </a:r>
            <a:br>
              <a:rPr lang="en-US" sz="1600"/>
            </a:br>
            <a:br>
              <a:rPr lang="en-US" sz="1600" b="1"/>
            </a:b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 sz="1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144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F9B51-131D-E267-3F9A-95FA42C6A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6279" y="1711353"/>
            <a:ext cx="9119667" cy="38855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chemeClr val="tx1">
                    <a:lumMod val="65000"/>
                    <a:lumOff val="35000"/>
                  </a:schemeClr>
                </a:solidFill>
              </a:rPr>
              <a:t>PRD:</a:t>
            </a:r>
          </a:p>
          <a:p>
            <a:pPr marL="0" indent="0">
              <a:buNone/>
            </a:pP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Intake – 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after release install, process stories in Release Ready.</a:t>
            </a:r>
            <a:br>
              <a:rPr lang="en-US" sz="1600"/>
            </a:br>
            <a:br>
              <a:rPr lang="en-US" sz="1600"/>
            </a:b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Assign 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– assign QA, move to In Release, retain the INT &amp; CRT tester tag.</a:t>
            </a:r>
          </a:p>
          <a:p>
            <a:pPr marL="0" indent="0">
              <a:buNone/>
            </a:pP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Reference – 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archive the  existing PRD notebook and export the latest from CRT.</a:t>
            </a:r>
            <a:br>
              <a:rPr lang="en-US" sz="1600"/>
            </a:br>
            <a:br>
              <a:rPr lang="en-US" sz="1600"/>
            </a:b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Scope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– review story and TTSM for any additional test cases.</a:t>
            </a:r>
            <a:br>
              <a:rPr lang="en-US" sz="1600"/>
            </a:br>
            <a:br>
              <a:rPr lang="en-US" sz="1600"/>
            </a:b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Execute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– run PRD tests and update outcomes.</a:t>
            </a:r>
            <a:br>
              <a:rPr lang="en-US" sz="1600"/>
            </a:br>
            <a:br>
              <a:rPr lang="en-US" sz="1600"/>
            </a:b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Triage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– for bugs, the Bug Escalation Gate pops to QA (Yes = continue, No = stop); validate pipelines/data/logic and track from INT upward.</a:t>
            </a:r>
            <a:br>
              <a:rPr lang="en-US" sz="1600"/>
            </a:br>
            <a:br>
              <a:rPr lang="en-US" sz="1600"/>
            </a:b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Resolve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– partial pass moves to Done – CRT; otherwise Blocked, Reassigned to developer.</a:t>
            </a:r>
            <a:br>
              <a:rPr lang="en-US" sz="1600"/>
            </a:br>
            <a:br>
              <a:rPr lang="en-US" sz="1600" b="1"/>
            </a:b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 sz="1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696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5ED334-766C-2DA8-85DF-B3E82CD57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507" y="683493"/>
            <a:ext cx="3817453" cy="601445"/>
          </a:xfrm>
        </p:spPr>
        <p:txBody>
          <a:bodyPr anchor="b">
            <a:norm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</a:rPr>
              <a:t>Generated Notebook: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5445D-021B-7D98-C721-9DAD4C3C2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207" y="1289471"/>
            <a:ext cx="9341739" cy="430739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HEADER 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-  Story ID, title, environment, tester, date/time, source/target objects, TTSM links.</a:t>
            </a:r>
          </a:p>
          <a:p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PREREQUISITES 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- Release/pipeline status, data availability, downstream dependencies, source filters</a:t>
            </a:r>
          </a:p>
          <a:p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REFERENCE NOTEBOOK 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– Selected notebook, source environment, version, and reason for selection.</a:t>
            </a:r>
          </a:p>
          <a:p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TEMP SOURCE VIEW 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– Explicit temporary-view creation logic and trimming rules – never a persistent CREATE VIEW.</a:t>
            </a:r>
          </a:p>
          <a:p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STANDARD TEST 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– The seven standard cells, run every time: ADF ran successfully, Count check, Data check, Downstream check, Duplicate check, Incremental check, Schema check.</a:t>
            </a:r>
          </a:p>
          <a:p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STORY SPECIFIC TEST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– Additional validations derived from acceptance criteria. </a:t>
            </a:r>
          </a:p>
          <a:p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EXECUTION OUTPUT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– Row counts, mismatches, schema differences, duplicates, nulls, findings.</a:t>
            </a:r>
          </a:p>
          <a:p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AI EXPLANATION 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– Concise pass/fail interpretation, kept clearly separate from raw evidence.</a:t>
            </a:r>
          </a:p>
          <a:p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EVIDENCE &amp; CHILD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– The Screenshot Capture Agent attaches the relavent notebook cell to every one of the seven test cases, each carried on its own child link back to the parent QA tesk – so evidence is traceable test-by-test, not bundled into one attachement.</a:t>
            </a:r>
          </a:p>
          <a:p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CONCLUSION 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– Overall status, exceptions, follow-up actions, reviewer decision.</a:t>
            </a:r>
          </a:p>
        </p:txBody>
      </p:sp>
    </p:spTree>
    <p:extLst>
      <p:ext uri="{BB962C8B-B14F-4D97-AF65-F5344CB8AC3E}">
        <p14:creationId xmlns:p14="http://schemas.microsoft.com/office/powerpoint/2010/main" val="2032726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699217-7539-5379-0851-D49BA622C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10E5EA9-B569-AB1E-AE19-72E48A40C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8D040C-B141-F869-5375-36F3C0084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EF17EB-84FF-EBA1-7B40-6B938E9B0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8652C-C02F-8127-9EC0-296CFA0B5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29" y="1077686"/>
            <a:ext cx="9993085" cy="50945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4000" dirty="0"/>
              <a:t>AUTOMATED COMPARISION</a:t>
            </a:r>
            <a:br>
              <a:rPr lang="en-US" sz="2000" dirty="0"/>
            </a:br>
            <a:r>
              <a:rPr lang="en-US" sz="2000" dirty="0"/>
              <a:t>What the Validation Agent checks, every run:</a:t>
            </a:r>
            <a:br>
              <a:rPr lang="en-US" sz="2000" dirty="0"/>
            </a:br>
            <a:r>
              <a:rPr lang="en-US" sz="2000" b="1" dirty="0"/>
              <a:t>validation                                  Automated output</a:t>
            </a:r>
            <a:br>
              <a:rPr lang="en-US" sz="2000" b="1" dirty="0"/>
            </a:br>
            <a:r>
              <a:rPr lang="en-US" sz="1800" dirty="0"/>
              <a:t>Pipeline                                                  Execution status, run time – zone check, prerequisite readiness</a:t>
            </a:r>
          </a:p>
          <a:p>
            <a:pPr marL="0" indent="0">
              <a:buNone/>
            </a:pPr>
            <a:r>
              <a:rPr lang="en-US" sz="1800" dirty="0"/>
              <a:t>Schema                                                 TTSM vs target columns, data types, nullability, expected structure</a:t>
            </a:r>
          </a:p>
          <a:p>
            <a:pPr marL="0" indent="0">
              <a:buNone/>
            </a:pPr>
            <a:r>
              <a:rPr lang="en-US" sz="1800" dirty="0"/>
              <a:t>Duplicates                                            Duplicate key groups, excluding ETL </a:t>
            </a:r>
            <a:r>
              <a:rPr lang="en-US" sz="1800" dirty="0" err="1"/>
              <a:t>MetadataSK</a:t>
            </a:r>
            <a:r>
              <a:rPr lang="en-US" sz="1800" dirty="0"/>
              <a:t> where required</a:t>
            </a:r>
          </a:p>
          <a:p>
            <a:pPr marL="0" indent="0">
              <a:buNone/>
            </a:pPr>
            <a:r>
              <a:rPr lang="en-US" sz="1800" dirty="0"/>
              <a:t>Counts                                                   Source count vs target count, plus absolute difference</a:t>
            </a:r>
          </a:p>
          <a:p>
            <a:pPr marL="0" indent="0">
              <a:buNone/>
            </a:pPr>
            <a:r>
              <a:rPr lang="en-US" sz="1800" dirty="0"/>
              <a:t>Source Not In Target                        Mismatch rows/count based on approved comparison logic</a:t>
            </a:r>
          </a:p>
          <a:p>
            <a:pPr marL="0" indent="0">
              <a:buNone/>
            </a:pPr>
            <a:r>
              <a:rPr lang="en-US" sz="1800" dirty="0"/>
              <a:t>Target Not In Source                        Extra rows/count with filters and inactive-record context</a:t>
            </a:r>
          </a:p>
          <a:p>
            <a:pPr marL="0" indent="0">
              <a:buNone/>
            </a:pPr>
            <a:r>
              <a:rPr lang="en-US" sz="1800" dirty="0"/>
              <a:t>Nulls                                                        Unexpected null counts by required field</a:t>
            </a:r>
          </a:p>
          <a:p>
            <a:pPr marL="0" indent="0">
              <a:buNone/>
            </a:pPr>
            <a:r>
              <a:rPr lang="en-US" sz="1800" dirty="0"/>
              <a:t>Trim                                                          Leading/trailing-space mismatches for Atomic/Consumption layers</a:t>
            </a:r>
          </a:p>
          <a:p>
            <a:pPr marL="0" indent="0">
              <a:buNone/>
            </a:pPr>
            <a:r>
              <a:rPr lang="en-US" sz="1800" dirty="0"/>
              <a:t>ETL Metadata                                       Required metadata checks and result</a:t>
            </a:r>
          </a:p>
          <a:p>
            <a:pPr marL="0" indent="0">
              <a:buNone/>
            </a:pPr>
            <a:r>
              <a:rPr lang="en-US" sz="1800" dirty="0"/>
              <a:t>Default Row                                         Presence/validity when required by TTSM</a:t>
            </a:r>
          </a:p>
        </p:txBody>
      </p:sp>
    </p:spTree>
    <p:extLst>
      <p:ext uri="{BB962C8B-B14F-4D97-AF65-F5344CB8AC3E}">
        <p14:creationId xmlns:p14="http://schemas.microsoft.com/office/powerpoint/2010/main" val="454202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11BE91-221E-3B8E-B20D-DEFF63C79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6BF0000F-5FF9-AAF4-C44A-329082C18C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2BF013B2-EB37-6634-23F9-A2B6A24BBD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80477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3B35025-3974-A7BF-173A-36BA6E078AD4}"/>
              </a:ext>
            </a:extLst>
          </p:cNvPr>
          <p:cNvSpPr/>
          <p:nvPr/>
        </p:nvSpPr>
        <p:spPr>
          <a:xfrm flipH="1">
            <a:off x="1632857" y="816429"/>
            <a:ext cx="8621486" cy="7293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STANDARD TEST CASE SUITE  &amp; EVIDENCE</a:t>
            </a:r>
          </a:p>
        </p:txBody>
      </p:sp>
    </p:spTree>
    <p:extLst>
      <p:ext uri="{BB962C8B-B14F-4D97-AF65-F5344CB8AC3E}">
        <p14:creationId xmlns:p14="http://schemas.microsoft.com/office/powerpoint/2010/main" val="2407398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C48BE-AAB0-BECD-4BCC-37A7BBF9E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4" y="168057"/>
            <a:ext cx="10712668" cy="905147"/>
          </a:xfrm>
        </p:spPr>
        <p:txBody>
          <a:bodyPr/>
          <a:lstStyle/>
          <a:p>
            <a:r>
              <a:rPr lang="en-US" dirty="0"/>
              <a:t>EXECUTION GATES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81D941A3-19CA-884F-554F-A9DCDD5D49B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93915" y="1050488"/>
          <a:ext cx="11778342" cy="5126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7748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8738-65FB-4DAC-B3AE-B3FBD3E7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 CHECKLIST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087857-C8BD-CCC7-9EE4-F45F34BB627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4024" y="1825624"/>
          <a:ext cx="11727976" cy="4916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4961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CD2F27-1E16-7F90-8C8A-D3DDF4ED3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5" y="1106007"/>
            <a:ext cx="10550025" cy="1182927"/>
          </a:xfrm>
        </p:spPr>
        <p:txBody>
          <a:bodyPr anchor="b">
            <a:normAutofit/>
          </a:bodyPr>
          <a:lstStyle/>
          <a:p>
            <a:r>
              <a:rPr lang="en-US" sz="5600"/>
              <a:t>DEPLOYMENT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5C51-C281-2441-A9CF-A01C247DB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598947"/>
            <a:ext cx="10550025" cy="367734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PHASE 1                                   See the assistant work, keep every step manual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ASSISTED                                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UI intake, story/TTSM  parsing, reference-notebook search, standard test-plan</a:t>
            </a:r>
            <a:endParaRPr lang="en-US" sz="16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POC                                             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generation, notebook draft, manual execution and reviewer feedback.</a:t>
            </a:r>
          </a:p>
          <a:p>
            <a:pPr marL="0" indent="0">
              <a:buNone/>
            </a:pP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PHASE 2                                   See the assistant work, keep every step manual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CONTROLLED                                      Approved script execution, automated comparisons, evidence packaging, IPR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AUTOMATION                                        checklist    validation, and Genie assistance.</a:t>
            </a:r>
          </a:p>
          <a:p>
            <a:pPr marL="0" indent="0">
              <a:buNone/>
            </a:pP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PHASE 3                                   See the assistant work, keep every step manual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AGENTIC                                                      Environment transition, bug/regression workflow integration, retrieval learning, ORCHESTRATION                                    anomaly detection, governed end-to-end automation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8350D8D-73D6-4132-89B5-DD52F3962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88224" y="2325422"/>
            <a:ext cx="465458" cy="872153"/>
            <a:chOff x="11388224" y="2325422"/>
            <a:chExt cx="465458" cy="872153"/>
          </a:xfrm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3764" y="232542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62544" y="255471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88224" y="306986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8589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339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1682</Words>
  <Application>Microsoft Office PowerPoint</Application>
  <PresentationFormat>Widescreen</PresentationFormat>
  <Paragraphs>113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  Sentinel turns your QA runbook into a governed      agentic system</vt:lpstr>
      <vt:lpstr>01 – THE PROBLEM  The same QA WorkFlow, repeated manually across three environments</vt:lpstr>
      <vt:lpstr>02 – THE AGENTS</vt:lpstr>
      <vt:lpstr>PowerPoint Presentation</vt:lpstr>
      <vt:lpstr>PowerPoint Presentation</vt:lpstr>
      <vt:lpstr>ENVIRONMENT WORKFLOW</vt:lpstr>
      <vt:lpstr>PowerPoint Presentation</vt:lpstr>
      <vt:lpstr>PowerPoint Presentation</vt:lpstr>
      <vt:lpstr>Generated Notebook:</vt:lpstr>
      <vt:lpstr>PowerPoint Presentation</vt:lpstr>
      <vt:lpstr>PowerPoint Presentation</vt:lpstr>
      <vt:lpstr>EXECUTION GATES</vt:lpstr>
      <vt:lpstr>GOVERNANCE CHECKLIST</vt:lpstr>
      <vt:lpstr>DEPLOYMENT</vt:lpstr>
      <vt:lpstr>PowerPoint Presentation</vt:lpstr>
    </vt:vector>
  </TitlesOfParts>
  <Company>CareSource Management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Bandam, Hema</dc:creator>
  <cp:lastModifiedBy>Bandam, Hema</cp:lastModifiedBy>
  <cp:revision>1</cp:revision>
  <dcterms:created xsi:type="dcterms:W3CDTF">2026-09-27T14:28:12Z</dcterms:created>
  <dcterms:modified xsi:type="dcterms:W3CDTF">2026-09-29T04:47:19Z</dcterms:modified>
</cp:coreProperties>
</file>