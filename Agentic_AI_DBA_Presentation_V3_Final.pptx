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147482746" r:id="rId5"/>
    <p:sldId id="2147483605" r:id="rId6"/>
    <p:sldId id="2147483618" r:id="rId7"/>
    <p:sldId id="2147483617" r:id="rId8"/>
    <p:sldId id="214748220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C1E83-CBB9-F52E-B9FC-B21C2BBE28DD}" v="1" dt="2026-07-01T15:51:49.440"/>
    <p1510:client id="{32003B73-D78D-8197-06BA-C4FFC0E1DD09}" v="1" dt="2026-07-01T09:13:01.489"/>
    <p1510:client id="{6AA1AB19-1FCC-14CA-BAC6-462B25F9D70B}" v="4" dt="2026-07-01T12:23:52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Mittapally" userId="88eda2ae-a2c2-4899-8222-768d9bc7899b" providerId="ADAL" clId="{61D56425-70E5-40AF-AA6F-43DF2D537765}"/>
    <pc:docChg chg="modSld">
      <pc:chgData name="Pramod Mittapally" userId="88eda2ae-a2c2-4899-8222-768d9bc7899b" providerId="ADAL" clId="{61D56425-70E5-40AF-AA6F-43DF2D537765}" dt="2026-06-29T04:30:22.179" v="11" actId="20577"/>
      <pc:docMkLst>
        <pc:docMk/>
      </pc:docMkLst>
      <pc:sldChg chg="modSp">
        <pc:chgData name="Pramod Mittapally" userId="88eda2ae-a2c2-4899-8222-768d9bc7899b" providerId="ADAL" clId="{61D56425-70E5-40AF-AA6F-43DF2D537765}" dt="2026-06-29T04:30:15.131" v="9" actId="20577"/>
        <pc:sldMkLst>
          <pc:docMk/>
          <pc:sldMk cId="1217556372" sldId="2147482746"/>
        </pc:sldMkLst>
        <pc:spChg chg="mod">
          <ac:chgData name="Pramod Mittapally" userId="88eda2ae-a2c2-4899-8222-768d9bc7899b" providerId="ADAL" clId="{61D56425-70E5-40AF-AA6F-43DF2D537765}" dt="2026-06-29T04:30:15.131" v="9" actId="20577"/>
          <ac:spMkLst>
            <pc:docMk/>
            <pc:sldMk cId="1217556372" sldId="2147482746"/>
            <ac:spMk id="9" creationId="{C65F20B3-C5F4-C2D8-77AD-D9689896F24E}"/>
          </ac:spMkLst>
        </pc:spChg>
      </pc:sldChg>
      <pc:sldChg chg="modSp mod">
        <pc:chgData name="Pramod Mittapally" userId="88eda2ae-a2c2-4899-8222-768d9bc7899b" providerId="ADAL" clId="{61D56425-70E5-40AF-AA6F-43DF2D537765}" dt="2026-06-29T04:30:22.179" v="11" actId="20577"/>
        <pc:sldMkLst>
          <pc:docMk/>
          <pc:sldMk cId="3694017364" sldId="2147483605"/>
        </pc:sldMkLst>
        <pc:spChg chg="mod">
          <ac:chgData name="Pramod Mittapally" userId="88eda2ae-a2c2-4899-8222-768d9bc7899b" providerId="ADAL" clId="{61D56425-70E5-40AF-AA6F-43DF2D537765}" dt="2026-06-29T04:30:22.179" v="11" actId="20577"/>
          <ac:spMkLst>
            <pc:docMk/>
            <pc:sldMk cId="3694017364" sldId="2147483605"/>
            <ac:spMk id="2" creationId="{8F52CDE4-7C9E-5FDD-076F-33B30CA8FB39}"/>
          </ac:spMkLst>
        </pc:spChg>
      </pc:sldChg>
      <pc:sldChg chg="modSp mod">
        <pc:chgData name="Pramod Mittapally" userId="88eda2ae-a2c2-4899-8222-768d9bc7899b" providerId="ADAL" clId="{61D56425-70E5-40AF-AA6F-43DF2D537765}" dt="2026-06-29T03:38:08.844" v="7" actId="20577"/>
        <pc:sldMkLst>
          <pc:docMk/>
          <pc:sldMk cId="2488467022" sldId="2147483617"/>
        </pc:sldMkLst>
        <pc:spChg chg="mod">
          <ac:chgData name="Pramod Mittapally" userId="88eda2ae-a2c2-4899-8222-768d9bc7899b" providerId="ADAL" clId="{61D56425-70E5-40AF-AA6F-43DF2D537765}" dt="2026-06-29T03:38:08.844" v="7" actId="20577"/>
          <ac:spMkLst>
            <pc:docMk/>
            <pc:sldMk cId="2488467022" sldId="2147483617"/>
            <ac:spMk id="3" creationId="{A3F474A9-E13F-C488-623E-F9E5BC4B2BBB}"/>
          </ac:spMkLst>
        </pc:spChg>
      </pc:sldChg>
      <pc:sldChg chg="modSp mod">
        <pc:chgData name="Pramod Mittapally" userId="88eda2ae-a2c2-4899-8222-768d9bc7899b" providerId="ADAL" clId="{61D56425-70E5-40AF-AA6F-43DF2D537765}" dt="2026-06-29T03:33:54.253" v="5" actId="20577"/>
        <pc:sldMkLst>
          <pc:docMk/>
          <pc:sldMk cId="554539137" sldId="2147483618"/>
        </pc:sldMkLst>
        <pc:spChg chg="mod">
          <ac:chgData name="Pramod Mittapally" userId="88eda2ae-a2c2-4899-8222-768d9bc7899b" providerId="ADAL" clId="{61D56425-70E5-40AF-AA6F-43DF2D537765}" dt="2026-06-29T03:33:54.253" v="5" actId="20577"/>
          <ac:spMkLst>
            <pc:docMk/>
            <pc:sldMk cId="554539137" sldId="2147483618"/>
            <ac:spMk id="3" creationId="{BCE02284-A6D0-CAAA-2A92-2AC6D6FDA22E}"/>
          </ac:spMkLst>
        </pc:spChg>
        <pc:grpChg chg="mod">
          <ac:chgData name="Pramod Mittapally" userId="88eda2ae-a2c2-4899-8222-768d9bc7899b" providerId="ADAL" clId="{61D56425-70E5-40AF-AA6F-43DF2D537765}" dt="2026-06-29T03:32:28.834" v="2" actId="1037"/>
          <ac:grpSpMkLst>
            <pc:docMk/>
            <pc:sldMk cId="554539137" sldId="2147483618"/>
            <ac:grpSpMk id="492" creationId="{3517ACB6-144B-455B-E6F0-D15050510177}"/>
          </ac:grpSpMkLst>
        </pc:grpChg>
        <pc:cxnChg chg="mod">
          <ac:chgData name="Pramod Mittapally" userId="88eda2ae-a2c2-4899-8222-768d9bc7899b" providerId="ADAL" clId="{61D56425-70E5-40AF-AA6F-43DF2D537765}" dt="2026-06-29T03:33:16.709" v="3" actId="14100"/>
          <ac:cxnSpMkLst>
            <pc:docMk/>
            <pc:sldMk cId="554539137" sldId="2147483618"/>
            <ac:cxnSpMk id="476" creationId="{10A90DF4-9A7E-9737-822B-A07767CB678E}"/>
          </ac:cxnSpMkLst>
        </pc:cxnChg>
        <pc:cxnChg chg="mod">
          <ac:chgData name="Pramod Mittapally" userId="88eda2ae-a2c2-4899-8222-768d9bc7899b" providerId="ADAL" clId="{61D56425-70E5-40AF-AA6F-43DF2D537765}" dt="2026-06-29T03:32:13.191" v="0" actId="1035"/>
          <ac:cxnSpMkLst>
            <pc:docMk/>
            <pc:sldMk cId="554539137" sldId="2147483618"/>
            <ac:cxnSpMk id="502" creationId="{830EE823-8B3D-B3D9-56CE-CADB5EE148C4}"/>
          </ac:cxnSpMkLst>
        </pc:cxnChg>
      </pc:sldChg>
    </pc:docChg>
  </pc:docChgLst>
  <pc:docChgLst>
    <pc:chgData name="Pradeep Telu" userId="S::pradeeptel@infinite.com::0fd847f8-4302-4561-a819-d5c62d726949" providerId="AD" clId="Web-{09FC1E83-CBB9-F52E-B9FC-B21C2BBE28DD}"/>
    <pc:docChg chg="delSld">
      <pc:chgData name="Pradeep Telu" userId="S::pradeeptel@infinite.com::0fd847f8-4302-4561-a819-d5c62d726949" providerId="AD" clId="Web-{09FC1E83-CBB9-F52E-B9FC-B21C2BBE28DD}" dt="2026-07-01T15:51:49.440" v="0"/>
      <pc:docMkLst>
        <pc:docMk/>
      </pc:docMkLst>
      <pc:sldChg chg="del">
        <pc:chgData name="Pradeep Telu" userId="S::pradeeptel@infinite.com::0fd847f8-4302-4561-a819-d5c62d726949" providerId="AD" clId="Web-{09FC1E83-CBB9-F52E-B9FC-B21C2BBE28DD}" dt="2026-07-01T15:51:49.440" v="0"/>
        <pc:sldMkLst>
          <pc:docMk/>
          <pc:sldMk cId="3009002652" sldId="2147483619"/>
        </pc:sldMkLst>
      </pc:sldChg>
    </pc:docChg>
  </pc:docChgLst>
  <pc:docChgLst>
    <pc:chgData name="Pradeep Telu" userId="S::pradeeptel@infinite.com::0fd847f8-4302-4561-a819-d5c62d726949" providerId="AD" clId="Web-{6AA1AB19-1FCC-14CA-BAC6-462B25F9D70B}"/>
    <pc:docChg chg="modSld">
      <pc:chgData name="Pradeep Telu" userId="S::pradeeptel@infinite.com::0fd847f8-4302-4561-a819-d5c62d726949" providerId="AD" clId="Web-{6AA1AB19-1FCC-14CA-BAC6-462B25F9D70B}" dt="2026-07-01T12:23:52.729" v="1" actId="20577"/>
      <pc:docMkLst>
        <pc:docMk/>
      </pc:docMkLst>
      <pc:sldChg chg="modSp">
        <pc:chgData name="Pradeep Telu" userId="S::pradeeptel@infinite.com::0fd847f8-4302-4561-a819-d5c62d726949" providerId="AD" clId="Web-{6AA1AB19-1FCC-14CA-BAC6-462B25F9D70B}" dt="2026-07-01T12:23:52.729" v="1" actId="20577"/>
        <pc:sldMkLst>
          <pc:docMk/>
          <pc:sldMk cId="554539137" sldId="2147483618"/>
        </pc:sldMkLst>
        <pc:spChg chg="mod">
          <ac:chgData name="Pradeep Telu" userId="S::pradeeptel@infinite.com::0fd847f8-4302-4561-a819-d5c62d726949" providerId="AD" clId="Web-{6AA1AB19-1FCC-14CA-BAC6-462B25F9D70B}" dt="2026-07-01T12:23:52.729" v="1" actId="20577"/>
          <ac:spMkLst>
            <pc:docMk/>
            <pc:sldMk cId="554539137" sldId="2147483618"/>
            <ac:spMk id="38" creationId="{3A6F2549-C2C3-41F7-DC11-C6F0466B5D30}"/>
          </ac:spMkLst>
        </pc:spChg>
      </pc:sldChg>
    </pc:docChg>
  </pc:docChgLst>
  <pc:docChgLst>
    <pc:chgData name="Pradeep Telu" userId="S::pradeeptel@infinite.com::0fd847f8-4302-4561-a819-d5c62d726949" providerId="AD" clId="Web-{32003B73-D78D-8197-06BA-C4FFC0E1DD09}"/>
    <pc:docChg chg="modSld">
      <pc:chgData name="Pradeep Telu" userId="S::pradeeptel@infinite.com::0fd847f8-4302-4561-a819-d5c62d726949" providerId="AD" clId="Web-{32003B73-D78D-8197-06BA-C4FFC0E1DD09}" dt="2026-07-01T09:13:01.489" v="0"/>
      <pc:docMkLst>
        <pc:docMk/>
      </pc:docMkLst>
      <pc:sldChg chg="mod modShow">
        <pc:chgData name="Pradeep Telu" userId="S::pradeeptel@infinite.com::0fd847f8-4302-4561-a819-d5c62d726949" providerId="AD" clId="Web-{32003B73-D78D-8197-06BA-C4FFC0E1DD09}" dt="2026-07-01T09:13:01.489" v="0"/>
        <pc:sldMkLst>
          <pc:docMk/>
          <pc:sldMk cId="3009002652" sldId="21474836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2B5B8-CE63-4A55-8540-CD3257EFBE22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8468D-F79F-44C7-AB05-AB4472CA9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00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6455-F97B-4E79-A164-81D01961451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72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1981-AB12-02D5-76D0-5A5C197F8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9D09E-EBF0-A01D-9818-08644882B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4036D-6B5B-9753-893B-AB091ABF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6E01A-794D-A1E5-E2AB-85D7CC4D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68C37-F7DE-0DE8-5D60-2758CA73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4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F2CB-F949-1715-08A3-EC5943DF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C8D38-8743-857A-6881-29A15E24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7CEB-BF57-3C84-AB2A-FF6EE281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38945-B7D9-3304-C158-FF2BA07D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1C49C-157A-8B01-D018-CA393C15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85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C5CE-FB0D-3F45-5E9A-196E706F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EBDBB-054E-0749-16C4-D1C0A4A51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E7C9E-1DF2-5B6C-B454-FD73D525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2E9EB-FCEE-A87C-41A0-D68B4C29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3F07B-9269-4E24-A6A7-536DC8B0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6E64-53F9-AF46-D12D-516AA8EB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A0FE7-E683-0D57-12A8-B1000204F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FD2F6-A2D4-9998-1C5E-B8216552A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1127D-A147-5A9B-9596-CBA7BC5F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7932C-FA46-5F8E-9238-CA266304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E187A-6B9A-7485-27CF-B3029468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28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1664-59A8-B7FF-3626-A509713F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2755D-345A-295F-76D2-84619D686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1EBA4-13A5-1A18-E919-E1E92FA5B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EB14E-C43F-B2FA-A5B1-5EDC9A19D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1794F-5B97-18AB-AD48-EC4D54009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22045-2A57-86E5-0539-85C3CB06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89F210-06DE-3E4B-D2C4-A8B9A9BB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F2132-5BB3-0061-27D8-A2099893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68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C3A5-191B-87FD-4E4D-B84F79CC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AB2F0-3757-3AA5-5C90-B667A7EA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B7551-DAC9-0E6B-E8AE-21B4C490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780FF-04D8-5FA0-D767-1A4758C98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5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3FCAA-7ACC-2F10-E4FD-7C7FEBCB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73998-18A6-6455-E4F3-D8C0B111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98484-69EF-72F5-C39E-E40E6E06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33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1136-D288-D843-46BE-F7A3C642F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1BEC5-4045-36E2-0EBA-0A0098C02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C5DFA-C310-D5F8-7060-A98BF974A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66C3E-37A4-8375-0493-60DAB408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B5984-158E-C96B-F552-83B2F845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632B3-7D7F-50B8-8CEE-59BBFE78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97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B645-B9C9-F81D-DD93-84A80C422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A7E57-4259-363A-0BD5-7459DA7DF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B6631-6F12-2FDC-8098-5AB30FABB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9D91B-E58C-7051-995A-31FBF369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89489-E404-3B51-27DD-C0B55942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1A528-4338-760E-BF05-B939818A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00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1E1D-97EC-1619-E299-269D41AD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62D02-C62F-29EB-CF1F-8B90B3593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340E3-F26E-81BE-6B9B-CB926BAA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FC1FE-FA0F-30F3-0905-FDA3111D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145CE-D328-387A-B75F-32289A3A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97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F6570-199F-00B6-9422-1E1DAB3EF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E814C-35E0-89B5-8D71-A566C3741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999DA-E07F-B32A-1596-257B9AB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958F6-7656-2A32-FB42-9919B4D5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A3990-5F10-757B-9183-10A2DE1A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8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D6FC6E-930E-1D2C-E2A9-1D7DE8155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>
          <a:xfrm>
            <a:off x="3912242" y="0"/>
            <a:ext cx="827975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9DB58A-473F-F4CA-7382-FC3175B3A620}"/>
              </a:ext>
            </a:extLst>
          </p:cNvPr>
          <p:cNvSpPr/>
          <p:nvPr userDrawn="1"/>
        </p:nvSpPr>
        <p:spPr>
          <a:xfrm>
            <a:off x="3912242" y="0"/>
            <a:ext cx="291942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9F08BA-A768-F2D5-E08B-FF2D0E1440E9}"/>
              </a:ext>
            </a:extLst>
          </p:cNvPr>
          <p:cNvSpPr/>
          <p:nvPr userDrawn="1"/>
        </p:nvSpPr>
        <p:spPr bwMode="auto">
          <a:xfrm>
            <a:off x="3912242" y="0"/>
            <a:ext cx="2352554" cy="6858000"/>
          </a:xfrm>
          <a:prstGeom prst="rect">
            <a:avLst/>
          </a:prstGeom>
          <a:gradFill flip="none" rotWithShape="1">
            <a:gsLst>
              <a:gs pos="98165">
                <a:srgbClr val="F5F5F5">
                  <a:alpha val="0"/>
                </a:srgbClr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DBB6B6-37A8-8CD9-F319-45E675E2B187}"/>
              </a:ext>
            </a:extLst>
          </p:cNvPr>
          <p:cNvSpPr/>
          <p:nvPr userDrawn="1"/>
        </p:nvSpPr>
        <p:spPr bwMode="auto">
          <a:xfrm>
            <a:off x="3912242" y="0"/>
            <a:ext cx="3377060" cy="6858000"/>
          </a:xfrm>
          <a:prstGeom prst="rect">
            <a:avLst/>
          </a:prstGeom>
          <a:gradFill flip="none" rotWithShape="1">
            <a:gsLst>
              <a:gs pos="98165">
                <a:srgbClr val="F5F5F5">
                  <a:alpha val="0"/>
                </a:srgbClr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1D81A2-E994-D038-AE1B-43F48D14B8C8}"/>
              </a:ext>
            </a:extLst>
          </p:cNvPr>
          <p:cNvGrpSpPr/>
          <p:nvPr/>
        </p:nvGrpSpPr>
        <p:grpSpPr>
          <a:xfrm>
            <a:off x="582631" y="392325"/>
            <a:ext cx="465123" cy="479038"/>
            <a:chOff x="9048607" y="215459"/>
            <a:chExt cx="658114" cy="677803"/>
          </a:xfrm>
        </p:grpSpPr>
        <p:grpSp>
          <p:nvGrpSpPr>
            <p:cNvPr id="6" name="Graphic 34">
              <a:extLst>
                <a:ext uri="{FF2B5EF4-FFF2-40B4-BE49-F238E27FC236}">
                  <a16:creationId xmlns:a16="http://schemas.microsoft.com/office/drawing/2014/main" id="{88F1EE03-274C-432F-127F-1DB3C992026D}"/>
                </a:ext>
              </a:extLst>
            </p:cNvPr>
            <p:cNvGrpSpPr/>
            <p:nvPr/>
          </p:nvGrpSpPr>
          <p:grpSpPr>
            <a:xfrm>
              <a:off x="9048607" y="215459"/>
              <a:ext cx="658114" cy="568705"/>
              <a:chOff x="9048607" y="215459"/>
              <a:chExt cx="658114" cy="568705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2124F46-5195-0B6B-5E2B-A8D0A2C1C6E3}"/>
                  </a:ext>
                </a:extLst>
              </p:cNvPr>
              <p:cNvSpPr/>
              <p:nvPr/>
            </p:nvSpPr>
            <p:spPr>
              <a:xfrm>
                <a:off x="9071836" y="215459"/>
                <a:ext cx="592796" cy="484747"/>
              </a:xfrm>
              <a:custGeom>
                <a:avLst/>
                <a:gdLst>
                  <a:gd name="connsiteX0" fmla="*/ 0 w 592796"/>
                  <a:gd name="connsiteY0" fmla="*/ 484748 h 484747"/>
                  <a:gd name="connsiteX1" fmla="*/ 592796 w 592796"/>
                  <a:gd name="connsiteY1" fmla="*/ 480624 h 484747"/>
                  <a:gd name="connsiteX2" fmla="*/ 293137 w 592796"/>
                  <a:gd name="connsiteY2" fmla="*/ 0 h 484747"/>
                  <a:gd name="connsiteX3" fmla="*/ 0 w 592796"/>
                  <a:gd name="connsiteY3" fmla="*/ 484748 h 484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2796" h="484747">
                    <a:moveTo>
                      <a:pt x="0" y="484748"/>
                    </a:moveTo>
                    <a:lnTo>
                      <a:pt x="592796" y="480624"/>
                    </a:lnTo>
                    <a:lnTo>
                      <a:pt x="293137" y="0"/>
                    </a:lnTo>
                    <a:lnTo>
                      <a:pt x="0" y="484748"/>
                    </a:lnTo>
                    <a:close/>
                  </a:path>
                </a:pathLst>
              </a:custGeom>
              <a:solidFill>
                <a:srgbClr val="1C8CCC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1213328-4976-5965-AAA6-6DDBE7AF1014}"/>
                  </a:ext>
                </a:extLst>
              </p:cNvPr>
              <p:cNvSpPr/>
              <p:nvPr/>
            </p:nvSpPr>
            <p:spPr>
              <a:xfrm>
                <a:off x="9262405" y="216996"/>
                <a:ext cx="258193" cy="382724"/>
              </a:xfrm>
              <a:custGeom>
                <a:avLst/>
                <a:gdLst>
                  <a:gd name="connsiteX0" fmla="*/ 33447 w 258193"/>
                  <a:gd name="connsiteY0" fmla="*/ 382725 h 382724"/>
                  <a:gd name="connsiteX1" fmla="*/ 0 w 258193"/>
                  <a:gd name="connsiteY1" fmla="*/ 382725 h 382724"/>
                  <a:gd name="connsiteX2" fmla="*/ 224746 w 258193"/>
                  <a:gd name="connsiteY2" fmla="*/ 0 h 382724"/>
                  <a:gd name="connsiteX3" fmla="*/ 258193 w 258193"/>
                  <a:gd name="connsiteY3" fmla="*/ 0 h 382724"/>
                  <a:gd name="connsiteX4" fmla="*/ 33447 w 258193"/>
                  <a:gd name="connsiteY4" fmla="*/ 382725 h 38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8193" h="382724">
                    <a:moveTo>
                      <a:pt x="33447" y="382725"/>
                    </a:moveTo>
                    <a:lnTo>
                      <a:pt x="0" y="382725"/>
                    </a:lnTo>
                    <a:lnTo>
                      <a:pt x="224746" y="0"/>
                    </a:lnTo>
                    <a:lnTo>
                      <a:pt x="258193" y="0"/>
                    </a:lnTo>
                    <a:lnTo>
                      <a:pt x="33447" y="382725"/>
                    </a:lnTo>
                    <a:close/>
                  </a:path>
                </a:pathLst>
              </a:custGeom>
              <a:solidFill>
                <a:srgbClr val="00B9A6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E560FAB-799A-1161-8D1C-8393184117F3}"/>
                  </a:ext>
                </a:extLst>
              </p:cNvPr>
              <p:cNvSpPr/>
              <p:nvPr/>
            </p:nvSpPr>
            <p:spPr>
              <a:xfrm>
                <a:off x="9344439" y="216996"/>
                <a:ext cx="258211" cy="382724"/>
              </a:xfrm>
              <a:custGeom>
                <a:avLst/>
                <a:gdLst>
                  <a:gd name="connsiteX0" fmla="*/ 33466 w 258211"/>
                  <a:gd name="connsiteY0" fmla="*/ 382725 h 382724"/>
                  <a:gd name="connsiteX1" fmla="*/ 0 w 258211"/>
                  <a:gd name="connsiteY1" fmla="*/ 382725 h 382724"/>
                  <a:gd name="connsiteX2" fmla="*/ 224745 w 258211"/>
                  <a:gd name="connsiteY2" fmla="*/ 0 h 382724"/>
                  <a:gd name="connsiteX3" fmla="*/ 258211 w 258211"/>
                  <a:gd name="connsiteY3" fmla="*/ 0 h 382724"/>
                  <a:gd name="connsiteX4" fmla="*/ 33466 w 258211"/>
                  <a:gd name="connsiteY4" fmla="*/ 382725 h 38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8211" h="382724">
                    <a:moveTo>
                      <a:pt x="33466" y="382725"/>
                    </a:moveTo>
                    <a:lnTo>
                      <a:pt x="0" y="382725"/>
                    </a:lnTo>
                    <a:lnTo>
                      <a:pt x="224745" y="0"/>
                    </a:lnTo>
                    <a:lnTo>
                      <a:pt x="258211" y="0"/>
                    </a:lnTo>
                    <a:lnTo>
                      <a:pt x="33466" y="382725"/>
                    </a:lnTo>
                    <a:close/>
                  </a:path>
                </a:pathLst>
              </a:custGeom>
              <a:solidFill>
                <a:srgbClr val="00B9A6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CE69A79-8057-1717-6032-F711EF246D89}"/>
                  </a:ext>
                </a:extLst>
              </p:cNvPr>
              <p:cNvSpPr/>
              <p:nvPr/>
            </p:nvSpPr>
            <p:spPr>
              <a:xfrm>
                <a:off x="9426492" y="216996"/>
                <a:ext cx="258192" cy="382724"/>
              </a:xfrm>
              <a:custGeom>
                <a:avLst/>
                <a:gdLst>
                  <a:gd name="connsiteX0" fmla="*/ 33447 w 258192"/>
                  <a:gd name="connsiteY0" fmla="*/ 382725 h 382724"/>
                  <a:gd name="connsiteX1" fmla="*/ 0 w 258192"/>
                  <a:gd name="connsiteY1" fmla="*/ 382725 h 382724"/>
                  <a:gd name="connsiteX2" fmla="*/ 224746 w 258192"/>
                  <a:gd name="connsiteY2" fmla="*/ 0 h 382724"/>
                  <a:gd name="connsiteX3" fmla="*/ 258192 w 258192"/>
                  <a:gd name="connsiteY3" fmla="*/ 0 h 382724"/>
                  <a:gd name="connsiteX4" fmla="*/ 33447 w 258192"/>
                  <a:gd name="connsiteY4" fmla="*/ 382725 h 38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8192" h="382724">
                    <a:moveTo>
                      <a:pt x="33447" y="382725"/>
                    </a:moveTo>
                    <a:lnTo>
                      <a:pt x="0" y="382725"/>
                    </a:lnTo>
                    <a:lnTo>
                      <a:pt x="224746" y="0"/>
                    </a:lnTo>
                    <a:lnTo>
                      <a:pt x="258192" y="0"/>
                    </a:lnTo>
                    <a:lnTo>
                      <a:pt x="33447" y="382725"/>
                    </a:lnTo>
                    <a:close/>
                  </a:path>
                </a:pathLst>
              </a:custGeom>
              <a:solidFill>
                <a:srgbClr val="00B9A6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75AC8FD-A1B4-417D-1850-023F9AEB596C}"/>
                  </a:ext>
                </a:extLst>
              </p:cNvPr>
              <p:cNvSpPr/>
              <p:nvPr/>
            </p:nvSpPr>
            <p:spPr>
              <a:xfrm>
                <a:off x="9048607" y="326388"/>
                <a:ext cx="658114" cy="457775"/>
              </a:xfrm>
              <a:custGeom>
                <a:avLst/>
                <a:gdLst>
                  <a:gd name="connsiteX0" fmla="*/ 649434 w 658114"/>
                  <a:gd name="connsiteY0" fmla="*/ 416378 h 457775"/>
                  <a:gd name="connsiteX1" fmla="*/ 254306 w 658114"/>
                  <a:gd name="connsiteY1" fmla="*/ 360144 h 457775"/>
                  <a:gd name="connsiteX2" fmla="*/ 8683 w 658114"/>
                  <a:gd name="connsiteY2" fmla="*/ 41395 h 457775"/>
                  <a:gd name="connsiteX3" fmla="*/ 171427 w 658114"/>
                  <a:gd name="connsiteY3" fmla="*/ 6109 h 457775"/>
                  <a:gd name="connsiteX4" fmla="*/ 26874 w 658114"/>
                  <a:gd name="connsiteY4" fmla="*/ 46627 h 457775"/>
                  <a:gd name="connsiteX5" fmla="*/ 260754 w 658114"/>
                  <a:gd name="connsiteY5" fmla="*/ 348823 h 457775"/>
                  <a:gd name="connsiteX6" fmla="*/ 631338 w 658114"/>
                  <a:gd name="connsiteY6" fmla="*/ 399669 h 457775"/>
                  <a:gd name="connsiteX7" fmla="*/ 591117 w 658114"/>
                  <a:gd name="connsiteY7" fmla="*/ 247559 h 457775"/>
                  <a:gd name="connsiteX8" fmla="*/ 649434 w 658114"/>
                  <a:gd name="connsiteY8" fmla="*/ 416378 h 457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58114" h="457775">
                    <a:moveTo>
                      <a:pt x="649434" y="416378"/>
                    </a:moveTo>
                    <a:cubicBezTo>
                      <a:pt x="608138" y="488873"/>
                      <a:pt x="431232" y="463683"/>
                      <a:pt x="254306" y="360144"/>
                    </a:cubicBezTo>
                    <a:cubicBezTo>
                      <a:pt x="77361" y="256585"/>
                      <a:pt x="-32613" y="113890"/>
                      <a:pt x="8683" y="41395"/>
                    </a:cubicBezTo>
                    <a:cubicBezTo>
                      <a:pt x="30846" y="2472"/>
                      <a:pt x="92079" y="-8284"/>
                      <a:pt x="171427" y="6109"/>
                    </a:cubicBezTo>
                    <a:cubicBezTo>
                      <a:pt x="104629" y="-582"/>
                      <a:pt x="45584" y="13754"/>
                      <a:pt x="26874" y="46627"/>
                    </a:cubicBezTo>
                    <a:cubicBezTo>
                      <a:pt x="-10852" y="112859"/>
                      <a:pt x="99064" y="254212"/>
                      <a:pt x="260754" y="348823"/>
                    </a:cubicBezTo>
                    <a:cubicBezTo>
                      <a:pt x="422424" y="443435"/>
                      <a:pt x="593612" y="465901"/>
                      <a:pt x="631338" y="399669"/>
                    </a:cubicBezTo>
                    <a:cubicBezTo>
                      <a:pt x="651007" y="365143"/>
                      <a:pt x="633372" y="305175"/>
                      <a:pt x="591117" y="247559"/>
                    </a:cubicBezTo>
                    <a:cubicBezTo>
                      <a:pt x="648206" y="313052"/>
                      <a:pt x="672576" y="375744"/>
                      <a:pt x="649434" y="416378"/>
                    </a:cubicBezTo>
                    <a:close/>
                  </a:path>
                </a:pathLst>
              </a:custGeom>
              <a:solidFill>
                <a:srgbClr val="00B9A6"/>
              </a:solidFill>
              <a:ln w="10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8ACBDA-4DED-F6F2-DF65-BD47490AD897}"/>
                </a:ext>
              </a:extLst>
            </p:cNvPr>
            <p:cNvSpPr/>
            <p:nvPr/>
          </p:nvSpPr>
          <p:spPr>
            <a:xfrm>
              <a:off x="9085146" y="715399"/>
              <a:ext cx="568669" cy="177863"/>
            </a:xfrm>
            <a:custGeom>
              <a:avLst/>
              <a:gdLst>
                <a:gd name="connsiteX0" fmla="*/ 20055 w 568669"/>
                <a:gd name="connsiteY0" fmla="*/ 76914 h 177863"/>
                <a:gd name="connsiteX1" fmla="*/ 3515 w 568669"/>
                <a:gd name="connsiteY1" fmla="*/ 76914 h 177863"/>
                <a:gd name="connsiteX2" fmla="*/ 3515 w 568669"/>
                <a:gd name="connsiteY2" fmla="*/ 175147 h 177863"/>
                <a:gd name="connsiteX3" fmla="*/ 20055 w 568669"/>
                <a:gd name="connsiteY3" fmla="*/ 175147 h 177863"/>
                <a:gd name="connsiteX4" fmla="*/ 20055 w 568669"/>
                <a:gd name="connsiteY4" fmla="*/ 76914 h 177863"/>
                <a:gd name="connsiteX5" fmla="*/ 11785 w 568669"/>
                <a:gd name="connsiteY5" fmla="*/ 28007 h 177863"/>
                <a:gd name="connsiteX6" fmla="*/ 0 w 568669"/>
                <a:gd name="connsiteY6" fmla="*/ 39921 h 177863"/>
                <a:gd name="connsiteX7" fmla="*/ 11785 w 568669"/>
                <a:gd name="connsiteY7" fmla="*/ 51833 h 177863"/>
                <a:gd name="connsiteX8" fmla="*/ 23570 w 568669"/>
                <a:gd name="connsiteY8" fmla="*/ 39921 h 177863"/>
                <a:gd name="connsiteX9" fmla="*/ 11785 w 568669"/>
                <a:gd name="connsiteY9" fmla="*/ 28007 h 177863"/>
                <a:gd name="connsiteX10" fmla="*/ 71066 w 568669"/>
                <a:gd name="connsiteY10" fmla="*/ 76914 h 177863"/>
                <a:gd name="connsiteX11" fmla="*/ 54526 w 568669"/>
                <a:gd name="connsiteY11" fmla="*/ 76914 h 177863"/>
                <a:gd name="connsiteX12" fmla="*/ 54526 w 568669"/>
                <a:gd name="connsiteY12" fmla="*/ 175147 h 177863"/>
                <a:gd name="connsiteX13" fmla="*/ 71066 w 568669"/>
                <a:gd name="connsiteY13" fmla="*/ 175147 h 177863"/>
                <a:gd name="connsiteX14" fmla="*/ 71066 w 568669"/>
                <a:gd name="connsiteY14" fmla="*/ 128538 h 177863"/>
                <a:gd name="connsiteX15" fmla="*/ 95257 w 568669"/>
                <a:gd name="connsiteY15" fmla="*/ 89664 h 177863"/>
                <a:gd name="connsiteX16" fmla="*/ 115726 w 568669"/>
                <a:gd name="connsiteY16" fmla="*/ 119761 h 177863"/>
                <a:gd name="connsiteX17" fmla="*/ 115726 w 568669"/>
                <a:gd name="connsiteY17" fmla="*/ 175147 h 177863"/>
                <a:gd name="connsiteX18" fmla="*/ 132267 w 568669"/>
                <a:gd name="connsiteY18" fmla="*/ 175147 h 177863"/>
                <a:gd name="connsiteX19" fmla="*/ 132267 w 568669"/>
                <a:gd name="connsiteY19" fmla="*/ 116834 h 177863"/>
                <a:gd name="connsiteX20" fmla="*/ 99186 w 568669"/>
                <a:gd name="connsiteY20" fmla="*/ 74197 h 177863"/>
                <a:gd name="connsiteX21" fmla="*/ 71480 w 568669"/>
                <a:gd name="connsiteY21" fmla="*/ 88828 h 177863"/>
                <a:gd name="connsiteX22" fmla="*/ 71066 w 568669"/>
                <a:gd name="connsiteY22" fmla="*/ 88828 h 177863"/>
                <a:gd name="connsiteX23" fmla="*/ 71066 w 568669"/>
                <a:gd name="connsiteY23" fmla="*/ 76914 h 177863"/>
                <a:gd name="connsiteX24" fmla="*/ 179267 w 568669"/>
                <a:gd name="connsiteY24" fmla="*/ 92380 h 177863"/>
                <a:gd name="connsiteX25" fmla="*/ 203871 w 568669"/>
                <a:gd name="connsiteY25" fmla="*/ 92380 h 177863"/>
                <a:gd name="connsiteX26" fmla="*/ 203871 w 568669"/>
                <a:gd name="connsiteY26" fmla="*/ 76914 h 177863"/>
                <a:gd name="connsiteX27" fmla="*/ 179267 w 568669"/>
                <a:gd name="connsiteY27" fmla="*/ 76914 h 177863"/>
                <a:gd name="connsiteX28" fmla="*/ 179267 w 568669"/>
                <a:gd name="connsiteY28" fmla="*/ 43683 h 177863"/>
                <a:gd name="connsiteX29" fmla="*/ 192706 w 568669"/>
                <a:gd name="connsiteY29" fmla="*/ 16721 h 177863"/>
                <a:gd name="connsiteX30" fmla="*/ 203871 w 568669"/>
                <a:gd name="connsiteY30" fmla="*/ 19019 h 177863"/>
                <a:gd name="connsiteX31" fmla="*/ 203871 w 568669"/>
                <a:gd name="connsiteY31" fmla="*/ 2090 h 177863"/>
                <a:gd name="connsiteX32" fmla="*/ 192086 w 568669"/>
                <a:gd name="connsiteY32" fmla="*/ 0 h 177863"/>
                <a:gd name="connsiteX33" fmla="*/ 167068 w 568669"/>
                <a:gd name="connsiteY33" fmla="*/ 12331 h 177863"/>
                <a:gd name="connsiteX34" fmla="*/ 162726 w 568669"/>
                <a:gd name="connsiteY34" fmla="*/ 37830 h 177863"/>
                <a:gd name="connsiteX35" fmla="*/ 162726 w 568669"/>
                <a:gd name="connsiteY35" fmla="*/ 76914 h 177863"/>
                <a:gd name="connsiteX36" fmla="*/ 153629 w 568669"/>
                <a:gd name="connsiteY36" fmla="*/ 76914 h 177863"/>
                <a:gd name="connsiteX37" fmla="*/ 153629 w 568669"/>
                <a:gd name="connsiteY37" fmla="*/ 92380 h 177863"/>
                <a:gd name="connsiteX38" fmla="*/ 162726 w 568669"/>
                <a:gd name="connsiteY38" fmla="*/ 92380 h 177863"/>
                <a:gd name="connsiteX39" fmla="*/ 162726 w 568669"/>
                <a:gd name="connsiteY39" fmla="*/ 175147 h 177863"/>
                <a:gd name="connsiteX40" fmla="*/ 179267 w 568669"/>
                <a:gd name="connsiteY40" fmla="*/ 175147 h 177863"/>
                <a:gd name="connsiteX41" fmla="*/ 179267 w 568669"/>
                <a:gd name="connsiteY41" fmla="*/ 92380 h 177863"/>
                <a:gd name="connsiteX42" fmla="*/ 236539 w 568669"/>
                <a:gd name="connsiteY42" fmla="*/ 76914 h 177863"/>
                <a:gd name="connsiteX43" fmla="*/ 219998 w 568669"/>
                <a:gd name="connsiteY43" fmla="*/ 76914 h 177863"/>
                <a:gd name="connsiteX44" fmla="*/ 219998 w 568669"/>
                <a:gd name="connsiteY44" fmla="*/ 175147 h 177863"/>
                <a:gd name="connsiteX45" fmla="*/ 236539 w 568669"/>
                <a:gd name="connsiteY45" fmla="*/ 175147 h 177863"/>
                <a:gd name="connsiteX46" fmla="*/ 236539 w 568669"/>
                <a:gd name="connsiteY46" fmla="*/ 76914 h 177863"/>
                <a:gd name="connsiteX47" fmla="*/ 228269 w 568669"/>
                <a:gd name="connsiteY47" fmla="*/ 28007 h 177863"/>
                <a:gd name="connsiteX48" fmla="*/ 216483 w 568669"/>
                <a:gd name="connsiteY48" fmla="*/ 39921 h 177863"/>
                <a:gd name="connsiteX49" fmla="*/ 228269 w 568669"/>
                <a:gd name="connsiteY49" fmla="*/ 51833 h 177863"/>
                <a:gd name="connsiteX50" fmla="*/ 240054 w 568669"/>
                <a:gd name="connsiteY50" fmla="*/ 39921 h 177863"/>
                <a:gd name="connsiteX51" fmla="*/ 228269 w 568669"/>
                <a:gd name="connsiteY51" fmla="*/ 28007 h 177863"/>
                <a:gd name="connsiteX52" fmla="*/ 287516 w 568669"/>
                <a:gd name="connsiteY52" fmla="*/ 76914 h 177863"/>
                <a:gd name="connsiteX53" fmla="*/ 270976 w 568669"/>
                <a:gd name="connsiteY53" fmla="*/ 76914 h 177863"/>
                <a:gd name="connsiteX54" fmla="*/ 270976 w 568669"/>
                <a:gd name="connsiteY54" fmla="*/ 175147 h 177863"/>
                <a:gd name="connsiteX55" fmla="*/ 287516 w 568669"/>
                <a:gd name="connsiteY55" fmla="*/ 175147 h 177863"/>
                <a:gd name="connsiteX56" fmla="*/ 287516 w 568669"/>
                <a:gd name="connsiteY56" fmla="*/ 128538 h 177863"/>
                <a:gd name="connsiteX57" fmla="*/ 311707 w 568669"/>
                <a:gd name="connsiteY57" fmla="*/ 89664 h 177863"/>
                <a:gd name="connsiteX58" fmla="*/ 332175 w 568669"/>
                <a:gd name="connsiteY58" fmla="*/ 119761 h 177863"/>
                <a:gd name="connsiteX59" fmla="*/ 332175 w 568669"/>
                <a:gd name="connsiteY59" fmla="*/ 175147 h 177863"/>
                <a:gd name="connsiteX60" fmla="*/ 348716 w 568669"/>
                <a:gd name="connsiteY60" fmla="*/ 175147 h 177863"/>
                <a:gd name="connsiteX61" fmla="*/ 348716 w 568669"/>
                <a:gd name="connsiteY61" fmla="*/ 116834 h 177863"/>
                <a:gd name="connsiteX62" fmla="*/ 315635 w 568669"/>
                <a:gd name="connsiteY62" fmla="*/ 74197 h 177863"/>
                <a:gd name="connsiteX63" fmla="*/ 287929 w 568669"/>
                <a:gd name="connsiteY63" fmla="*/ 88828 h 177863"/>
                <a:gd name="connsiteX64" fmla="*/ 287516 w 568669"/>
                <a:gd name="connsiteY64" fmla="*/ 88828 h 177863"/>
                <a:gd name="connsiteX65" fmla="*/ 287516 w 568669"/>
                <a:gd name="connsiteY65" fmla="*/ 76914 h 177863"/>
                <a:gd name="connsiteX66" fmla="*/ 399852 w 568669"/>
                <a:gd name="connsiteY66" fmla="*/ 76914 h 177863"/>
                <a:gd name="connsiteX67" fmla="*/ 383311 w 568669"/>
                <a:gd name="connsiteY67" fmla="*/ 76914 h 177863"/>
                <a:gd name="connsiteX68" fmla="*/ 383311 w 568669"/>
                <a:gd name="connsiteY68" fmla="*/ 175147 h 177863"/>
                <a:gd name="connsiteX69" fmla="*/ 399852 w 568669"/>
                <a:gd name="connsiteY69" fmla="*/ 175147 h 177863"/>
                <a:gd name="connsiteX70" fmla="*/ 399852 w 568669"/>
                <a:gd name="connsiteY70" fmla="*/ 76914 h 177863"/>
                <a:gd name="connsiteX71" fmla="*/ 391581 w 568669"/>
                <a:gd name="connsiteY71" fmla="*/ 28007 h 177863"/>
                <a:gd name="connsiteX72" fmla="*/ 379796 w 568669"/>
                <a:gd name="connsiteY72" fmla="*/ 39921 h 177863"/>
                <a:gd name="connsiteX73" fmla="*/ 391581 w 568669"/>
                <a:gd name="connsiteY73" fmla="*/ 51833 h 177863"/>
                <a:gd name="connsiteX74" fmla="*/ 403366 w 568669"/>
                <a:gd name="connsiteY74" fmla="*/ 39921 h 177863"/>
                <a:gd name="connsiteX75" fmla="*/ 391581 w 568669"/>
                <a:gd name="connsiteY75" fmla="*/ 28007 h 177863"/>
                <a:gd name="connsiteX76" fmla="*/ 451689 w 568669"/>
                <a:gd name="connsiteY76" fmla="*/ 92380 h 177863"/>
                <a:gd name="connsiteX77" fmla="*/ 469057 w 568669"/>
                <a:gd name="connsiteY77" fmla="*/ 92380 h 177863"/>
                <a:gd name="connsiteX78" fmla="*/ 469057 w 568669"/>
                <a:gd name="connsiteY78" fmla="*/ 76914 h 177863"/>
                <a:gd name="connsiteX79" fmla="*/ 451689 w 568669"/>
                <a:gd name="connsiteY79" fmla="*/ 76914 h 177863"/>
                <a:gd name="connsiteX80" fmla="*/ 451689 w 568669"/>
                <a:gd name="connsiteY80" fmla="*/ 41592 h 177863"/>
                <a:gd name="connsiteX81" fmla="*/ 435149 w 568669"/>
                <a:gd name="connsiteY81" fmla="*/ 41592 h 177863"/>
                <a:gd name="connsiteX82" fmla="*/ 435149 w 568669"/>
                <a:gd name="connsiteY82" fmla="*/ 76914 h 177863"/>
                <a:gd name="connsiteX83" fmla="*/ 425017 w 568669"/>
                <a:gd name="connsiteY83" fmla="*/ 76914 h 177863"/>
                <a:gd name="connsiteX84" fmla="*/ 425017 w 568669"/>
                <a:gd name="connsiteY84" fmla="*/ 92380 h 177863"/>
                <a:gd name="connsiteX85" fmla="*/ 435149 w 568669"/>
                <a:gd name="connsiteY85" fmla="*/ 92380 h 177863"/>
                <a:gd name="connsiteX86" fmla="*/ 435149 w 568669"/>
                <a:gd name="connsiteY86" fmla="*/ 175147 h 177863"/>
                <a:gd name="connsiteX87" fmla="*/ 451689 w 568669"/>
                <a:gd name="connsiteY87" fmla="*/ 175147 h 177863"/>
                <a:gd name="connsiteX88" fmla="*/ 451689 w 568669"/>
                <a:gd name="connsiteY88" fmla="*/ 92380 h 177863"/>
                <a:gd name="connsiteX89" fmla="*/ 568556 w 568669"/>
                <a:gd name="connsiteY89" fmla="*/ 129583 h 177863"/>
                <a:gd name="connsiteX90" fmla="*/ 522449 w 568669"/>
                <a:gd name="connsiteY90" fmla="*/ 74197 h 177863"/>
                <a:gd name="connsiteX91" fmla="*/ 475308 w 568669"/>
                <a:gd name="connsiteY91" fmla="*/ 127285 h 177863"/>
                <a:gd name="connsiteX92" fmla="*/ 522862 w 568669"/>
                <a:gd name="connsiteY92" fmla="*/ 177863 h 177863"/>
                <a:gd name="connsiteX93" fmla="*/ 567729 w 568669"/>
                <a:gd name="connsiteY93" fmla="*/ 150275 h 177863"/>
                <a:gd name="connsiteX94" fmla="*/ 553670 w 568669"/>
                <a:gd name="connsiteY94" fmla="*/ 142123 h 177863"/>
                <a:gd name="connsiteX95" fmla="*/ 524103 w 568669"/>
                <a:gd name="connsiteY95" fmla="*/ 162397 h 177863"/>
                <a:gd name="connsiteX96" fmla="*/ 492262 w 568669"/>
                <a:gd name="connsiteY96" fmla="*/ 129583 h 177863"/>
                <a:gd name="connsiteX97" fmla="*/ 568556 w 568669"/>
                <a:gd name="connsiteY97" fmla="*/ 129583 h 177863"/>
                <a:gd name="connsiteX98" fmla="*/ 493090 w 568669"/>
                <a:gd name="connsiteY98" fmla="*/ 115371 h 177863"/>
                <a:gd name="connsiteX99" fmla="*/ 522656 w 568669"/>
                <a:gd name="connsiteY99" fmla="*/ 89664 h 177863"/>
                <a:gd name="connsiteX100" fmla="*/ 551189 w 568669"/>
                <a:gd name="connsiteY100" fmla="*/ 115371 h 177863"/>
                <a:gd name="connsiteX101" fmla="*/ 493090 w 568669"/>
                <a:gd name="connsiteY101" fmla="*/ 115371 h 177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68669" h="177863">
                  <a:moveTo>
                    <a:pt x="20055" y="76914"/>
                  </a:moveTo>
                  <a:lnTo>
                    <a:pt x="3515" y="76914"/>
                  </a:lnTo>
                  <a:lnTo>
                    <a:pt x="3515" y="175147"/>
                  </a:lnTo>
                  <a:lnTo>
                    <a:pt x="20055" y="175147"/>
                  </a:lnTo>
                  <a:lnTo>
                    <a:pt x="20055" y="76914"/>
                  </a:lnTo>
                  <a:close/>
                  <a:moveTo>
                    <a:pt x="11785" y="28007"/>
                  </a:moveTo>
                  <a:cubicBezTo>
                    <a:pt x="5376" y="28007"/>
                    <a:pt x="0" y="33441"/>
                    <a:pt x="0" y="39921"/>
                  </a:cubicBezTo>
                  <a:cubicBezTo>
                    <a:pt x="0" y="46609"/>
                    <a:pt x="5376" y="51833"/>
                    <a:pt x="11785" y="51833"/>
                  </a:cubicBezTo>
                  <a:cubicBezTo>
                    <a:pt x="18195" y="51833"/>
                    <a:pt x="23570" y="46609"/>
                    <a:pt x="23570" y="39921"/>
                  </a:cubicBezTo>
                  <a:cubicBezTo>
                    <a:pt x="23570" y="33441"/>
                    <a:pt x="18195" y="28007"/>
                    <a:pt x="11785" y="28007"/>
                  </a:cubicBezTo>
                  <a:close/>
                  <a:moveTo>
                    <a:pt x="71066" y="76914"/>
                  </a:moveTo>
                  <a:lnTo>
                    <a:pt x="54526" y="76914"/>
                  </a:lnTo>
                  <a:lnTo>
                    <a:pt x="54526" y="175147"/>
                  </a:lnTo>
                  <a:lnTo>
                    <a:pt x="71066" y="175147"/>
                  </a:lnTo>
                  <a:lnTo>
                    <a:pt x="71066" y="128538"/>
                  </a:lnTo>
                  <a:cubicBezTo>
                    <a:pt x="71066" y="110982"/>
                    <a:pt x="72514" y="89664"/>
                    <a:pt x="95257" y="89664"/>
                  </a:cubicBezTo>
                  <a:cubicBezTo>
                    <a:pt x="114486" y="89664"/>
                    <a:pt x="115726" y="103876"/>
                    <a:pt x="115726" y="119761"/>
                  </a:cubicBezTo>
                  <a:lnTo>
                    <a:pt x="115726" y="175147"/>
                  </a:lnTo>
                  <a:lnTo>
                    <a:pt x="132267" y="175147"/>
                  </a:lnTo>
                  <a:lnTo>
                    <a:pt x="132267" y="116834"/>
                  </a:lnTo>
                  <a:cubicBezTo>
                    <a:pt x="132267" y="93844"/>
                    <a:pt x="126065" y="74197"/>
                    <a:pt x="99186" y="74197"/>
                  </a:cubicBezTo>
                  <a:cubicBezTo>
                    <a:pt x="87193" y="74197"/>
                    <a:pt x="78303" y="79423"/>
                    <a:pt x="71480" y="88828"/>
                  </a:cubicBezTo>
                  <a:lnTo>
                    <a:pt x="71066" y="88828"/>
                  </a:lnTo>
                  <a:lnTo>
                    <a:pt x="71066" y="76914"/>
                  </a:lnTo>
                  <a:close/>
                  <a:moveTo>
                    <a:pt x="179267" y="92380"/>
                  </a:moveTo>
                  <a:lnTo>
                    <a:pt x="203871" y="92380"/>
                  </a:lnTo>
                  <a:lnTo>
                    <a:pt x="203871" y="76914"/>
                  </a:lnTo>
                  <a:lnTo>
                    <a:pt x="179267" y="76914"/>
                  </a:lnTo>
                  <a:lnTo>
                    <a:pt x="179267" y="43683"/>
                  </a:lnTo>
                  <a:cubicBezTo>
                    <a:pt x="179267" y="26335"/>
                    <a:pt x="179267" y="16721"/>
                    <a:pt x="192706" y="16721"/>
                  </a:cubicBezTo>
                  <a:cubicBezTo>
                    <a:pt x="196842" y="16721"/>
                    <a:pt x="200149" y="17766"/>
                    <a:pt x="203871" y="19019"/>
                  </a:cubicBezTo>
                  <a:lnTo>
                    <a:pt x="203871" y="2090"/>
                  </a:lnTo>
                  <a:cubicBezTo>
                    <a:pt x="199942" y="836"/>
                    <a:pt x="196014" y="0"/>
                    <a:pt x="192086" y="0"/>
                  </a:cubicBezTo>
                  <a:cubicBezTo>
                    <a:pt x="182162" y="0"/>
                    <a:pt x="172444" y="3553"/>
                    <a:pt x="167068" y="12331"/>
                  </a:cubicBezTo>
                  <a:cubicBezTo>
                    <a:pt x="162726" y="19438"/>
                    <a:pt x="162726" y="29679"/>
                    <a:pt x="162726" y="37830"/>
                  </a:cubicBezTo>
                  <a:lnTo>
                    <a:pt x="162726" y="76914"/>
                  </a:lnTo>
                  <a:lnTo>
                    <a:pt x="153629" y="76914"/>
                  </a:lnTo>
                  <a:lnTo>
                    <a:pt x="153629" y="92380"/>
                  </a:lnTo>
                  <a:lnTo>
                    <a:pt x="162726" y="92380"/>
                  </a:lnTo>
                  <a:lnTo>
                    <a:pt x="162726" y="175147"/>
                  </a:lnTo>
                  <a:lnTo>
                    <a:pt x="179267" y="175147"/>
                  </a:lnTo>
                  <a:lnTo>
                    <a:pt x="179267" y="92380"/>
                  </a:lnTo>
                  <a:close/>
                  <a:moveTo>
                    <a:pt x="236539" y="76914"/>
                  </a:moveTo>
                  <a:lnTo>
                    <a:pt x="219998" y="76914"/>
                  </a:lnTo>
                  <a:lnTo>
                    <a:pt x="219998" y="175147"/>
                  </a:lnTo>
                  <a:lnTo>
                    <a:pt x="236539" y="175147"/>
                  </a:lnTo>
                  <a:lnTo>
                    <a:pt x="236539" y="76914"/>
                  </a:lnTo>
                  <a:close/>
                  <a:moveTo>
                    <a:pt x="228269" y="28007"/>
                  </a:moveTo>
                  <a:cubicBezTo>
                    <a:pt x="221859" y="28007"/>
                    <a:pt x="216483" y="33441"/>
                    <a:pt x="216483" y="39921"/>
                  </a:cubicBezTo>
                  <a:cubicBezTo>
                    <a:pt x="216483" y="46609"/>
                    <a:pt x="221859" y="51833"/>
                    <a:pt x="228269" y="51833"/>
                  </a:cubicBezTo>
                  <a:cubicBezTo>
                    <a:pt x="234678" y="51833"/>
                    <a:pt x="240054" y="46609"/>
                    <a:pt x="240054" y="39921"/>
                  </a:cubicBezTo>
                  <a:cubicBezTo>
                    <a:pt x="240054" y="33441"/>
                    <a:pt x="234678" y="28007"/>
                    <a:pt x="228269" y="28007"/>
                  </a:cubicBezTo>
                  <a:close/>
                  <a:moveTo>
                    <a:pt x="287516" y="76914"/>
                  </a:moveTo>
                  <a:lnTo>
                    <a:pt x="270976" y="76914"/>
                  </a:lnTo>
                  <a:lnTo>
                    <a:pt x="270976" y="175147"/>
                  </a:lnTo>
                  <a:lnTo>
                    <a:pt x="287516" y="175147"/>
                  </a:lnTo>
                  <a:lnTo>
                    <a:pt x="287516" y="128538"/>
                  </a:lnTo>
                  <a:cubicBezTo>
                    <a:pt x="287516" y="110982"/>
                    <a:pt x="288963" y="89664"/>
                    <a:pt x="311707" y="89664"/>
                  </a:cubicBezTo>
                  <a:cubicBezTo>
                    <a:pt x="330935" y="89664"/>
                    <a:pt x="332175" y="103876"/>
                    <a:pt x="332175" y="119761"/>
                  </a:cubicBezTo>
                  <a:lnTo>
                    <a:pt x="332175" y="175147"/>
                  </a:lnTo>
                  <a:lnTo>
                    <a:pt x="348716" y="175147"/>
                  </a:lnTo>
                  <a:lnTo>
                    <a:pt x="348716" y="116834"/>
                  </a:lnTo>
                  <a:cubicBezTo>
                    <a:pt x="348716" y="93844"/>
                    <a:pt x="342514" y="74197"/>
                    <a:pt x="315635" y="74197"/>
                  </a:cubicBezTo>
                  <a:cubicBezTo>
                    <a:pt x="303643" y="74197"/>
                    <a:pt x="294753" y="79423"/>
                    <a:pt x="287929" y="88828"/>
                  </a:cubicBezTo>
                  <a:lnTo>
                    <a:pt x="287516" y="88828"/>
                  </a:lnTo>
                  <a:lnTo>
                    <a:pt x="287516" y="76914"/>
                  </a:lnTo>
                  <a:close/>
                  <a:moveTo>
                    <a:pt x="399852" y="76914"/>
                  </a:moveTo>
                  <a:lnTo>
                    <a:pt x="383311" y="76914"/>
                  </a:lnTo>
                  <a:lnTo>
                    <a:pt x="383311" y="175147"/>
                  </a:lnTo>
                  <a:lnTo>
                    <a:pt x="399852" y="175147"/>
                  </a:lnTo>
                  <a:lnTo>
                    <a:pt x="399852" y="76914"/>
                  </a:lnTo>
                  <a:close/>
                  <a:moveTo>
                    <a:pt x="391581" y="28007"/>
                  </a:moveTo>
                  <a:cubicBezTo>
                    <a:pt x="385172" y="28007"/>
                    <a:pt x="379796" y="33441"/>
                    <a:pt x="379796" y="39921"/>
                  </a:cubicBezTo>
                  <a:cubicBezTo>
                    <a:pt x="379796" y="46609"/>
                    <a:pt x="385172" y="51833"/>
                    <a:pt x="391581" y="51833"/>
                  </a:cubicBezTo>
                  <a:cubicBezTo>
                    <a:pt x="397991" y="51833"/>
                    <a:pt x="403366" y="46609"/>
                    <a:pt x="403366" y="39921"/>
                  </a:cubicBezTo>
                  <a:cubicBezTo>
                    <a:pt x="403366" y="33441"/>
                    <a:pt x="397991" y="28007"/>
                    <a:pt x="391581" y="28007"/>
                  </a:cubicBezTo>
                  <a:close/>
                  <a:moveTo>
                    <a:pt x="451689" y="92380"/>
                  </a:moveTo>
                  <a:lnTo>
                    <a:pt x="469057" y="92380"/>
                  </a:lnTo>
                  <a:lnTo>
                    <a:pt x="469057" y="76914"/>
                  </a:lnTo>
                  <a:lnTo>
                    <a:pt x="451689" y="76914"/>
                  </a:lnTo>
                  <a:lnTo>
                    <a:pt x="451689" y="41592"/>
                  </a:lnTo>
                  <a:lnTo>
                    <a:pt x="435149" y="41592"/>
                  </a:lnTo>
                  <a:lnTo>
                    <a:pt x="435149" y="76914"/>
                  </a:lnTo>
                  <a:lnTo>
                    <a:pt x="425017" y="76914"/>
                  </a:lnTo>
                  <a:lnTo>
                    <a:pt x="425017" y="92380"/>
                  </a:lnTo>
                  <a:lnTo>
                    <a:pt x="435149" y="92380"/>
                  </a:lnTo>
                  <a:lnTo>
                    <a:pt x="435149" y="175147"/>
                  </a:lnTo>
                  <a:lnTo>
                    <a:pt x="451689" y="175147"/>
                  </a:lnTo>
                  <a:lnTo>
                    <a:pt x="451689" y="92380"/>
                  </a:lnTo>
                  <a:close/>
                  <a:moveTo>
                    <a:pt x="568556" y="129583"/>
                  </a:moveTo>
                  <a:cubicBezTo>
                    <a:pt x="570211" y="100323"/>
                    <a:pt x="553670" y="74197"/>
                    <a:pt x="522449" y="74197"/>
                  </a:cubicBezTo>
                  <a:cubicBezTo>
                    <a:pt x="492056" y="74197"/>
                    <a:pt x="475308" y="98233"/>
                    <a:pt x="475308" y="127285"/>
                  </a:cubicBezTo>
                  <a:cubicBezTo>
                    <a:pt x="475308" y="155500"/>
                    <a:pt x="493917" y="177863"/>
                    <a:pt x="522862" y="177863"/>
                  </a:cubicBezTo>
                  <a:cubicBezTo>
                    <a:pt x="542711" y="177863"/>
                    <a:pt x="558425" y="167832"/>
                    <a:pt x="567729" y="150275"/>
                  </a:cubicBezTo>
                  <a:lnTo>
                    <a:pt x="553670" y="142123"/>
                  </a:lnTo>
                  <a:cubicBezTo>
                    <a:pt x="547261" y="153828"/>
                    <a:pt x="538163" y="162397"/>
                    <a:pt x="524103" y="162397"/>
                  </a:cubicBezTo>
                  <a:cubicBezTo>
                    <a:pt x="505289" y="162397"/>
                    <a:pt x="492469" y="147766"/>
                    <a:pt x="492262" y="129583"/>
                  </a:cubicBezTo>
                  <a:lnTo>
                    <a:pt x="568556" y="129583"/>
                  </a:lnTo>
                  <a:close/>
                  <a:moveTo>
                    <a:pt x="493090" y="115371"/>
                  </a:moveTo>
                  <a:cubicBezTo>
                    <a:pt x="495157" y="101159"/>
                    <a:pt x="508390" y="89664"/>
                    <a:pt x="522656" y="89664"/>
                  </a:cubicBezTo>
                  <a:cubicBezTo>
                    <a:pt x="537129" y="89664"/>
                    <a:pt x="548914" y="101159"/>
                    <a:pt x="551189" y="115371"/>
                  </a:cubicBezTo>
                  <a:lnTo>
                    <a:pt x="493090" y="115371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06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3DA462-50DB-A642-38CF-C07AEE28BD87}"/>
              </a:ext>
            </a:extLst>
          </p:cNvPr>
          <p:cNvCxnSpPr>
            <a:cxnSpLocks/>
          </p:cNvCxnSpPr>
          <p:nvPr userDrawn="1"/>
        </p:nvCxnSpPr>
        <p:spPr>
          <a:xfrm>
            <a:off x="614024" y="3793043"/>
            <a:ext cx="3641438" cy="0"/>
          </a:xfrm>
          <a:prstGeom prst="line">
            <a:avLst/>
          </a:prstGeom>
          <a:ln w="34925">
            <a:gradFill flip="none" rotWithShape="1">
              <a:gsLst>
                <a:gs pos="0">
                  <a:srgbClr val="1459D8">
                    <a:alpha val="0"/>
                  </a:srgbClr>
                </a:gs>
                <a:gs pos="100000">
                  <a:srgbClr val="FF5A5D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C1E5DD6-504C-36BD-5B66-901D3A89EA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1539" t="16784" b="16347"/>
          <a:stretch>
            <a:fillRect/>
          </a:stretch>
        </p:blipFill>
        <p:spPr>
          <a:xfrm>
            <a:off x="0" y="4587299"/>
            <a:ext cx="2434743" cy="227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99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D3F44C-86B3-5768-54A8-BBE53168C16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F1ECFA"/>
              </a:gs>
              <a:gs pos="100000">
                <a:srgbClr val="FFEB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srgbClr val="FFFFFF"/>
              </a:solidFill>
              <a:latin typeface="Century Gothic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5CCC38-725D-A8A4-4E4F-C117A24385CA}"/>
              </a:ext>
            </a:extLst>
          </p:cNvPr>
          <p:cNvGrpSpPr/>
          <p:nvPr userDrawn="1"/>
        </p:nvGrpSpPr>
        <p:grpSpPr>
          <a:xfrm>
            <a:off x="271506" y="6473483"/>
            <a:ext cx="297180" cy="304884"/>
            <a:chOff x="480261" y="6473483"/>
            <a:chExt cx="297180" cy="304884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4E06D49-6708-6C09-ABF4-E3D99763162C}"/>
                </a:ext>
              </a:extLst>
            </p:cNvPr>
            <p:cNvSpPr/>
            <p:nvPr/>
          </p:nvSpPr>
          <p:spPr>
            <a:xfrm>
              <a:off x="488654" y="6473483"/>
              <a:ext cx="269875" cy="218440"/>
            </a:xfrm>
            <a:custGeom>
              <a:avLst/>
              <a:gdLst/>
              <a:ahLst/>
              <a:cxnLst/>
              <a:rect l="l" t="t" r="r" b="b"/>
              <a:pathLst>
                <a:path w="269875" h="218440">
                  <a:moveTo>
                    <a:pt x="133286" y="0"/>
                  </a:moveTo>
                  <a:lnTo>
                    <a:pt x="0" y="218033"/>
                  </a:lnTo>
                  <a:lnTo>
                    <a:pt x="269544" y="216192"/>
                  </a:lnTo>
                  <a:lnTo>
                    <a:pt x="133286" y="0"/>
                  </a:lnTo>
                  <a:close/>
                </a:path>
              </a:pathLst>
            </a:custGeom>
            <a:solidFill>
              <a:srgbClr val="1C8BC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</a:endParaRPr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B851F6C-3AE3-D8F8-7510-5588F7B57A91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5304" y="6474180"/>
              <a:ext cx="192015" cy="172148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81A102-6533-2F74-9CEC-8081CC2FD359}"/>
                </a:ext>
              </a:extLst>
            </p:cNvPr>
            <p:cNvSpPr/>
            <p:nvPr/>
          </p:nvSpPr>
          <p:spPr>
            <a:xfrm>
              <a:off x="480261" y="6523419"/>
              <a:ext cx="297180" cy="204470"/>
            </a:xfrm>
            <a:custGeom>
              <a:avLst/>
              <a:gdLst/>
              <a:ahLst/>
              <a:cxnLst/>
              <a:rect l="l" t="t" r="r" b="b"/>
              <a:pathLst>
                <a:path w="297180" h="204470">
                  <a:moveTo>
                    <a:pt x="50416" y="0"/>
                  </a:moveTo>
                  <a:lnTo>
                    <a:pt x="29033" y="1654"/>
                  </a:lnTo>
                  <a:lnTo>
                    <a:pt x="12525" y="7804"/>
                  </a:lnTo>
                  <a:lnTo>
                    <a:pt x="1787" y="18577"/>
                  </a:lnTo>
                  <a:lnTo>
                    <a:pt x="0" y="48188"/>
                  </a:lnTo>
                  <a:lnTo>
                    <a:pt x="20415" y="85028"/>
                  </a:lnTo>
                  <a:lnTo>
                    <a:pt x="59437" y="124485"/>
                  </a:lnTo>
                  <a:lnTo>
                    <a:pt x="113471" y="161947"/>
                  </a:lnTo>
                  <a:lnTo>
                    <a:pt x="172839" y="190133"/>
                  </a:lnTo>
                  <a:lnTo>
                    <a:pt x="226425" y="204291"/>
                  </a:lnTo>
                  <a:lnTo>
                    <a:pt x="268447" y="203601"/>
                  </a:lnTo>
                  <a:lnTo>
                    <a:pt x="293125" y="187246"/>
                  </a:lnTo>
                  <a:lnTo>
                    <a:pt x="297074" y="171813"/>
                  </a:lnTo>
                  <a:lnTo>
                    <a:pt x="293549" y="153470"/>
                  </a:lnTo>
                  <a:lnTo>
                    <a:pt x="283183" y="133032"/>
                  </a:lnTo>
                  <a:lnTo>
                    <a:pt x="266607" y="111312"/>
                  </a:lnTo>
                  <a:lnTo>
                    <a:pt x="278829" y="130753"/>
                  </a:lnTo>
                  <a:lnTo>
                    <a:pt x="286310" y="149415"/>
                  </a:lnTo>
                  <a:lnTo>
                    <a:pt x="288512" y="166130"/>
                  </a:lnTo>
                  <a:lnTo>
                    <a:pt x="284895" y="179727"/>
                  </a:lnTo>
                  <a:lnTo>
                    <a:pt x="261667" y="194707"/>
                  </a:lnTo>
                  <a:lnTo>
                    <a:pt x="221780" y="195423"/>
                  </a:lnTo>
                  <a:lnTo>
                    <a:pt x="171324" y="182572"/>
                  </a:lnTo>
                  <a:lnTo>
                    <a:pt x="116392" y="156854"/>
                  </a:lnTo>
                  <a:lnTo>
                    <a:pt x="66353" y="121857"/>
                  </a:lnTo>
                  <a:lnTo>
                    <a:pt x="29224" y="84110"/>
                  </a:lnTo>
                  <a:lnTo>
                    <a:pt x="9094" y="48757"/>
                  </a:lnTo>
                  <a:lnTo>
                    <a:pt x="10055" y="20939"/>
                  </a:lnTo>
                  <a:lnTo>
                    <a:pt x="19643" y="11426"/>
                  </a:lnTo>
                  <a:lnTo>
                    <a:pt x="34720" y="5150"/>
                  </a:lnTo>
                  <a:lnTo>
                    <a:pt x="53894" y="2212"/>
                  </a:lnTo>
                  <a:lnTo>
                    <a:pt x="75777" y="2715"/>
                  </a:lnTo>
                  <a:lnTo>
                    <a:pt x="50416" y="0"/>
                  </a:lnTo>
                  <a:close/>
                </a:path>
              </a:pathLst>
            </a:custGeom>
            <a:solidFill>
              <a:srgbClr val="00B8A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A5E59DD-6164-E329-5617-221A7DC7993A}"/>
                </a:ext>
              </a:extLst>
            </p:cNvPr>
            <p:cNvSpPr/>
            <p:nvPr/>
          </p:nvSpPr>
          <p:spPr>
            <a:xfrm>
              <a:off x="494708" y="6698357"/>
              <a:ext cx="259079" cy="80010"/>
            </a:xfrm>
            <a:custGeom>
              <a:avLst/>
              <a:gdLst/>
              <a:ahLst/>
              <a:cxnLst/>
              <a:rect l="l" t="t" r="r" b="b"/>
              <a:pathLst>
                <a:path w="259079" h="80009">
                  <a:moveTo>
                    <a:pt x="237553" y="33375"/>
                  </a:moveTo>
                  <a:lnTo>
                    <a:pt x="228374" y="35268"/>
                  </a:lnTo>
                  <a:lnTo>
                    <a:pt x="221653" y="40412"/>
                  </a:lnTo>
                  <a:lnTo>
                    <a:pt x="217522" y="48007"/>
                  </a:lnTo>
                  <a:lnTo>
                    <a:pt x="216115" y="57251"/>
                  </a:lnTo>
                  <a:lnTo>
                    <a:pt x="217645" y="66158"/>
                  </a:lnTo>
                  <a:lnTo>
                    <a:pt x="221995" y="73382"/>
                  </a:lnTo>
                  <a:lnTo>
                    <a:pt x="228813" y="78227"/>
                  </a:lnTo>
                  <a:lnTo>
                    <a:pt x="237743" y="79997"/>
                  </a:lnTo>
                  <a:lnTo>
                    <a:pt x="246773" y="79997"/>
                  </a:lnTo>
                  <a:lnTo>
                    <a:pt x="253911" y="75488"/>
                  </a:lnTo>
                  <a:lnTo>
                    <a:pt x="255216" y="73050"/>
                  </a:lnTo>
                  <a:lnTo>
                    <a:pt x="229755" y="73050"/>
                  </a:lnTo>
                  <a:lnTo>
                    <a:pt x="223926" y="66459"/>
                  </a:lnTo>
                  <a:lnTo>
                    <a:pt x="223824" y="58280"/>
                  </a:lnTo>
                  <a:lnTo>
                    <a:pt x="258521" y="58280"/>
                  </a:lnTo>
                  <a:lnTo>
                    <a:pt x="257869" y="51892"/>
                  </a:lnTo>
                  <a:lnTo>
                    <a:pt x="224205" y="51892"/>
                  </a:lnTo>
                  <a:lnTo>
                    <a:pt x="225145" y="45504"/>
                  </a:lnTo>
                  <a:lnTo>
                    <a:pt x="231165" y="40335"/>
                  </a:lnTo>
                  <a:lnTo>
                    <a:pt x="252957" y="40335"/>
                  </a:lnTo>
                  <a:lnTo>
                    <a:pt x="246925" y="35416"/>
                  </a:lnTo>
                  <a:lnTo>
                    <a:pt x="237553" y="33375"/>
                  </a:lnTo>
                  <a:close/>
                </a:path>
                <a:path w="259079" h="80009">
                  <a:moveTo>
                    <a:pt x="251752" y="63919"/>
                  </a:moveTo>
                  <a:lnTo>
                    <a:pt x="248831" y="69189"/>
                  </a:lnTo>
                  <a:lnTo>
                    <a:pt x="244703" y="73050"/>
                  </a:lnTo>
                  <a:lnTo>
                    <a:pt x="255216" y="73050"/>
                  </a:lnTo>
                  <a:lnTo>
                    <a:pt x="258140" y="67589"/>
                  </a:lnTo>
                  <a:lnTo>
                    <a:pt x="251752" y="63919"/>
                  </a:lnTo>
                  <a:close/>
                </a:path>
                <a:path w="259079" h="80009">
                  <a:moveTo>
                    <a:pt x="252957" y="40335"/>
                  </a:moveTo>
                  <a:lnTo>
                    <a:pt x="244233" y="40335"/>
                  </a:lnTo>
                  <a:lnTo>
                    <a:pt x="249593" y="45504"/>
                  </a:lnTo>
                  <a:lnTo>
                    <a:pt x="250621" y="51892"/>
                  </a:lnTo>
                  <a:lnTo>
                    <a:pt x="257869" y="51892"/>
                  </a:lnTo>
                  <a:lnTo>
                    <a:pt x="257557" y="48838"/>
                  </a:lnTo>
                  <a:lnTo>
                    <a:pt x="253642" y="40893"/>
                  </a:lnTo>
                  <a:lnTo>
                    <a:pt x="252957" y="40335"/>
                  </a:lnTo>
                  <a:close/>
                </a:path>
                <a:path w="259079" h="80009">
                  <a:moveTo>
                    <a:pt x="205384" y="41554"/>
                  </a:moveTo>
                  <a:lnTo>
                    <a:pt x="197865" y="41554"/>
                  </a:lnTo>
                  <a:lnTo>
                    <a:pt x="197865" y="78778"/>
                  </a:lnTo>
                  <a:lnTo>
                    <a:pt x="205384" y="78778"/>
                  </a:lnTo>
                  <a:lnTo>
                    <a:pt x="205384" y="41554"/>
                  </a:lnTo>
                  <a:close/>
                </a:path>
                <a:path w="259079" h="80009">
                  <a:moveTo>
                    <a:pt x="213283" y="34594"/>
                  </a:moveTo>
                  <a:lnTo>
                    <a:pt x="193255" y="34594"/>
                  </a:lnTo>
                  <a:lnTo>
                    <a:pt x="193255" y="41554"/>
                  </a:lnTo>
                  <a:lnTo>
                    <a:pt x="213283" y="41554"/>
                  </a:lnTo>
                  <a:lnTo>
                    <a:pt x="213283" y="34594"/>
                  </a:lnTo>
                  <a:close/>
                </a:path>
                <a:path w="259079" h="80009">
                  <a:moveTo>
                    <a:pt x="205384" y="18707"/>
                  </a:moveTo>
                  <a:lnTo>
                    <a:pt x="197865" y="18707"/>
                  </a:lnTo>
                  <a:lnTo>
                    <a:pt x="197865" y="34594"/>
                  </a:lnTo>
                  <a:lnTo>
                    <a:pt x="205384" y="34594"/>
                  </a:lnTo>
                  <a:lnTo>
                    <a:pt x="205384" y="18707"/>
                  </a:lnTo>
                  <a:close/>
                </a:path>
                <a:path w="259079" h="80009">
                  <a:moveTo>
                    <a:pt x="180962" y="12598"/>
                  </a:moveTo>
                  <a:lnTo>
                    <a:pt x="175132" y="12598"/>
                  </a:lnTo>
                  <a:lnTo>
                    <a:pt x="172694" y="15036"/>
                  </a:lnTo>
                  <a:lnTo>
                    <a:pt x="172694" y="20967"/>
                  </a:lnTo>
                  <a:lnTo>
                    <a:pt x="175132" y="23317"/>
                  </a:lnTo>
                  <a:lnTo>
                    <a:pt x="180962" y="23317"/>
                  </a:lnTo>
                  <a:lnTo>
                    <a:pt x="183413" y="20967"/>
                  </a:lnTo>
                  <a:lnTo>
                    <a:pt x="183413" y="15036"/>
                  </a:lnTo>
                  <a:lnTo>
                    <a:pt x="180962" y="12598"/>
                  </a:lnTo>
                  <a:close/>
                </a:path>
                <a:path w="259079" h="80009">
                  <a:moveTo>
                    <a:pt x="181813" y="34594"/>
                  </a:moveTo>
                  <a:lnTo>
                    <a:pt x="174294" y="34594"/>
                  </a:lnTo>
                  <a:lnTo>
                    <a:pt x="174294" y="78778"/>
                  </a:lnTo>
                  <a:lnTo>
                    <a:pt x="181813" y="78778"/>
                  </a:lnTo>
                  <a:lnTo>
                    <a:pt x="181813" y="34594"/>
                  </a:lnTo>
                  <a:close/>
                </a:path>
                <a:path w="259079" h="80009">
                  <a:moveTo>
                    <a:pt x="130733" y="34594"/>
                  </a:moveTo>
                  <a:lnTo>
                    <a:pt x="123215" y="34594"/>
                  </a:lnTo>
                  <a:lnTo>
                    <a:pt x="123215" y="78778"/>
                  </a:lnTo>
                  <a:lnTo>
                    <a:pt x="130733" y="78778"/>
                  </a:lnTo>
                  <a:lnTo>
                    <a:pt x="130733" y="49923"/>
                  </a:lnTo>
                  <a:lnTo>
                    <a:pt x="131394" y="40335"/>
                  </a:lnTo>
                  <a:lnTo>
                    <a:pt x="157959" y="40335"/>
                  </a:lnTo>
                  <a:lnTo>
                    <a:pt x="157838" y="39954"/>
                  </a:lnTo>
                  <a:lnTo>
                    <a:pt x="130733" y="39954"/>
                  </a:lnTo>
                  <a:lnTo>
                    <a:pt x="130733" y="34594"/>
                  </a:lnTo>
                  <a:close/>
                </a:path>
                <a:path w="259079" h="80009">
                  <a:moveTo>
                    <a:pt x="157959" y="40335"/>
                  </a:moveTo>
                  <a:lnTo>
                    <a:pt x="150482" y="40335"/>
                  </a:lnTo>
                  <a:lnTo>
                    <a:pt x="151041" y="46723"/>
                  </a:lnTo>
                  <a:lnTo>
                    <a:pt x="151041" y="78778"/>
                  </a:lnTo>
                  <a:lnTo>
                    <a:pt x="158559" y="78778"/>
                  </a:lnTo>
                  <a:lnTo>
                    <a:pt x="158559" y="42214"/>
                  </a:lnTo>
                  <a:lnTo>
                    <a:pt x="157959" y="40335"/>
                  </a:lnTo>
                  <a:close/>
                </a:path>
                <a:path w="259079" h="80009">
                  <a:moveTo>
                    <a:pt x="155740" y="33375"/>
                  </a:moveTo>
                  <a:lnTo>
                    <a:pt x="138061" y="33375"/>
                  </a:lnTo>
                  <a:lnTo>
                    <a:pt x="134023" y="35725"/>
                  </a:lnTo>
                  <a:lnTo>
                    <a:pt x="130924" y="39954"/>
                  </a:lnTo>
                  <a:lnTo>
                    <a:pt x="157838" y="39954"/>
                  </a:lnTo>
                  <a:lnTo>
                    <a:pt x="155740" y="33375"/>
                  </a:lnTo>
                  <a:close/>
                </a:path>
                <a:path w="259079" h="80009">
                  <a:moveTo>
                    <a:pt x="106705" y="12598"/>
                  </a:moveTo>
                  <a:lnTo>
                    <a:pt x="100876" y="12598"/>
                  </a:lnTo>
                  <a:lnTo>
                    <a:pt x="98437" y="15036"/>
                  </a:lnTo>
                  <a:lnTo>
                    <a:pt x="98437" y="20967"/>
                  </a:lnTo>
                  <a:lnTo>
                    <a:pt x="100876" y="23317"/>
                  </a:lnTo>
                  <a:lnTo>
                    <a:pt x="106705" y="23317"/>
                  </a:lnTo>
                  <a:lnTo>
                    <a:pt x="109156" y="20967"/>
                  </a:lnTo>
                  <a:lnTo>
                    <a:pt x="109156" y="15036"/>
                  </a:lnTo>
                  <a:lnTo>
                    <a:pt x="106705" y="12598"/>
                  </a:lnTo>
                  <a:close/>
                </a:path>
                <a:path w="259079" h="80009">
                  <a:moveTo>
                    <a:pt x="107556" y="34594"/>
                  </a:moveTo>
                  <a:lnTo>
                    <a:pt x="100037" y="34594"/>
                  </a:lnTo>
                  <a:lnTo>
                    <a:pt x="100037" y="78778"/>
                  </a:lnTo>
                  <a:lnTo>
                    <a:pt x="107556" y="78778"/>
                  </a:lnTo>
                  <a:lnTo>
                    <a:pt x="107556" y="34594"/>
                  </a:lnTo>
                  <a:close/>
                </a:path>
                <a:path w="259079" h="80009">
                  <a:moveTo>
                    <a:pt x="81508" y="41554"/>
                  </a:moveTo>
                  <a:lnTo>
                    <a:pt x="73990" y="41554"/>
                  </a:lnTo>
                  <a:lnTo>
                    <a:pt x="73990" y="78778"/>
                  </a:lnTo>
                  <a:lnTo>
                    <a:pt x="81508" y="78778"/>
                  </a:lnTo>
                  <a:lnTo>
                    <a:pt x="81508" y="41554"/>
                  </a:lnTo>
                  <a:close/>
                </a:path>
                <a:path w="259079" h="80009">
                  <a:moveTo>
                    <a:pt x="92697" y="34594"/>
                  </a:moveTo>
                  <a:lnTo>
                    <a:pt x="69862" y="34594"/>
                  </a:lnTo>
                  <a:lnTo>
                    <a:pt x="69862" y="41554"/>
                  </a:lnTo>
                  <a:lnTo>
                    <a:pt x="92697" y="41554"/>
                  </a:lnTo>
                  <a:lnTo>
                    <a:pt x="92697" y="34594"/>
                  </a:lnTo>
                  <a:close/>
                </a:path>
                <a:path w="259079" h="80009">
                  <a:moveTo>
                    <a:pt x="89128" y="0"/>
                  </a:moveTo>
                  <a:lnTo>
                    <a:pt x="82829" y="0"/>
                  </a:lnTo>
                  <a:lnTo>
                    <a:pt x="78409" y="1600"/>
                  </a:lnTo>
                  <a:lnTo>
                    <a:pt x="74100" y="8559"/>
                  </a:lnTo>
                  <a:lnTo>
                    <a:pt x="73990" y="34594"/>
                  </a:lnTo>
                  <a:lnTo>
                    <a:pt x="81508" y="34594"/>
                  </a:lnTo>
                  <a:lnTo>
                    <a:pt x="81508" y="7518"/>
                  </a:lnTo>
                  <a:lnTo>
                    <a:pt x="92697" y="7518"/>
                  </a:lnTo>
                  <a:lnTo>
                    <a:pt x="92697" y="939"/>
                  </a:lnTo>
                  <a:lnTo>
                    <a:pt x="90919" y="380"/>
                  </a:lnTo>
                  <a:lnTo>
                    <a:pt x="89128" y="0"/>
                  </a:lnTo>
                  <a:close/>
                </a:path>
                <a:path w="259079" h="80009">
                  <a:moveTo>
                    <a:pt x="92697" y="7518"/>
                  </a:moveTo>
                  <a:lnTo>
                    <a:pt x="89509" y="7518"/>
                  </a:lnTo>
                  <a:lnTo>
                    <a:pt x="91008" y="7988"/>
                  </a:lnTo>
                  <a:lnTo>
                    <a:pt x="92697" y="8559"/>
                  </a:lnTo>
                  <a:lnTo>
                    <a:pt x="92697" y="7518"/>
                  </a:lnTo>
                  <a:close/>
                </a:path>
                <a:path w="259079" h="80009">
                  <a:moveTo>
                    <a:pt x="32321" y="34594"/>
                  </a:moveTo>
                  <a:lnTo>
                    <a:pt x="24803" y="34594"/>
                  </a:lnTo>
                  <a:lnTo>
                    <a:pt x="24803" y="78778"/>
                  </a:lnTo>
                  <a:lnTo>
                    <a:pt x="32321" y="78778"/>
                  </a:lnTo>
                  <a:lnTo>
                    <a:pt x="32321" y="49923"/>
                  </a:lnTo>
                  <a:lnTo>
                    <a:pt x="32981" y="40335"/>
                  </a:lnTo>
                  <a:lnTo>
                    <a:pt x="59547" y="40335"/>
                  </a:lnTo>
                  <a:lnTo>
                    <a:pt x="59426" y="39954"/>
                  </a:lnTo>
                  <a:lnTo>
                    <a:pt x="32321" y="39954"/>
                  </a:lnTo>
                  <a:lnTo>
                    <a:pt x="32321" y="34594"/>
                  </a:lnTo>
                  <a:close/>
                </a:path>
                <a:path w="259079" h="80009">
                  <a:moveTo>
                    <a:pt x="59547" y="40335"/>
                  </a:moveTo>
                  <a:lnTo>
                    <a:pt x="52057" y="40335"/>
                  </a:lnTo>
                  <a:lnTo>
                    <a:pt x="52628" y="46723"/>
                  </a:lnTo>
                  <a:lnTo>
                    <a:pt x="52628" y="78778"/>
                  </a:lnTo>
                  <a:lnTo>
                    <a:pt x="60147" y="78778"/>
                  </a:lnTo>
                  <a:lnTo>
                    <a:pt x="60147" y="42214"/>
                  </a:lnTo>
                  <a:lnTo>
                    <a:pt x="59547" y="40335"/>
                  </a:lnTo>
                  <a:close/>
                </a:path>
                <a:path w="259079" h="80009">
                  <a:moveTo>
                    <a:pt x="57327" y="33375"/>
                  </a:moveTo>
                  <a:lnTo>
                    <a:pt x="39649" y="33375"/>
                  </a:lnTo>
                  <a:lnTo>
                    <a:pt x="35610" y="35725"/>
                  </a:lnTo>
                  <a:lnTo>
                    <a:pt x="32511" y="39954"/>
                  </a:lnTo>
                  <a:lnTo>
                    <a:pt x="59426" y="39954"/>
                  </a:lnTo>
                  <a:lnTo>
                    <a:pt x="57327" y="33375"/>
                  </a:lnTo>
                  <a:close/>
                </a:path>
                <a:path w="259079" h="80009">
                  <a:moveTo>
                    <a:pt x="8280" y="12598"/>
                  </a:moveTo>
                  <a:lnTo>
                    <a:pt x="2451" y="12598"/>
                  </a:lnTo>
                  <a:lnTo>
                    <a:pt x="0" y="15036"/>
                  </a:lnTo>
                  <a:lnTo>
                    <a:pt x="0" y="20967"/>
                  </a:lnTo>
                  <a:lnTo>
                    <a:pt x="2451" y="23317"/>
                  </a:lnTo>
                  <a:lnTo>
                    <a:pt x="8280" y="23317"/>
                  </a:lnTo>
                  <a:lnTo>
                    <a:pt x="10718" y="20967"/>
                  </a:lnTo>
                  <a:lnTo>
                    <a:pt x="10718" y="15036"/>
                  </a:lnTo>
                  <a:lnTo>
                    <a:pt x="8280" y="12598"/>
                  </a:lnTo>
                  <a:close/>
                </a:path>
                <a:path w="259079" h="80009">
                  <a:moveTo>
                    <a:pt x="9118" y="34594"/>
                  </a:moveTo>
                  <a:lnTo>
                    <a:pt x="1600" y="34594"/>
                  </a:lnTo>
                  <a:lnTo>
                    <a:pt x="1600" y="78778"/>
                  </a:lnTo>
                  <a:lnTo>
                    <a:pt x="9118" y="78778"/>
                  </a:lnTo>
                  <a:lnTo>
                    <a:pt x="9118" y="34594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C3FC04-8AF5-E791-FF46-8462CDC1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8644" y="6494918"/>
            <a:ext cx="231849" cy="176972"/>
          </a:xfrm>
        </p:spPr>
        <p:txBody>
          <a:bodyPr vert="horz" wrap="square" lIns="0" tIns="22860" rIns="0" bIns="0" rtlCol="0">
            <a:spAutoFit/>
          </a:bodyPr>
          <a:lstStyle>
            <a:lvl1pPr>
              <a:defRPr lang="en-US" sz="1000" b="0" i="0" smtClean="0">
                <a:solidFill>
                  <a:prstClr val="black"/>
                </a:solidFill>
                <a:latin typeface="Segoe UI Semilight" panose="020B0502040204020203" pitchFamily="34" charset="0"/>
                <a:cs typeface="Segoe UI Semilight" panose="020B0502040204020203" pitchFamily="34" charset="0"/>
              </a:defRPr>
            </a:lvl1pPr>
          </a:lstStyle>
          <a:p>
            <a:fld id="{656FEE46-54D6-4306-A6BD-73AF3F3AD20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5B842-E79C-AD2A-0C69-853D672A4026}"/>
              </a:ext>
            </a:extLst>
          </p:cNvPr>
          <p:cNvSpPr txBox="1"/>
          <p:nvPr userDrawn="1"/>
        </p:nvSpPr>
        <p:spPr>
          <a:xfrm>
            <a:off x="655336" y="6533786"/>
            <a:ext cx="17123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Segoe UI Semilight" panose="020B0402040204020203" pitchFamily="34" charset="0"/>
                <a:cs typeface="Segoe UI Semilight" panose="020B0402040204020203" pitchFamily="34" charset="0"/>
              </a:rPr>
              <a:t>© 2026 Infinite Confidential</a:t>
            </a:r>
            <a:endParaRPr lang="en-IN" sz="10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017A5DE-C44C-4784-0917-A3ADCF8CC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22" y="211672"/>
            <a:ext cx="10515600" cy="363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68261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E7942A-CBDF-12C2-52C2-A812E5C6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CC892-4A81-4E88-A0B4-FE27FC73C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94BC2-2F79-B71C-D689-792F55646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74B14-7362-42B5-9F41-A37F85F6C4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17FBC-B128-BC67-4034-F17B76A99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6BF9-0A90-AB3C-EC3D-D2F586D62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AD9E6-0509-4230-82CB-322B48399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222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5F20B3-C5F4-C2D8-77AD-D9689896F24E}"/>
              </a:ext>
            </a:extLst>
          </p:cNvPr>
          <p:cNvSpPr txBox="1"/>
          <p:nvPr/>
        </p:nvSpPr>
        <p:spPr>
          <a:xfrm>
            <a:off x="530942" y="2636935"/>
            <a:ext cx="540879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914171">
              <a:defRPr/>
            </a:pPr>
            <a:r>
              <a:rPr lang="en-US" sz="2400" b="1">
                <a:latin typeface="Segoe UI"/>
                <a:ea typeface="Roboto Condensed"/>
                <a:cs typeface="Segoe UI"/>
              </a:rPr>
              <a:t>FlowSphere DBA Automation with Agentic AI Implementation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5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77"/>
    </mc:Choice>
    <mc:Fallback>
      <p:transition spd="slow" advTm="21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CDE4-7C9E-5FDD-076F-33B30CA8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FlowSphere DBA Automation with Agentic AI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1FC2142C-96E0-E142-FA74-77F7F85B7A72}"/>
              </a:ext>
            </a:extLst>
          </p:cNvPr>
          <p:cNvSpPr/>
          <p:nvPr/>
        </p:nvSpPr>
        <p:spPr>
          <a:xfrm rot="16200000" flipH="1">
            <a:off x="8319232" y="1297464"/>
            <a:ext cx="3872863" cy="3381904"/>
          </a:xfrm>
          <a:prstGeom prst="round2SameRect">
            <a:avLst>
              <a:gd name="adj1" fmla="val 8967"/>
              <a:gd name="adj2" fmla="val 0"/>
            </a:avLst>
          </a:prstGeom>
          <a:gradFill flip="none" rotWithShape="1">
            <a:gsLst>
              <a:gs pos="0">
                <a:srgbClr val="F1ECFA"/>
              </a:gs>
              <a:gs pos="100000">
                <a:srgbClr val="FFEBEB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810CED-0CB0-FD15-2793-EA57C378DE45}"/>
              </a:ext>
            </a:extLst>
          </p:cNvPr>
          <p:cNvSpPr/>
          <p:nvPr/>
        </p:nvSpPr>
        <p:spPr>
          <a:xfrm>
            <a:off x="0" y="5234465"/>
            <a:ext cx="12192000" cy="1623535"/>
          </a:xfrm>
          <a:prstGeom prst="rect">
            <a:avLst/>
          </a:prstGeom>
          <a:solidFill>
            <a:srgbClr val="0134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endParaRPr lang="en-IN" b="1" kern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157E7-9AFE-4EFE-9C52-EEEFBDC88AF9}"/>
              </a:ext>
            </a:extLst>
          </p:cNvPr>
          <p:cNvSpPr txBox="1"/>
          <p:nvPr/>
        </p:nvSpPr>
        <p:spPr>
          <a:xfrm>
            <a:off x="2407739" y="5826036"/>
            <a:ext cx="2025759" cy="4001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US" sz="1300" b="1">
                <a:solidFill>
                  <a:schemeClr val="bg1"/>
                </a:solidFill>
                <a:latin typeface="Segoe UI"/>
                <a:cs typeface="Segoe UI"/>
              </a:rPr>
              <a:t>50-70% reduction </a:t>
            </a:r>
            <a:r>
              <a:rPr kumimoji="0" lang="en-US" sz="13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 </a:t>
            </a:r>
            <a:r>
              <a:rPr lang="en-US" sz="1300">
                <a:solidFill>
                  <a:schemeClr val="bg1"/>
                </a:solidFill>
                <a:latin typeface="Segoe UI"/>
                <a:cs typeface="Segoe UI"/>
              </a:rPr>
              <a:t>manual DBA efforts  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AA0CD-702F-9B09-4918-91AA64B52AA5}"/>
              </a:ext>
            </a:extLst>
          </p:cNvPr>
          <p:cNvSpPr txBox="1"/>
          <p:nvPr/>
        </p:nvSpPr>
        <p:spPr>
          <a:xfrm>
            <a:off x="4519417" y="1747517"/>
            <a:ext cx="4042163" cy="3854901"/>
          </a:xfrm>
          <a:prstGeom prst="rect">
            <a:avLst/>
          </a:prstGeom>
          <a:noFill/>
        </p:spPr>
        <p:txBody>
          <a:bodyPr wrap="square" lIns="0" tIns="0" rIns="0" bIns="0" numCol="1" rtlCol="0" anchor="ctr" anchorCtr="0">
            <a:spAutoFit/>
          </a:bodyPr>
          <a:lstStyle/>
          <a:p>
            <a:pPr>
              <a:defRPr/>
            </a:pPr>
            <a:r>
              <a:rPr lang="en-US" sz="1400" b="1"/>
              <a:t>Agentic AI–Powered DBA Orchestration</a:t>
            </a:r>
            <a:endParaRPr lang="en-US"/>
          </a:p>
          <a:p>
            <a:pPr>
              <a:defRPr/>
            </a:pPr>
            <a:endParaRPr lang="en-US" sz="1400" b="1">
              <a:solidFill>
                <a:srgbClr val="000000"/>
              </a:solidFill>
              <a:cs typeface="Segoe UI"/>
            </a:endParaRPr>
          </a:p>
          <a:p>
            <a:pPr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An intelligent multi-agent system that:</a:t>
            </a:r>
            <a:br>
              <a:rPr lang="en-US" sz="1400">
                <a:latin typeface="Calibri"/>
                <a:ea typeface="Calibri"/>
                <a:cs typeface="Calibri"/>
              </a:rPr>
            </a:br>
            <a:endParaRPr lang="en-US" sz="1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Automates end-to-end DBA workflows (Refresh, Backup, Validation)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Uses AI agents for execution, monitoring, remediation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Enables natural language → workflow automation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Performs real-time validation &amp; self-correction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Ensures human-in-the-loop governance for approvals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Standardizes execution across environments</a:t>
            </a:r>
            <a:endParaRPr lang="en-US">
              <a:latin typeface="Segoe UI"/>
              <a:ea typeface="Calibri"/>
              <a:cs typeface="Segoe U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Transforms DBA from</a:t>
            </a:r>
            <a:r>
              <a:rPr lang="en-US" sz="1400" b="1">
                <a:latin typeface="Calibri"/>
                <a:ea typeface="Calibri"/>
                <a:cs typeface="Calibri"/>
              </a:rPr>
              <a:t> manual → autonomous operations</a:t>
            </a:r>
          </a:p>
          <a:p>
            <a:pPr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Tx/>
              <a:buFontTx/>
              <a:buNone/>
              <a:tabLst/>
              <a:defRPr/>
            </a:pPr>
            <a:endParaRPr lang="en-US" sz="1400"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buClr>
                <a:srgbClr val="E7E6E6"/>
              </a:buClr>
              <a:defRPr/>
            </a:pPr>
            <a:endParaRPr lang="en-US" sz="1400"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B0682-1E85-BC0B-10F1-724116DA078D}"/>
              </a:ext>
            </a:extLst>
          </p:cNvPr>
          <p:cNvSpPr txBox="1"/>
          <p:nvPr/>
        </p:nvSpPr>
        <p:spPr>
          <a:xfrm>
            <a:off x="4875164" y="5819879"/>
            <a:ext cx="1828800" cy="4001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3x Faster</a:t>
            </a:r>
            <a:r>
              <a:rPr lang="en-US" sz="1300">
                <a:solidFill>
                  <a:schemeClr val="bg1"/>
                </a:solidFill>
                <a:latin typeface="Segoe UI"/>
                <a:cs typeface="Segoe UI"/>
              </a:rPr>
              <a:t> DB refresh &amp; delivery cycles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871C16-7197-E4A3-8E19-BCE9AC12A1F9}"/>
              </a:ext>
            </a:extLst>
          </p:cNvPr>
          <p:cNvSpPr txBox="1"/>
          <p:nvPr/>
        </p:nvSpPr>
        <p:spPr>
          <a:xfrm>
            <a:off x="7157536" y="5779383"/>
            <a:ext cx="2073641" cy="6001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US" sz="1300" b="1">
                <a:solidFill>
                  <a:schemeClr val="bg1"/>
                </a:solidFill>
                <a:latin typeface="Segoe UI"/>
                <a:cs typeface="Segoe UI"/>
              </a:rPr>
              <a:t>Reduced downtime risk</a:t>
            </a:r>
            <a:r>
              <a:rPr lang="en-US" sz="1300">
                <a:solidFill>
                  <a:schemeClr val="bg1"/>
                </a:solidFill>
                <a:latin typeface="Segoe UI"/>
                <a:cs typeface="Segoe UI"/>
              </a:rPr>
              <a:t> through proactive AI remediation</a:t>
            </a:r>
            <a:endParaRPr lang="en-US" sz="13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46336-5654-A6F2-928F-02737766AD18}"/>
              </a:ext>
            </a:extLst>
          </p:cNvPr>
          <p:cNvSpPr txBox="1"/>
          <p:nvPr/>
        </p:nvSpPr>
        <p:spPr>
          <a:xfrm>
            <a:off x="9660935" y="5891316"/>
            <a:ext cx="2073641" cy="4001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US" sz="1300">
                <a:solidFill>
                  <a:schemeClr val="bg1"/>
                </a:solidFill>
                <a:latin typeface="Segoe UI"/>
                <a:cs typeface="Segoe UI"/>
              </a:rPr>
              <a:t>Enables DBAs to focus on</a:t>
            </a:r>
            <a:r>
              <a:rPr lang="en-US" sz="1300" b="1">
                <a:solidFill>
                  <a:schemeClr val="bg1"/>
                </a:solidFill>
                <a:latin typeface="Segoe UI"/>
                <a:cs typeface="Segoe UI"/>
              </a:rPr>
              <a:t> strategic, high-value work 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544C76-D136-0070-C381-F494ECCD9D5F}"/>
              </a:ext>
            </a:extLst>
          </p:cNvPr>
          <p:cNvCxnSpPr>
            <a:cxnSpLocks/>
          </p:cNvCxnSpPr>
          <p:nvPr/>
        </p:nvCxnSpPr>
        <p:spPr>
          <a:xfrm>
            <a:off x="4654331" y="5436443"/>
            <a:ext cx="0" cy="851557"/>
          </a:xfrm>
          <a:prstGeom prst="line">
            <a:avLst/>
          </a:prstGeom>
          <a:noFill/>
          <a:ln w="28575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/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5639E2-0718-1DA2-968C-3F57D64BB173}"/>
              </a:ext>
            </a:extLst>
          </p:cNvPr>
          <p:cNvCxnSpPr>
            <a:cxnSpLocks/>
          </p:cNvCxnSpPr>
          <p:nvPr/>
        </p:nvCxnSpPr>
        <p:spPr>
          <a:xfrm>
            <a:off x="6924797" y="5436443"/>
            <a:ext cx="0" cy="851557"/>
          </a:xfrm>
          <a:prstGeom prst="line">
            <a:avLst/>
          </a:prstGeom>
          <a:noFill/>
          <a:ln w="28575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/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86B8E4-B62C-2DC6-B2F4-64FF4BBF1F77}"/>
              </a:ext>
            </a:extLst>
          </p:cNvPr>
          <p:cNvCxnSpPr>
            <a:cxnSpLocks/>
          </p:cNvCxnSpPr>
          <p:nvPr/>
        </p:nvCxnSpPr>
        <p:spPr>
          <a:xfrm>
            <a:off x="9440104" y="5436443"/>
            <a:ext cx="0" cy="851557"/>
          </a:xfrm>
          <a:prstGeom prst="line">
            <a:avLst/>
          </a:prstGeom>
          <a:noFill/>
          <a:ln w="28575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/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</p:cxnSp>
      <p:pic>
        <p:nvPicPr>
          <p:cNvPr id="13" name="Graphic 12" descr="Life ring outline">
            <a:extLst>
              <a:ext uri="{FF2B5EF4-FFF2-40B4-BE49-F238E27FC236}">
                <a16:creationId xmlns:a16="http://schemas.microsoft.com/office/drawing/2014/main" id="{F9D4A7A5-5B5A-564A-C54A-BA98F8DEC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84430" y="5397120"/>
            <a:ext cx="387795" cy="387795"/>
          </a:xfrm>
          <a:prstGeom prst="rect">
            <a:avLst/>
          </a:prstGeom>
        </p:spPr>
      </p:pic>
      <p:pic>
        <p:nvPicPr>
          <p:cNvPr id="14" name="Graphic 13" descr="Fast Forward outline">
            <a:extLst>
              <a:ext uri="{FF2B5EF4-FFF2-40B4-BE49-F238E27FC236}">
                <a16:creationId xmlns:a16="http://schemas.microsoft.com/office/drawing/2014/main" id="{4D0C0706-FEDC-051F-E2D6-827E42FA4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5667" y="5397120"/>
            <a:ext cx="387795" cy="387795"/>
          </a:xfrm>
          <a:prstGeom prst="rect">
            <a:avLst/>
          </a:prstGeom>
        </p:spPr>
      </p:pic>
      <p:pic>
        <p:nvPicPr>
          <p:cNvPr id="15" name="Graphic 14" descr="Wreath outline">
            <a:extLst>
              <a:ext uri="{FF2B5EF4-FFF2-40B4-BE49-F238E27FC236}">
                <a16:creationId xmlns:a16="http://schemas.microsoft.com/office/drawing/2014/main" id="{F69D1F3A-0841-DBDF-4A49-6C8B3ED1F2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6505" y="5397120"/>
            <a:ext cx="352541" cy="352541"/>
          </a:xfrm>
          <a:prstGeom prst="rect">
            <a:avLst/>
          </a:prstGeom>
        </p:spPr>
      </p:pic>
      <p:pic>
        <p:nvPicPr>
          <p:cNvPr id="16" name="Graphic 15" descr="Arrow circle with solid fill">
            <a:extLst>
              <a:ext uri="{FF2B5EF4-FFF2-40B4-BE49-F238E27FC236}">
                <a16:creationId xmlns:a16="http://schemas.microsoft.com/office/drawing/2014/main" id="{7CBE9E2B-1527-81A9-4567-D3D4B1C84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9547" y="5373308"/>
            <a:ext cx="426575" cy="426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660400-FAAD-B18B-9DAD-4ACA53D1BF29}"/>
              </a:ext>
            </a:extLst>
          </p:cNvPr>
          <p:cNvSpPr txBox="1"/>
          <p:nvPr/>
        </p:nvSpPr>
        <p:spPr>
          <a:xfrm>
            <a:off x="9244706" y="1193861"/>
            <a:ext cx="2751252" cy="697301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noAutofit/>
          </a:bodyPr>
          <a:lstStyle/>
          <a:p>
            <a:pPr>
              <a:defRPr/>
            </a:pPr>
            <a:r>
              <a:rPr lang="en-US" sz="1400" b="1" kern="0">
                <a:latin typeface="Segoe UI"/>
                <a:ea typeface="Calibri" panose="020F0502020204030204" pitchFamily="34" charset="0"/>
                <a:cs typeface="Segoe UI"/>
              </a:rPr>
              <a:t>Technical Architecture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092C97-D0D4-CAA1-93C1-CF9802A8A82F}"/>
              </a:ext>
            </a:extLst>
          </p:cNvPr>
          <p:cNvSpPr txBox="1"/>
          <p:nvPr/>
        </p:nvSpPr>
        <p:spPr>
          <a:xfrm>
            <a:off x="519075" y="1816775"/>
            <a:ext cx="3435240" cy="34009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b="1"/>
              <a:t>Traditional DBA operations are complex, manual, and inefficient:</a:t>
            </a:r>
          </a:p>
          <a:p>
            <a:endParaRPr lang="en-US" sz="1400" b="1"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Multi-team coordination (DBA, Dev, Infra, Security)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Heavy manual execution (refresh, backup, validation)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High risk of human errors &amp; inconsistencies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Reactive operations → firefighting vs optimization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Limited visibility into workflows, risks, and status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Leads to long cycle times, operational overhead, and burnout</a:t>
            </a:r>
          </a:p>
          <a:p>
            <a:pPr marL="285750" indent="-285750">
              <a:buFont typeface="Arial"/>
              <a:buChar char="•"/>
            </a:pPr>
            <a:endParaRPr lang="en-US" sz="1100">
              <a:cs typeface="Segoe UI"/>
            </a:endParaRPr>
          </a:p>
          <a:p>
            <a:endParaRPr lang="en-US" sz="1400" b="1">
              <a:cs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B415A-3038-8A91-8AD5-B8EC23AD6E92}"/>
              </a:ext>
            </a:extLst>
          </p:cNvPr>
          <p:cNvSpPr txBox="1"/>
          <p:nvPr/>
        </p:nvSpPr>
        <p:spPr>
          <a:xfrm>
            <a:off x="679930" y="1449996"/>
            <a:ext cx="184340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13482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1FD5F8-CBFB-99C3-E2BB-5ABFC288FB0E}"/>
              </a:ext>
            </a:extLst>
          </p:cNvPr>
          <p:cNvSpPr txBox="1"/>
          <p:nvPr/>
        </p:nvSpPr>
        <p:spPr>
          <a:xfrm>
            <a:off x="4519217" y="1343501"/>
            <a:ext cx="807068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13482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Solution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15BE09-1832-2181-E6EC-A80695B1ED56}"/>
              </a:ext>
            </a:extLst>
          </p:cNvPr>
          <p:cNvSpPr txBox="1"/>
          <p:nvPr/>
        </p:nvSpPr>
        <p:spPr>
          <a:xfrm>
            <a:off x="359990" y="5698779"/>
            <a:ext cx="1572956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Outcomes &amp; Benefits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FF545F-E0A8-2980-7E6B-06A5B582BC04}"/>
              </a:ext>
            </a:extLst>
          </p:cNvPr>
          <p:cNvSpPr txBox="1"/>
          <p:nvPr/>
        </p:nvSpPr>
        <p:spPr>
          <a:xfrm>
            <a:off x="350476" y="628424"/>
            <a:ext cx="11841524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kern="0" cap="none" spc="0" normalizeH="0" baseline="0">
                <a:ln>
                  <a:noFill/>
                </a:ln>
                <a:solidFill>
                  <a:srgbClr val="013482"/>
                </a:solidFill>
                <a:effectLst/>
                <a:uLnTx/>
                <a:uFillTx/>
                <a:latin typeface="Segoe U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1348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Agentic AI–Driven </a:t>
            </a:r>
            <a:r>
              <a:rPr lang="en-US" sz="1500"/>
              <a:t>DBA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1348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Automation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AD628F-62F3-524C-0D48-E7933852DA2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987" y="6454737"/>
            <a:ext cx="338970" cy="33897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1AC455-01AB-1FA1-1714-6698A0916552}"/>
              </a:ext>
            </a:extLst>
          </p:cNvPr>
          <p:cNvSpPr txBox="1"/>
          <p:nvPr/>
        </p:nvSpPr>
        <p:spPr>
          <a:xfrm>
            <a:off x="655336" y="6533786"/>
            <a:ext cx="1752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 Semilight" panose="020B0402040204020203" pitchFamily="34" charset="0"/>
              </a:rPr>
              <a:t>© 2026 Infinite Confidential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 Semilight" panose="020B0402040204020203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D5257F9-F867-8359-FC23-A5CC8013CEA4}"/>
              </a:ext>
            </a:extLst>
          </p:cNvPr>
          <p:cNvGrpSpPr/>
          <p:nvPr/>
        </p:nvGrpSpPr>
        <p:grpSpPr>
          <a:xfrm>
            <a:off x="1888129" y="5810226"/>
            <a:ext cx="248887" cy="248887"/>
            <a:chOff x="4295562" y="1033874"/>
            <a:chExt cx="404677" cy="40467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A5FF46F-1BBC-C880-7FD3-E242AE19646E}"/>
                </a:ext>
              </a:extLst>
            </p:cNvPr>
            <p:cNvSpPr/>
            <p:nvPr/>
          </p:nvSpPr>
          <p:spPr>
            <a:xfrm>
              <a:off x="4295562" y="1033874"/>
              <a:ext cx="404677" cy="404677"/>
            </a:xfrm>
            <a:prstGeom prst="ellipse">
              <a:avLst/>
            </a:prstGeom>
            <a:solidFill>
              <a:schemeClr val="bg1"/>
            </a:solidFill>
            <a:ln w="15875" cap="rnd">
              <a:solidFill>
                <a:schemeClr val="bg1"/>
              </a:soli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F29EA1E3-C9B6-C70B-EF78-14913C7D5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712" y="1144622"/>
              <a:ext cx="144265" cy="183185"/>
            </a:xfrm>
            <a:custGeom>
              <a:avLst/>
              <a:gdLst>
                <a:gd name="T0" fmla="*/ 52 w 424"/>
                <a:gd name="T1" fmla="*/ 15 h 539"/>
                <a:gd name="T2" fmla="*/ 16 w 424"/>
                <a:gd name="T3" fmla="*/ 52 h 539"/>
                <a:gd name="T4" fmla="*/ 145 w 424"/>
                <a:gd name="T5" fmla="*/ 253 h 539"/>
                <a:gd name="T6" fmla="*/ 145 w 424"/>
                <a:gd name="T7" fmla="*/ 286 h 539"/>
                <a:gd name="T8" fmla="*/ 16 w 424"/>
                <a:gd name="T9" fmla="*/ 487 h 539"/>
                <a:gd name="T10" fmla="*/ 52 w 424"/>
                <a:gd name="T11" fmla="*/ 524 h 539"/>
                <a:gd name="T12" fmla="*/ 399 w 424"/>
                <a:gd name="T13" fmla="*/ 304 h 539"/>
                <a:gd name="T14" fmla="*/ 399 w 424"/>
                <a:gd name="T15" fmla="*/ 235 h 539"/>
                <a:gd name="T16" fmla="*/ 52 w 424"/>
                <a:gd name="T17" fmla="*/ 15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539">
                  <a:moveTo>
                    <a:pt x="52" y="15"/>
                  </a:moveTo>
                  <a:cubicBezTo>
                    <a:pt x="28" y="0"/>
                    <a:pt x="0" y="28"/>
                    <a:pt x="16" y="52"/>
                  </a:cubicBezTo>
                  <a:cubicBezTo>
                    <a:pt x="145" y="253"/>
                    <a:pt x="145" y="253"/>
                    <a:pt x="145" y="253"/>
                  </a:cubicBezTo>
                  <a:cubicBezTo>
                    <a:pt x="151" y="263"/>
                    <a:pt x="151" y="276"/>
                    <a:pt x="145" y="286"/>
                  </a:cubicBezTo>
                  <a:cubicBezTo>
                    <a:pt x="16" y="487"/>
                    <a:pt x="16" y="487"/>
                    <a:pt x="16" y="487"/>
                  </a:cubicBezTo>
                  <a:cubicBezTo>
                    <a:pt x="0" y="511"/>
                    <a:pt x="28" y="539"/>
                    <a:pt x="52" y="524"/>
                  </a:cubicBezTo>
                  <a:cubicBezTo>
                    <a:pt x="399" y="304"/>
                    <a:pt x="399" y="304"/>
                    <a:pt x="399" y="304"/>
                  </a:cubicBezTo>
                  <a:cubicBezTo>
                    <a:pt x="424" y="288"/>
                    <a:pt x="424" y="251"/>
                    <a:pt x="399" y="235"/>
                  </a:cubicBezTo>
                  <a:lnTo>
                    <a:pt x="52" y="15"/>
                  </a:lnTo>
                  <a:close/>
                </a:path>
              </a:pathLst>
            </a:custGeom>
            <a:solidFill>
              <a:srgbClr val="013482"/>
            </a:solidFill>
            <a:ln w="15875" cap="rnd">
              <a:noFill/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60C750-8713-837B-B842-1A07A3CB810D}"/>
              </a:ext>
            </a:extLst>
          </p:cNvPr>
          <p:cNvCxnSpPr>
            <a:cxnSpLocks/>
          </p:cNvCxnSpPr>
          <p:nvPr/>
        </p:nvCxnSpPr>
        <p:spPr>
          <a:xfrm flipH="1">
            <a:off x="8808177" y="2458416"/>
            <a:ext cx="318778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>
                    <a:alpha val="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AF74D5-2668-C662-8A8E-BF07032EA694}"/>
              </a:ext>
            </a:extLst>
          </p:cNvPr>
          <p:cNvCxnSpPr>
            <a:cxnSpLocks/>
          </p:cNvCxnSpPr>
          <p:nvPr/>
        </p:nvCxnSpPr>
        <p:spPr>
          <a:xfrm flipH="1">
            <a:off x="8726442" y="4211278"/>
            <a:ext cx="318778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>
                    <a:alpha val="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3FA52A6-B62E-0BE8-3C12-0C3216B1A56B}"/>
              </a:ext>
            </a:extLst>
          </p:cNvPr>
          <p:cNvCxnSpPr>
            <a:cxnSpLocks/>
          </p:cNvCxnSpPr>
          <p:nvPr/>
        </p:nvCxnSpPr>
        <p:spPr>
          <a:xfrm flipH="1">
            <a:off x="8568551" y="5234211"/>
            <a:ext cx="318778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3FB6FA"/>
                </a:gs>
                <a:gs pos="100000">
                  <a:srgbClr val="8745A6">
                    <a:alpha val="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</p:cxn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7C07F74-7BD0-FA56-188A-CBBA281D9EEF}"/>
              </a:ext>
            </a:extLst>
          </p:cNvPr>
          <p:cNvSpPr/>
          <p:nvPr/>
        </p:nvSpPr>
        <p:spPr>
          <a:xfrm rot="5400000">
            <a:off x="467494" y="1234370"/>
            <a:ext cx="3743903" cy="3662890"/>
          </a:xfrm>
          <a:prstGeom prst="round2SameRect">
            <a:avLst>
              <a:gd name="adj1" fmla="val 8967"/>
              <a:gd name="adj2" fmla="val 0"/>
            </a:avLst>
          </a:prstGeom>
          <a:noFill/>
          <a:ln w="12700" cap="flat" cmpd="sng" algn="ctr">
            <a:gradFill flip="none" rotWithShape="1">
              <a:gsLst>
                <a:gs pos="100000">
                  <a:srgbClr val="3FB6FA"/>
                </a:gs>
                <a:gs pos="0">
                  <a:srgbClr val="8745A6"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43C3B4-2322-C12F-6C99-39BDCF702641}"/>
              </a:ext>
            </a:extLst>
          </p:cNvPr>
          <p:cNvGrpSpPr/>
          <p:nvPr/>
        </p:nvGrpSpPr>
        <p:grpSpPr>
          <a:xfrm>
            <a:off x="4075100" y="2941372"/>
            <a:ext cx="248887" cy="248887"/>
            <a:chOff x="4295562" y="1033874"/>
            <a:chExt cx="404677" cy="40467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12FB004-1FDA-CF06-A5C4-18F735F3D2A4}"/>
                </a:ext>
              </a:extLst>
            </p:cNvPr>
            <p:cNvSpPr/>
            <p:nvPr/>
          </p:nvSpPr>
          <p:spPr>
            <a:xfrm>
              <a:off x="4295562" y="1033874"/>
              <a:ext cx="404677" cy="404677"/>
            </a:xfrm>
            <a:prstGeom prst="ellipse">
              <a:avLst/>
            </a:prstGeom>
            <a:solidFill>
              <a:srgbClr val="013482"/>
            </a:solidFill>
            <a:ln w="15875" cap="rnd">
              <a:solidFill>
                <a:schemeClr val="bg1"/>
              </a:soli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84975A13-D11E-D2CA-8FC9-48E42E980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712" y="1144622"/>
              <a:ext cx="144265" cy="183185"/>
            </a:xfrm>
            <a:custGeom>
              <a:avLst/>
              <a:gdLst>
                <a:gd name="T0" fmla="*/ 52 w 424"/>
                <a:gd name="T1" fmla="*/ 15 h 539"/>
                <a:gd name="T2" fmla="*/ 16 w 424"/>
                <a:gd name="T3" fmla="*/ 52 h 539"/>
                <a:gd name="T4" fmla="*/ 145 w 424"/>
                <a:gd name="T5" fmla="*/ 253 h 539"/>
                <a:gd name="T6" fmla="*/ 145 w 424"/>
                <a:gd name="T7" fmla="*/ 286 h 539"/>
                <a:gd name="T8" fmla="*/ 16 w 424"/>
                <a:gd name="T9" fmla="*/ 487 h 539"/>
                <a:gd name="T10" fmla="*/ 52 w 424"/>
                <a:gd name="T11" fmla="*/ 524 h 539"/>
                <a:gd name="T12" fmla="*/ 399 w 424"/>
                <a:gd name="T13" fmla="*/ 304 h 539"/>
                <a:gd name="T14" fmla="*/ 399 w 424"/>
                <a:gd name="T15" fmla="*/ 235 h 539"/>
                <a:gd name="T16" fmla="*/ 52 w 424"/>
                <a:gd name="T17" fmla="*/ 15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539">
                  <a:moveTo>
                    <a:pt x="52" y="15"/>
                  </a:moveTo>
                  <a:cubicBezTo>
                    <a:pt x="28" y="0"/>
                    <a:pt x="0" y="28"/>
                    <a:pt x="16" y="52"/>
                  </a:cubicBezTo>
                  <a:cubicBezTo>
                    <a:pt x="145" y="253"/>
                    <a:pt x="145" y="253"/>
                    <a:pt x="145" y="253"/>
                  </a:cubicBezTo>
                  <a:cubicBezTo>
                    <a:pt x="151" y="263"/>
                    <a:pt x="151" y="276"/>
                    <a:pt x="145" y="286"/>
                  </a:cubicBezTo>
                  <a:cubicBezTo>
                    <a:pt x="16" y="487"/>
                    <a:pt x="16" y="487"/>
                    <a:pt x="16" y="487"/>
                  </a:cubicBezTo>
                  <a:cubicBezTo>
                    <a:pt x="0" y="511"/>
                    <a:pt x="28" y="539"/>
                    <a:pt x="52" y="524"/>
                  </a:cubicBezTo>
                  <a:cubicBezTo>
                    <a:pt x="399" y="304"/>
                    <a:pt x="399" y="304"/>
                    <a:pt x="399" y="304"/>
                  </a:cubicBezTo>
                  <a:cubicBezTo>
                    <a:pt x="424" y="288"/>
                    <a:pt x="424" y="251"/>
                    <a:pt x="399" y="235"/>
                  </a:cubicBezTo>
                  <a:lnTo>
                    <a:pt x="52" y="15"/>
                  </a:lnTo>
                  <a:close/>
                </a:path>
              </a:pathLst>
            </a:custGeom>
            <a:solidFill>
              <a:schemeClr val="bg1"/>
            </a:solidFill>
            <a:ln w="15875" cap="rnd">
              <a:noFill/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40" name="Graphic 70" descr="Puzzle pieces outline">
            <a:extLst>
              <a:ext uri="{FF2B5EF4-FFF2-40B4-BE49-F238E27FC236}">
                <a16:creationId xmlns:a16="http://schemas.microsoft.com/office/drawing/2014/main" id="{1D074A44-991F-C9E8-652D-DCF5992B3E7E}"/>
              </a:ext>
            </a:extLst>
          </p:cNvPr>
          <p:cNvGrpSpPr/>
          <p:nvPr/>
        </p:nvGrpSpPr>
        <p:grpSpPr>
          <a:xfrm>
            <a:off x="1609706" y="1343033"/>
            <a:ext cx="376678" cy="369653"/>
            <a:chOff x="1609706" y="1343033"/>
            <a:chExt cx="376678" cy="369653"/>
          </a:xfrm>
          <a:gradFill>
            <a:gsLst>
              <a:gs pos="100000">
                <a:srgbClr val="3FB6FA"/>
              </a:gs>
              <a:gs pos="0">
                <a:srgbClr val="8745A6"/>
              </a:gs>
            </a:gsLst>
            <a:lin ang="16200000" scaled="1"/>
          </a:gra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74135A1-D7D3-5F57-47CE-9C2F4C39AAD7}"/>
                </a:ext>
              </a:extLst>
            </p:cNvPr>
            <p:cNvSpPr/>
            <p:nvPr/>
          </p:nvSpPr>
          <p:spPr>
            <a:xfrm>
              <a:off x="1609706" y="1418976"/>
              <a:ext cx="303838" cy="293710"/>
            </a:xfrm>
            <a:custGeom>
              <a:avLst/>
              <a:gdLst>
                <a:gd name="csX0" fmla="*/ 298774 w 303838"/>
                <a:gd name="csY0" fmla="*/ 141791 h 293710"/>
                <a:gd name="csX1" fmla="*/ 254171 w 303838"/>
                <a:gd name="csY1" fmla="*/ 141791 h 293710"/>
                <a:gd name="csX2" fmla="*/ 243107 w 303838"/>
                <a:gd name="csY2" fmla="*/ 100271 h 293710"/>
                <a:gd name="csX3" fmla="*/ 201586 w 303838"/>
                <a:gd name="csY3" fmla="*/ 111334 h 293710"/>
                <a:gd name="csX4" fmla="*/ 201586 w 303838"/>
                <a:gd name="csY4" fmla="*/ 141791 h 293710"/>
                <a:gd name="csX5" fmla="*/ 156983 w 303838"/>
                <a:gd name="csY5" fmla="*/ 141791 h 293710"/>
                <a:gd name="csX6" fmla="*/ 156983 w 303838"/>
                <a:gd name="csY6" fmla="*/ 92817 h 293710"/>
                <a:gd name="csX7" fmla="*/ 151919 w 303838"/>
                <a:gd name="csY7" fmla="*/ 87754 h 293710"/>
                <a:gd name="csX8" fmla="*/ 147868 w 303838"/>
                <a:gd name="csY8" fmla="*/ 89779 h 293710"/>
                <a:gd name="csX9" fmla="*/ 115575 w 303838"/>
                <a:gd name="csY9" fmla="*/ 94397 h 293710"/>
                <a:gd name="csX10" fmla="*/ 110958 w 303838"/>
                <a:gd name="csY10" fmla="*/ 62105 h 293710"/>
                <a:gd name="csX11" fmla="*/ 143250 w 303838"/>
                <a:gd name="csY11" fmla="*/ 57487 h 293710"/>
                <a:gd name="csX12" fmla="*/ 147868 w 303838"/>
                <a:gd name="csY12" fmla="*/ 62105 h 293710"/>
                <a:gd name="csX13" fmla="*/ 154957 w 303838"/>
                <a:gd name="csY13" fmla="*/ 63117 h 293710"/>
                <a:gd name="csX14" fmla="*/ 156983 w 303838"/>
                <a:gd name="csY14" fmla="*/ 59066 h 293710"/>
                <a:gd name="csX15" fmla="*/ 156983 w 303838"/>
                <a:gd name="csY15" fmla="*/ 5064 h 293710"/>
                <a:gd name="csX16" fmla="*/ 151919 w 303838"/>
                <a:gd name="csY16" fmla="*/ 0 h 293710"/>
                <a:gd name="csX17" fmla="*/ 5064 w 303838"/>
                <a:gd name="csY17" fmla="*/ 0 h 293710"/>
                <a:gd name="csX18" fmla="*/ 0 w 303838"/>
                <a:gd name="csY18" fmla="*/ 5064 h 293710"/>
                <a:gd name="csX19" fmla="*/ 0 w 303838"/>
                <a:gd name="csY19" fmla="*/ 288646 h 293710"/>
                <a:gd name="csX20" fmla="*/ 5064 w 303838"/>
                <a:gd name="csY20" fmla="*/ 293710 h 293710"/>
                <a:gd name="csX21" fmla="*/ 298597 w 303838"/>
                <a:gd name="csY21" fmla="*/ 293710 h 293710"/>
                <a:gd name="csX22" fmla="*/ 303661 w 303838"/>
                <a:gd name="csY22" fmla="*/ 288646 h 293710"/>
                <a:gd name="csX23" fmla="*/ 303838 w 303838"/>
                <a:gd name="csY23" fmla="*/ 146855 h 293710"/>
                <a:gd name="csX24" fmla="*/ 298774 w 303838"/>
                <a:gd name="csY24" fmla="*/ 141791 h 293710"/>
                <a:gd name="csX25" fmla="*/ 10128 w 303838"/>
                <a:gd name="csY25" fmla="*/ 10128 h 293710"/>
                <a:gd name="csX26" fmla="*/ 146855 w 303838"/>
                <a:gd name="csY26" fmla="*/ 10128 h 293710"/>
                <a:gd name="csX27" fmla="*/ 146855 w 303838"/>
                <a:gd name="csY27" fmla="*/ 47733 h 293710"/>
                <a:gd name="csX28" fmla="*/ 101158 w 303838"/>
                <a:gd name="csY28" fmla="*/ 58479 h 293710"/>
                <a:gd name="csX29" fmla="*/ 111903 w 303838"/>
                <a:gd name="csY29" fmla="*/ 104176 h 293710"/>
                <a:gd name="csX30" fmla="*/ 146855 w 303838"/>
                <a:gd name="csY30" fmla="*/ 104176 h 293710"/>
                <a:gd name="csX31" fmla="*/ 146855 w 303838"/>
                <a:gd name="csY31" fmla="*/ 141791 h 293710"/>
                <a:gd name="csX32" fmla="*/ 94600 w 303838"/>
                <a:gd name="csY32" fmla="*/ 141791 h 293710"/>
                <a:gd name="csX33" fmla="*/ 89536 w 303838"/>
                <a:gd name="csY33" fmla="*/ 146855 h 293710"/>
                <a:gd name="csX34" fmla="*/ 91562 w 303838"/>
                <a:gd name="csY34" fmla="*/ 150906 h 293710"/>
                <a:gd name="csX35" fmla="*/ 100879 w 303838"/>
                <a:gd name="csY35" fmla="*/ 169137 h 293710"/>
                <a:gd name="csX36" fmla="*/ 77585 w 303838"/>
                <a:gd name="csY36" fmla="*/ 192431 h 293710"/>
                <a:gd name="csX37" fmla="*/ 54291 w 303838"/>
                <a:gd name="csY37" fmla="*/ 169137 h 293710"/>
                <a:gd name="csX38" fmla="*/ 63614 w 303838"/>
                <a:gd name="csY38" fmla="*/ 150906 h 293710"/>
                <a:gd name="csX39" fmla="*/ 64626 w 303838"/>
                <a:gd name="csY39" fmla="*/ 143817 h 293710"/>
                <a:gd name="csX40" fmla="*/ 60575 w 303838"/>
                <a:gd name="csY40" fmla="*/ 141791 h 293710"/>
                <a:gd name="csX41" fmla="*/ 10128 w 303838"/>
                <a:gd name="csY41" fmla="*/ 141791 h 293710"/>
                <a:gd name="csX42" fmla="*/ 146855 w 303838"/>
                <a:gd name="csY42" fmla="*/ 283582 h 293710"/>
                <a:gd name="csX43" fmla="*/ 10128 w 303838"/>
                <a:gd name="csY43" fmla="*/ 283582 h 293710"/>
                <a:gd name="csX44" fmla="*/ 10128 w 303838"/>
                <a:gd name="csY44" fmla="*/ 151919 h 293710"/>
                <a:gd name="csX45" fmla="*/ 49121 w 303838"/>
                <a:gd name="csY45" fmla="*/ 151919 h 293710"/>
                <a:gd name="csX46" fmla="*/ 44173 w 303838"/>
                <a:gd name="csY46" fmla="*/ 169137 h 293710"/>
                <a:gd name="csX47" fmla="*/ 77595 w 303838"/>
                <a:gd name="csY47" fmla="*/ 202559 h 293710"/>
                <a:gd name="csX48" fmla="*/ 111017 w 303838"/>
                <a:gd name="csY48" fmla="*/ 169137 h 293710"/>
                <a:gd name="csX49" fmla="*/ 106075 w 303838"/>
                <a:gd name="csY49" fmla="*/ 151919 h 293710"/>
                <a:gd name="csX50" fmla="*/ 146855 w 303838"/>
                <a:gd name="csY50" fmla="*/ 151919 h 293710"/>
                <a:gd name="csX51" fmla="*/ 146855 w 303838"/>
                <a:gd name="csY51" fmla="*/ 200401 h 293710"/>
                <a:gd name="csX52" fmla="*/ 151916 w 303838"/>
                <a:gd name="csY52" fmla="*/ 205469 h 293710"/>
                <a:gd name="csX53" fmla="*/ 156021 w 303838"/>
                <a:gd name="csY53" fmla="*/ 203374 h 293710"/>
                <a:gd name="csX54" fmla="*/ 167192 w 303838"/>
                <a:gd name="csY54" fmla="*/ 195181 h 293710"/>
                <a:gd name="csX55" fmla="*/ 196733 w 303838"/>
                <a:gd name="csY55" fmla="*/ 209000 h 293710"/>
                <a:gd name="csX56" fmla="*/ 182914 w 303838"/>
                <a:gd name="csY56" fmla="*/ 238541 h 293710"/>
                <a:gd name="csX57" fmla="*/ 181442 w 303838"/>
                <a:gd name="csY57" fmla="*/ 239019 h 293710"/>
                <a:gd name="csX58" fmla="*/ 181022 w 303838"/>
                <a:gd name="csY58" fmla="*/ 239192 h 293710"/>
                <a:gd name="csX59" fmla="*/ 179725 w 303838"/>
                <a:gd name="csY59" fmla="*/ 239698 h 293710"/>
                <a:gd name="csX60" fmla="*/ 179361 w 303838"/>
                <a:gd name="csY60" fmla="*/ 239840 h 293710"/>
                <a:gd name="csX61" fmla="*/ 178485 w 303838"/>
                <a:gd name="csY61" fmla="*/ 239992 h 293710"/>
                <a:gd name="csX62" fmla="*/ 158320 w 303838"/>
                <a:gd name="csY62" fmla="*/ 234821 h 293710"/>
                <a:gd name="csX63" fmla="*/ 157170 w 303838"/>
                <a:gd name="csY63" fmla="*/ 233687 h 293710"/>
                <a:gd name="csX64" fmla="*/ 156112 w 303838"/>
                <a:gd name="csY64" fmla="*/ 232674 h 293710"/>
                <a:gd name="csX65" fmla="*/ 151919 w 303838"/>
                <a:gd name="csY65" fmla="*/ 230481 h 293710"/>
                <a:gd name="csX66" fmla="*/ 146855 w 303838"/>
                <a:gd name="csY66" fmla="*/ 235545 h 293710"/>
                <a:gd name="csX67" fmla="*/ 146855 w 303838"/>
                <a:gd name="csY67" fmla="*/ 283582 h 293710"/>
                <a:gd name="csX68" fmla="*/ 293538 w 303838"/>
                <a:gd name="csY68" fmla="*/ 283582 h 293710"/>
                <a:gd name="csX69" fmla="*/ 156983 w 303838"/>
                <a:gd name="csY69" fmla="*/ 283582 h 293710"/>
                <a:gd name="csX70" fmla="*/ 156983 w 303838"/>
                <a:gd name="csY70" fmla="*/ 246408 h 293710"/>
                <a:gd name="csX71" fmla="*/ 180576 w 303838"/>
                <a:gd name="csY71" fmla="*/ 249907 h 293710"/>
                <a:gd name="csX72" fmla="*/ 183614 w 303838"/>
                <a:gd name="csY72" fmla="*/ 249051 h 293710"/>
                <a:gd name="csX73" fmla="*/ 184875 w 303838"/>
                <a:gd name="csY73" fmla="*/ 248545 h 293710"/>
                <a:gd name="csX74" fmla="*/ 205962 w 303838"/>
                <a:gd name="csY74" fmla="*/ 206611 h 293710"/>
                <a:gd name="csX75" fmla="*/ 164029 w 303838"/>
                <a:gd name="csY75" fmla="*/ 185525 h 293710"/>
                <a:gd name="csX76" fmla="*/ 157024 w 303838"/>
                <a:gd name="csY76" fmla="*/ 188790 h 293710"/>
                <a:gd name="csX77" fmla="*/ 157024 w 303838"/>
                <a:gd name="csY77" fmla="*/ 151919 h 293710"/>
                <a:gd name="csX78" fmla="*/ 212687 w 303838"/>
                <a:gd name="csY78" fmla="*/ 151919 h 293710"/>
                <a:gd name="csX79" fmla="*/ 217751 w 303838"/>
                <a:gd name="csY79" fmla="*/ 146855 h 293710"/>
                <a:gd name="csX80" fmla="*/ 215725 w 303838"/>
                <a:gd name="csY80" fmla="*/ 142804 h 293710"/>
                <a:gd name="csX81" fmla="*/ 211674 w 303838"/>
                <a:gd name="csY81" fmla="*/ 114446 h 293710"/>
                <a:gd name="csX82" fmla="*/ 240032 w 303838"/>
                <a:gd name="csY82" fmla="*/ 110395 h 293710"/>
                <a:gd name="csX83" fmla="*/ 244083 w 303838"/>
                <a:gd name="csY83" fmla="*/ 138753 h 293710"/>
                <a:gd name="csX84" fmla="*/ 240032 w 303838"/>
                <a:gd name="csY84" fmla="*/ 142804 h 293710"/>
                <a:gd name="csX85" fmla="*/ 239019 w 303838"/>
                <a:gd name="csY85" fmla="*/ 149893 h 293710"/>
                <a:gd name="csX86" fmla="*/ 243071 w 303838"/>
                <a:gd name="csY86" fmla="*/ 151919 h 293710"/>
                <a:gd name="csX87" fmla="*/ 293710 w 303838"/>
                <a:gd name="csY87" fmla="*/ 151919 h 293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303838" h="293710">
                  <a:moveTo>
                    <a:pt x="298774" y="141791"/>
                  </a:moveTo>
                  <a:lnTo>
                    <a:pt x="254171" y="141791"/>
                  </a:lnTo>
                  <a:cubicBezTo>
                    <a:pt x="262581" y="127270"/>
                    <a:pt x="257627" y="108681"/>
                    <a:pt x="243107" y="100271"/>
                  </a:cubicBezTo>
                  <a:cubicBezTo>
                    <a:pt x="228586" y="91860"/>
                    <a:pt x="209997" y="96814"/>
                    <a:pt x="201586" y="111334"/>
                  </a:cubicBezTo>
                  <a:cubicBezTo>
                    <a:pt x="196131" y="120754"/>
                    <a:pt x="196131" y="132372"/>
                    <a:pt x="201586" y="141791"/>
                  </a:cubicBezTo>
                  <a:lnTo>
                    <a:pt x="156983" y="141791"/>
                  </a:lnTo>
                  <a:lnTo>
                    <a:pt x="156983" y="92817"/>
                  </a:lnTo>
                  <a:cubicBezTo>
                    <a:pt x="156983" y="90021"/>
                    <a:pt x="154716" y="87754"/>
                    <a:pt x="151919" y="87754"/>
                  </a:cubicBezTo>
                  <a:cubicBezTo>
                    <a:pt x="150325" y="87754"/>
                    <a:pt x="148824" y="88504"/>
                    <a:pt x="147868" y="89779"/>
                  </a:cubicBezTo>
                  <a:cubicBezTo>
                    <a:pt x="140226" y="99971"/>
                    <a:pt x="125768" y="102039"/>
                    <a:pt x="115575" y="94397"/>
                  </a:cubicBezTo>
                  <a:cubicBezTo>
                    <a:pt x="105383" y="86755"/>
                    <a:pt x="103316" y="72297"/>
                    <a:pt x="110958" y="62105"/>
                  </a:cubicBezTo>
                  <a:cubicBezTo>
                    <a:pt x="118600" y="51912"/>
                    <a:pt x="133058" y="49845"/>
                    <a:pt x="143250" y="57487"/>
                  </a:cubicBezTo>
                  <a:cubicBezTo>
                    <a:pt x="145001" y="58799"/>
                    <a:pt x="146555" y="60354"/>
                    <a:pt x="147868" y="62105"/>
                  </a:cubicBezTo>
                  <a:cubicBezTo>
                    <a:pt x="149546" y="64342"/>
                    <a:pt x="152720" y="64796"/>
                    <a:pt x="154957" y="63117"/>
                  </a:cubicBezTo>
                  <a:cubicBezTo>
                    <a:pt x="156233" y="62161"/>
                    <a:pt x="156983" y="60660"/>
                    <a:pt x="156983" y="59066"/>
                  </a:cubicBezTo>
                  <a:lnTo>
                    <a:pt x="156983" y="5064"/>
                  </a:lnTo>
                  <a:cubicBezTo>
                    <a:pt x="156983" y="2267"/>
                    <a:pt x="154716" y="0"/>
                    <a:pt x="151919" y="0"/>
                  </a:cubicBezTo>
                  <a:lnTo>
                    <a:pt x="5064" y="0"/>
                  </a:lnTo>
                  <a:cubicBezTo>
                    <a:pt x="2267" y="0"/>
                    <a:pt x="0" y="2267"/>
                    <a:pt x="0" y="5064"/>
                  </a:cubicBezTo>
                  <a:lnTo>
                    <a:pt x="0" y="288646"/>
                  </a:lnTo>
                  <a:cubicBezTo>
                    <a:pt x="0" y="291443"/>
                    <a:pt x="2267" y="293710"/>
                    <a:pt x="5064" y="293710"/>
                  </a:cubicBezTo>
                  <a:lnTo>
                    <a:pt x="298597" y="293710"/>
                  </a:lnTo>
                  <a:cubicBezTo>
                    <a:pt x="301394" y="293710"/>
                    <a:pt x="303661" y="291443"/>
                    <a:pt x="303661" y="288646"/>
                  </a:cubicBezTo>
                  <a:lnTo>
                    <a:pt x="303838" y="146855"/>
                  </a:lnTo>
                  <a:cubicBezTo>
                    <a:pt x="303838" y="144058"/>
                    <a:pt x="301571" y="141791"/>
                    <a:pt x="298774" y="141791"/>
                  </a:cubicBezTo>
                  <a:close/>
                  <a:moveTo>
                    <a:pt x="10128" y="10128"/>
                  </a:moveTo>
                  <a:lnTo>
                    <a:pt x="146855" y="10128"/>
                  </a:lnTo>
                  <a:lnTo>
                    <a:pt x="146855" y="47733"/>
                  </a:lnTo>
                  <a:cubicBezTo>
                    <a:pt x="131269" y="38081"/>
                    <a:pt x="110809" y="42892"/>
                    <a:pt x="101158" y="58479"/>
                  </a:cubicBezTo>
                  <a:cubicBezTo>
                    <a:pt x="91506" y="74065"/>
                    <a:pt x="96317" y="94524"/>
                    <a:pt x="111903" y="104176"/>
                  </a:cubicBezTo>
                  <a:cubicBezTo>
                    <a:pt x="122610" y="110806"/>
                    <a:pt x="136148" y="110806"/>
                    <a:pt x="146855" y="104176"/>
                  </a:cubicBezTo>
                  <a:lnTo>
                    <a:pt x="146855" y="141791"/>
                  </a:lnTo>
                  <a:lnTo>
                    <a:pt x="94600" y="141791"/>
                  </a:lnTo>
                  <a:cubicBezTo>
                    <a:pt x="91803" y="141791"/>
                    <a:pt x="89536" y="144058"/>
                    <a:pt x="89536" y="146855"/>
                  </a:cubicBezTo>
                  <a:cubicBezTo>
                    <a:pt x="89536" y="148449"/>
                    <a:pt x="90287" y="149950"/>
                    <a:pt x="91562" y="150906"/>
                  </a:cubicBezTo>
                  <a:cubicBezTo>
                    <a:pt x="97425" y="155126"/>
                    <a:pt x="100894" y="161913"/>
                    <a:pt x="100879" y="169137"/>
                  </a:cubicBezTo>
                  <a:cubicBezTo>
                    <a:pt x="100879" y="182002"/>
                    <a:pt x="90450" y="192431"/>
                    <a:pt x="77585" y="192431"/>
                  </a:cubicBezTo>
                  <a:cubicBezTo>
                    <a:pt x="64720" y="192431"/>
                    <a:pt x="54291" y="182002"/>
                    <a:pt x="54291" y="169137"/>
                  </a:cubicBezTo>
                  <a:cubicBezTo>
                    <a:pt x="54278" y="161912"/>
                    <a:pt x="57749" y="155125"/>
                    <a:pt x="63614" y="150906"/>
                  </a:cubicBezTo>
                  <a:cubicBezTo>
                    <a:pt x="65851" y="149228"/>
                    <a:pt x="66305" y="146054"/>
                    <a:pt x="64626" y="143817"/>
                  </a:cubicBezTo>
                  <a:cubicBezTo>
                    <a:pt x="63670" y="142542"/>
                    <a:pt x="62169" y="141791"/>
                    <a:pt x="60575" y="141791"/>
                  </a:cubicBezTo>
                  <a:lnTo>
                    <a:pt x="10128" y="141791"/>
                  </a:lnTo>
                  <a:close/>
                  <a:moveTo>
                    <a:pt x="146855" y="283582"/>
                  </a:moveTo>
                  <a:lnTo>
                    <a:pt x="10128" y="283582"/>
                  </a:lnTo>
                  <a:lnTo>
                    <a:pt x="10128" y="151919"/>
                  </a:lnTo>
                  <a:lnTo>
                    <a:pt x="49121" y="151919"/>
                  </a:lnTo>
                  <a:cubicBezTo>
                    <a:pt x="45877" y="157075"/>
                    <a:pt x="44161" y="163045"/>
                    <a:pt x="44173" y="169137"/>
                  </a:cubicBezTo>
                  <a:cubicBezTo>
                    <a:pt x="44173" y="187595"/>
                    <a:pt x="59137" y="202559"/>
                    <a:pt x="77595" y="202559"/>
                  </a:cubicBezTo>
                  <a:cubicBezTo>
                    <a:pt x="96054" y="202559"/>
                    <a:pt x="111017" y="187595"/>
                    <a:pt x="111017" y="169137"/>
                  </a:cubicBezTo>
                  <a:cubicBezTo>
                    <a:pt x="111031" y="163046"/>
                    <a:pt x="109317" y="157076"/>
                    <a:pt x="106075" y="151919"/>
                  </a:cubicBezTo>
                  <a:lnTo>
                    <a:pt x="146855" y="151919"/>
                  </a:lnTo>
                  <a:lnTo>
                    <a:pt x="146855" y="200401"/>
                  </a:lnTo>
                  <a:cubicBezTo>
                    <a:pt x="146854" y="203198"/>
                    <a:pt x="149119" y="205467"/>
                    <a:pt x="151916" y="205469"/>
                  </a:cubicBezTo>
                  <a:cubicBezTo>
                    <a:pt x="153541" y="205470"/>
                    <a:pt x="155068" y="204690"/>
                    <a:pt x="156021" y="203374"/>
                  </a:cubicBezTo>
                  <a:cubicBezTo>
                    <a:pt x="158769" y="199515"/>
                    <a:pt x="162686" y="196643"/>
                    <a:pt x="167192" y="195181"/>
                  </a:cubicBezTo>
                  <a:cubicBezTo>
                    <a:pt x="179166" y="190839"/>
                    <a:pt x="192392" y="197026"/>
                    <a:pt x="196733" y="209000"/>
                  </a:cubicBezTo>
                  <a:cubicBezTo>
                    <a:pt x="201075" y="220973"/>
                    <a:pt x="194887" y="234199"/>
                    <a:pt x="182914" y="238541"/>
                  </a:cubicBezTo>
                  <a:cubicBezTo>
                    <a:pt x="182429" y="238717"/>
                    <a:pt x="181938" y="238877"/>
                    <a:pt x="181442" y="239019"/>
                  </a:cubicBezTo>
                  <a:lnTo>
                    <a:pt x="181022" y="239192"/>
                  </a:lnTo>
                  <a:cubicBezTo>
                    <a:pt x="180591" y="239328"/>
                    <a:pt x="180161" y="239495"/>
                    <a:pt x="179725" y="239698"/>
                  </a:cubicBezTo>
                  <a:lnTo>
                    <a:pt x="179361" y="239840"/>
                  </a:lnTo>
                  <a:cubicBezTo>
                    <a:pt x="179065" y="239865"/>
                    <a:pt x="178772" y="239916"/>
                    <a:pt x="178485" y="239992"/>
                  </a:cubicBezTo>
                  <a:cubicBezTo>
                    <a:pt x="171321" y="241852"/>
                    <a:pt x="163704" y="239899"/>
                    <a:pt x="158320" y="234821"/>
                  </a:cubicBezTo>
                  <a:cubicBezTo>
                    <a:pt x="158021" y="234512"/>
                    <a:pt x="157616" y="234107"/>
                    <a:pt x="157170" y="233687"/>
                  </a:cubicBezTo>
                  <a:cubicBezTo>
                    <a:pt x="156801" y="233338"/>
                    <a:pt x="156380" y="232958"/>
                    <a:pt x="156112" y="232674"/>
                  </a:cubicBezTo>
                  <a:cubicBezTo>
                    <a:pt x="155157" y="231302"/>
                    <a:pt x="153591" y="230483"/>
                    <a:pt x="151919" y="230481"/>
                  </a:cubicBezTo>
                  <a:cubicBezTo>
                    <a:pt x="149122" y="230481"/>
                    <a:pt x="146855" y="232749"/>
                    <a:pt x="146855" y="235545"/>
                  </a:cubicBezTo>
                  <a:lnTo>
                    <a:pt x="146855" y="283582"/>
                  </a:lnTo>
                  <a:close/>
                  <a:moveTo>
                    <a:pt x="293538" y="283582"/>
                  </a:moveTo>
                  <a:lnTo>
                    <a:pt x="156983" y="283582"/>
                  </a:lnTo>
                  <a:lnTo>
                    <a:pt x="156983" y="246408"/>
                  </a:lnTo>
                  <a:cubicBezTo>
                    <a:pt x="164093" y="250598"/>
                    <a:pt x="172556" y="251853"/>
                    <a:pt x="180576" y="249907"/>
                  </a:cubicBezTo>
                  <a:cubicBezTo>
                    <a:pt x="181626" y="249777"/>
                    <a:pt x="182651" y="249488"/>
                    <a:pt x="183614" y="249051"/>
                  </a:cubicBezTo>
                  <a:lnTo>
                    <a:pt x="184875" y="248545"/>
                  </a:lnTo>
                  <a:cubicBezTo>
                    <a:pt x="202278" y="242788"/>
                    <a:pt x="211719" y="224014"/>
                    <a:pt x="205962" y="206611"/>
                  </a:cubicBezTo>
                  <a:cubicBezTo>
                    <a:pt x="200206" y="189209"/>
                    <a:pt x="181432" y="179768"/>
                    <a:pt x="164029" y="185525"/>
                  </a:cubicBezTo>
                  <a:cubicBezTo>
                    <a:pt x="161575" y="186336"/>
                    <a:pt x="159224" y="187432"/>
                    <a:pt x="157024" y="188790"/>
                  </a:cubicBezTo>
                  <a:lnTo>
                    <a:pt x="157024" y="151919"/>
                  </a:lnTo>
                  <a:lnTo>
                    <a:pt x="212687" y="151919"/>
                  </a:lnTo>
                  <a:cubicBezTo>
                    <a:pt x="215484" y="151919"/>
                    <a:pt x="217751" y="149652"/>
                    <a:pt x="217751" y="146855"/>
                  </a:cubicBezTo>
                  <a:cubicBezTo>
                    <a:pt x="217751" y="145261"/>
                    <a:pt x="217000" y="143761"/>
                    <a:pt x="215725" y="142804"/>
                  </a:cubicBezTo>
                  <a:cubicBezTo>
                    <a:pt x="206776" y="136092"/>
                    <a:pt x="204962" y="123395"/>
                    <a:pt x="211674" y="114446"/>
                  </a:cubicBezTo>
                  <a:cubicBezTo>
                    <a:pt x="218386" y="105496"/>
                    <a:pt x="231083" y="103682"/>
                    <a:pt x="240032" y="110395"/>
                  </a:cubicBezTo>
                  <a:cubicBezTo>
                    <a:pt x="248982" y="117107"/>
                    <a:pt x="250796" y="129803"/>
                    <a:pt x="244083" y="138753"/>
                  </a:cubicBezTo>
                  <a:cubicBezTo>
                    <a:pt x="242932" y="140288"/>
                    <a:pt x="241568" y="141652"/>
                    <a:pt x="240032" y="142804"/>
                  </a:cubicBezTo>
                  <a:cubicBezTo>
                    <a:pt x="237795" y="144482"/>
                    <a:pt x="237341" y="147656"/>
                    <a:pt x="239019" y="149893"/>
                  </a:cubicBezTo>
                  <a:cubicBezTo>
                    <a:pt x="239976" y="151169"/>
                    <a:pt x="241476" y="151919"/>
                    <a:pt x="243071" y="151919"/>
                  </a:cubicBezTo>
                  <a:lnTo>
                    <a:pt x="293710" y="151919"/>
                  </a:ln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0E9C01B-93CD-49FF-613F-BE27ADA2D1D7}"/>
                </a:ext>
              </a:extLst>
            </p:cNvPr>
            <p:cNvSpPr/>
            <p:nvPr/>
          </p:nvSpPr>
          <p:spPr>
            <a:xfrm>
              <a:off x="1784491" y="1343033"/>
              <a:ext cx="201893" cy="183179"/>
            </a:xfrm>
            <a:custGeom>
              <a:avLst/>
              <a:gdLst>
                <a:gd name="csX0" fmla="*/ 201509 w 201893"/>
                <a:gd name="csY0" fmla="*/ 53758 h 183179"/>
                <a:gd name="csX1" fmla="*/ 198764 w 201893"/>
                <a:gd name="csY1" fmla="*/ 51023 h 183179"/>
                <a:gd name="csX2" fmla="*/ 76004 w 201893"/>
                <a:gd name="csY2" fmla="*/ 384 h 183179"/>
                <a:gd name="csX3" fmla="*/ 69392 w 201893"/>
                <a:gd name="csY3" fmla="*/ 3135 h 183179"/>
                <a:gd name="csX4" fmla="*/ 69390 w 201893"/>
                <a:gd name="csY4" fmla="*/ 3138 h 183179"/>
                <a:gd name="csX5" fmla="*/ 54153 w 201893"/>
                <a:gd name="csY5" fmla="*/ 40176 h 183179"/>
                <a:gd name="csX6" fmla="*/ 11648 w 201893"/>
                <a:gd name="csY6" fmla="*/ 34944 h 183179"/>
                <a:gd name="csX7" fmla="*/ 6415 w 201893"/>
                <a:gd name="csY7" fmla="*/ 77450 h 183179"/>
                <a:gd name="csX8" fmla="*/ 19849 w 201893"/>
                <a:gd name="csY8" fmla="*/ 87241 h 183179"/>
                <a:gd name="csX9" fmla="*/ 34307 w 201893"/>
                <a:gd name="csY9" fmla="*/ 88613 h 183179"/>
                <a:gd name="csX10" fmla="*/ 18816 w 201893"/>
                <a:gd name="csY10" fmla="*/ 125327 h 183179"/>
                <a:gd name="csX11" fmla="*/ 21518 w 201893"/>
                <a:gd name="csY11" fmla="*/ 131959 h 183179"/>
                <a:gd name="csX12" fmla="*/ 21571 w 201893"/>
                <a:gd name="csY12" fmla="*/ 131981 h 183179"/>
                <a:gd name="csX13" fmla="*/ 65729 w 201893"/>
                <a:gd name="csY13" fmla="*/ 149988 h 183179"/>
                <a:gd name="csX14" fmla="*/ 72328 w 201893"/>
                <a:gd name="csY14" fmla="*/ 147207 h 183179"/>
                <a:gd name="csX15" fmla="*/ 72003 w 201893"/>
                <a:gd name="csY15" fmla="*/ 142732 h 183179"/>
                <a:gd name="csX16" fmla="*/ 71497 w 201893"/>
                <a:gd name="csY16" fmla="*/ 123793 h 183179"/>
                <a:gd name="csX17" fmla="*/ 101524 w 201893"/>
                <a:gd name="csY17" fmla="*/ 111046 h 183179"/>
                <a:gd name="csX18" fmla="*/ 114270 w 201893"/>
                <a:gd name="csY18" fmla="*/ 141073 h 183179"/>
                <a:gd name="csX19" fmla="*/ 114064 w 201893"/>
                <a:gd name="csY19" fmla="*/ 141567 h 183179"/>
                <a:gd name="csX20" fmla="*/ 100559 w 201893"/>
                <a:gd name="csY20" fmla="*/ 155042 h 183179"/>
                <a:gd name="csX21" fmla="*/ 96841 w 201893"/>
                <a:gd name="csY21" fmla="*/ 161163 h 183179"/>
                <a:gd name="csX22" fmla="*/ 99880 w 201893"/>
                <a:gd name="csY22" fmla="*/ 164664 h 183179"/>
                <a:gd name="csX23" fmla="*/ 144301 w 201893"/>
                <a:gd name="csY23" fmla="*/ 182793 h 183179"/>
                <a:gd name="csX24" fmla="*/ 150918 w 201893"/>
                <a:gd name="csY24" fmla="*/ 180053 h 183179"/>
                <a:gd name="csX25" fmla="*/ 150920 w 201893"/>
                <a:gd name="csY25" fmla="*/ 180048 h 183179"/>
                <a:gd name="csX26" fmla="*/ 201514 w 201893"/>
                <a:gd name="csY26" fmla="*/ 57617 h 183179"/>
                <a:gd name="csX27" fmla="*/ 201509 w 201893"/>
                <a:gd name="csY27" fmla="*/ 53758 h 183179"/>
                <a:gd name="csX28" fmla="*/ 143486 w 201893"/>
                <a:gd name="csY28" fmla="*/ 171531 h 183179"/>
                <a:gd name="csX29" fmla="*/ 113791 w 201893"/>
                <a:gd name="csY29" fmla="*/ 159377 h 183179"/>
                <a:gd name="csX30" fmla="*/ 123412 w 201893"/>
                <a:gd name="csY30" fmla="*/ 145451 h 183179"/>
                <a:gd name="csX31" fmla="*/ 104385 w 201893"/>
                <a:gd name="csY31" fmla="*/ 102528 h 183179"/>
                <a:gd name="csX32" fmla="*/ 61462 w 201893"/>
                <a:gd name="csY32" fmla="*/ 121556 h 183179"/>
                <a:gd name="csX33" fmla="*/ 59368 w 201893"/>
                <a:gd name="csY33" fmla="*/ 136442 h 183179"/>
                <a:gd name="csX34" fmla="*/ 30149 w 201893"/>
                <a:gd name="csY34" fmla="*/ 124522 h 183179"/>
                <a:gd name="csX35" fmla="*/ 48288 w 201893"/>
                <a:gd name="csY35" fmla="*/ 81529 h 183179"/>
                <a:gd name="csX36" fmla="*/ 45584 w 201893"/>
                <a:gd name="csY36" fmla="*/ 74897 h 183179"/>
                <a:gd name="csX37" fmla="*/ 40875 w 201893"/>
                <a:gd name="csY37" fmla="*/ 75310 h 183179"/>
                <a:gd name="csX38" fmla="*/ 23364 w 201893"/>
                <a:gd name="csY38" fmla="*/ 77726 h 183179"/>
                <a:gd name="csX39" fmla="*/ 11375 w 201893"/>
                <a:gd name="csY39" fmla="*/ 51704 h 183179"/>
                <a:gd name="csX40" fmla="*/ 37396 w 201893"/>
                <a:gd name="csY40" fmla="*/ 39715 h 183179"/>
                <a:gd name="csX41" fmla="*/ 49879 w 201893"/>
                <a:gd name="csY41" fmla="*/ 53565 h 183179"/>
                <a:gd name="csX42" fmla="*/ 56180 w 201893"/>
                <a:gd name="csY42" fmla="*/ 56967 h 183179"/>
                <a:gd name="csX43" fmla="*/ 59414 w 201893"/>
                <a:gd name="csY43" fmla="*/ 54041 h 183179"/>
                <a:gd name="csX44" fmla="*/ 76849 w 201893"/>
                <a:gd name="csY44" fmla="*/ 11661 h 183179"/>
                <a:gd name="csX45" fmla="*/ 190237 w 201893"/>
                <a:gd name="csY45" fmla="*/ 58452 h 183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201893" h="183179">
                  <a:moveTo>
                    <a:pt x="201509" y="53758"/>
                  </a:moveTo>
                  <a:cubicBezTo>
                    <a:pt x="200993" y="52519"/>
                    <a:pt x="200005" y="51535"/>
                    <a:pt x="198764" y="51023"/>
                  </a:cubicBezTo>
                  <a:lnTo>
                    <a:pt x="76004" y="384"/>
                  </a:lnTo>
                  <a:cubicBezTo>
                    <a:pt x="73418" y="-682"/>
                    <a:pt x="70457" y="549"/>
                    <a:pt x="69392" y="3135"/>
                  </a:cubicBezTo>
                  <a:cubicBezTo>
                    <a:pt x="69391" y="3136"/>
                    <a:pt x="69391" y="3137"/>
                    <a:pt x="69390" y="3138"/>
                  </a:cubicBezTo>
                  <a:lnTo>
                    <a:pt x="54153" y="40176"/>
                  </a:lnTo>
                  <a:cubicBezTo>
                    <a:pt x="43860" y="26994"/>
                    <a:pt x="24830" y="24652"/>
                    <a:pt x="11648" y="34944"/>
                  </a:cubicBezTo>
                  <a:cubicBezTo>
                    <a:pt x="-1535" y="45237"/>
                    <a:pt x="-3878" y="64267"/>
                    <a:pt x="6415" y="77450"/>
                  </a:cubicBezTo>
                  <a:cubicBezTo>
                    <a:pt x="9892" y="81902"/>
                    <a:pt x="14546" y="85294"/>
                    <a:pt x="19849" y="87241"/>
                  </a:cubicBezTo>
                  <a:cubicBezTo>
                    <a:pt x="24464" y="88960"/>
                    <a:pt x="29450" y="89433"/>
                    <a:pt x="34307" y="88613"/>
                  </a:cubicBezTo>
                  <a:lnTo>
                    <a:pt x="18816" y="125327"/>
                  </a:lnTo>
                  <a:cubicBezTo>
                    <a:pt x="17731" y="127905"/>
                    <a:pt x="18941" y="130874"/>
                    <a:pt x="21518" y="131959"/>
                  </a:cubicBezTo>
                  <a:cubicBezTo>
                    <a:pt x="21536" y="131966"/>
                    <a:pt x="21553" y="131974"/>
                    <a:pt x="21571" y="131981"/>
                  </a:cubicBezTo>
                  <a:lnTo>
                    <a:pt x="65729" y="149988"/>
                  </a:lnTo>
                  <a:cubicBezTo>
                    <a:pt x="68319" y="151043"/>
                    <a:pt x="71274" y="149797"/>
                    <a:pt x="72328" y="147207"/>
                  </a:cubicBezTo>
                  <a:cubicBezTo>
                    <a:pt x="72922" y="145746"/>
                    <a:pt x="72802" y="144091"/>
                    <a:pt x="72003" y="142732"/>
                  </a:cubicBezTo>
                  <a:cubicBezTo>
                    <a:pt x="68590" y="136925"/>
                    <a:pt x="68399" y="129773"/>
                    <a:pt x="71497" y="123793"/>
                  </a:cubicBezTo>
                  <a:cubicBezTo>
                    <a:pt x="76268" y="111981"/>
                    <a:pt x="89712" y="106274"/>
                    <a:pt x="101524" y="111046"/>
                  </a:cubicBezTo>
                  <a:cubicBezTo>
                    <a:pt x="113336" y="115818"/>
                    <a:pt x="119042" y="129262"/>
                    <a:pt x="114270" y="141073"/>
                  </a:cubicBezTo>
                  <a:cubicBezTo>
                    <a:pt x="114204" y="141239"/>
                    <a:pt x="114135" y="141404"/>
                    <a:pt x="114064" y="141567"/>
                  </a:cubicBezTo>
                  <a:cubicBezTo>
                    <a:pt x="112138" y="148058"/>
                    <a:pt x="107054" y="153131"/>
                    <a:pt x="100559" y="155042"/>
                  </a:cubicBezTo>
                  <a:cubicBezTo>
                    <a:pt x="97842" y="155706"/>
                    <a:pt x="96177" y="158446"/>
                    <a:pt x="96841" y="161163"/>
                  </a:cubicBezTo>
                  <a:cubicBezTo>
                    <a:pt x="97229" y="162753"/>
                    <a:pt x="98361" y="164057"/>
                    <a:pt x="99880" y="164664"/>
                  </a:cubicBezTo>
                  <a:lnTo>
                    <a:pt x="144301" y="182793"/>
                  </a:lnTo>
                  <a:cubicBezTo>
                    <a:pt x="146885" y="183863"/>
                    <a:pt x="149847" y="182637"/>
                    <a:pt x="150918" y="180053"/>
                  </a:cubicBezTo>
                  <a:cubicBezTo>
                    <a:pt x="150918" y="180051"/>
                    <a:pt x="150919" y="180050"/>
                    <a:pt x="150920" y="180048"/>
                  </a:cubicBezTo>
                  <a:lnTo>
                    <a:pt x="201514" y="57617"/>
                  </a:lnTo>
                  <a:cubicBezTo>
                    <a:pt x="202021" y="56380"/>
                    <a:pt x="202020" y="54993"/>
                    <a:pt x="201509" y="53758"/>
                  </a:cubicBezTo>
                  <a:close/>
                  <a:moveTo>
                    <a:pt x="143486" y="171531"/>
                  </a:moveTo>
                  <a:lnTo>
                    <a:pt x="113791" y="159377"/>
                  </a:lnTo>
                  <a:cubicBezTo>
                    <a:pt x="118066" y="155572"/>
                    <a:pt x="121366" y="150796"/>
                    <a:pt x="123412" y="145451"/>
                  </a:cubicBezTo>
                  <a:cubicBezTo>
                    <a:pt x="130011" y="128344"/>
                    <a:pt x="121492" y="109127"/>
                    <a:pt x="104385" y="102528"/>
                  </a:cubicBezTo>
                  <a:cubicBezTo>
                    <a:pt x="87278" y="95930"/>
                    <a:pt x="68061" y="104449"/>
                    <a:pt x="61462" y="121556"/>
                  </a:cubicBezTo>
                  <a:cubicBezTo>
                    <a:pt x="59635" y="126293"/>
                    <a:pt x="58919" y="131385"/>
                    <a:pt x="59368" y="136442"/>
                  </a:cubicBezTo>
                  <a:lnTo>
                    <a:pt x="30149" y="124522"/>
                  </a:lnTo>
                  <a:lnTo>
                    <a:pt x="48288" y="81529"/>
                  </a:lnTo>
                  <a:cubicBezTo>
                    <a:pt x="49373" y="78951"/>
                    <a:pt x="48162" y="75982"/>
                    <a:pt x="45584" y="74897"/>
                  </a:cubicBezTo>
                  <a:cubicBezTo>
                    <a:pt x="44043" y="74249"/>
                    <a:pt x="42280" y="74403"/>
                    <a:pt x="40875" y="75310"/>
                  </a:cubicBezTo>
                  <a:cubicBezTo>
                    <a:pt x="35765" y="78882"/>
                    <a:pt x="29249" y="79781"/>
                    <a:pt x="23364" y="77726"/>
                  </a:cubicBezTo>
                  <a:cubicBezTo>
                    <a:pt x="12867" y="73851"/>
                    <a:pt x="7500" y="62201"/>
                    <a:pt x="11375" y="51704"/>
                  </a:cubicBezTo>
                  <a:cubicBezTo>
                    <a:pt x="15250" y="41208"/>
                    <a:pt x="26900" y="35841"/>
                    <a:pt x="37396" y="39715"/>
                  </a:cubicBezTo>
                  <a:cubicBezTo>
                    <a:pt x="43467" y="42165"/>
                    <a:pt x="48071" y="47274"/>
                    <a:pt x="49879" y="53565"/>
                  </a:cubicBezTo>
                  <a:cubicBezTo>
                    <a:pt x="50679" y="56245"/>
                    <a:pt x="53501" y="57769"/>
                    <a:pt x="56180" y="56967"/>
                  </a:cubicBezTo>
                  <a:cubicBezTo>
                    <a:pt x="57645" y="56530"/>
                    <a:pt x="58833" y="55455"/>
                    <a:pt x="59414" y="54041"/>
                  </a:cubicBezTo>
                  <a:lnTo>
                    <a:pt x="76849" y="11661"/>
                  </a:lnTo>
                  <a:lnTo>
                    <a:pt x="190237" y="58452"/>
                  </a:ln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Graphic 72" descr="Puzzle outline">
            <a:extLst>
              <a:ext uri="{FF2B5EF4-FFF2-40B4-BE49-F238E27FC236}">
                <a16:creationId xmlns:a16="http://schemas.microsoft.com/office/drawing/2014/main" id="{14A72A93-3FC4-5662-8868-F56A5C55B96F}"/>
              </a:ext>
            </a:extLst>
          </p:cNvPr>
          <p:cNvSpPr/>
          <p:nvPr/>
        </p:nvSpPr>
        <p:spPr>
          <a:xfrm>
            <a:off x="5400562" y="1282589"/>
            <a:ext cx="381906" cy="381906"/>
          </a:xfrm>
          <a:custGeom>
            <a:avLst/>
            <a:gdLst>
              <a:gd name="csX0" fmla="*/ 214923 w 381906"/>
              <a:gd name="csY0" fmla="*/ 381906 h 381906"/>
              <a:gd name="csX1" fmla="*/ 133276 w 381906"/>
              <a:gd name="csY1" fmla="*/ 300259 h 381906"/>
              <a:gd name="csX2" fmla="*/ 123750 w 381906"/>
              <a:gd name="csY2" fmla="*/ 298825 h 381906"/>
              <a:gd name="csX3" fmla="*/ 108409 w 381906"/>
              <a:gd name="csY3" fmla="*/ 323162 h 381906"/>
              <a:gd name="csX4" fmla="*/ 87978 w 381906"/>
              <a:gd name="csY4" fmla="*/ 355480 h 381906"/>
              <a:gd name="csX5" fmla="*/ 39742 w 381906"/>
              <a:gd name="csY5" fmla="*/ 346438 h 381906"/>
              <a:gd name="csX6" fmla="*/ 36445 w 381906"/>
              <a:gd name="csY6" fmla="*/ 343141 h 381906"/>
              <a:gd name="csX7" fmla="*/ 27117 w 381906"/>
              <a:gd name="csY7" fmla="*/ 293564 h 381906"/>
              <a:gd name="csX8" fmla="*/ 58749 w 381906"/>
              <a:gd name="csY8" fmla="*/ 273483 h 381906"/>
              <a:gd name="csX9" fmla="*/ 83072 w 381906"/>
              <a:gd name="csY9" fmla="*/ 258142 h 381906"/>
              <a:gd name="csX10" fmla="*/ 81633 w 381906"/>
              <a:gd name="csY10" fmla="*/ 248616 h 381906"/>
              <a:gd name="csX11" fmla="*/ 0 w 381906"/>
              <a:gd name="csY11" fmla="*/ 166969 h 381906"/>
              <a:gd name="csX12" fmla="*/ 59025 w 381906"/>
              <a:gd name="csY12" fmla="*/ 107487 h 381906"/>
              <a:gd name="csX13" fmla="*/ 78724 w 381906"/>
              <a:gd name="csY13" fmla="*/ 104084 h 381906"/>
              <a:gd name="csX14" fmla="*/ 99648 w 381906"/>
              <a:gd name="csY14" fmla="*/ 137117 h 381906"/>
              <a:gd name="csX15" fmla="*/ 114256 w 381906"/>
              <a:gd name="csY15" fmla="*/ 160052 h 381906"/>
              <a:gd name="csX16" fmla="*/ 153634 w 381906"/>
              <a:gd name="csY16" fmla="*/ 152560 h 381906"/>
              <a:gd name="csX17" fmla="*/ 156792 w 381906"/>
              <a:gd name="csY17" fmla="*/ 149401 h 381906"/>
              <a:gd name="csX18" fmla="*/ 163995 w 381906"/>
              <a:gd name="csY18" fmla="*/ 111360 h 381906"/>
              <a:gd name="csX19" fmla="*/ 140363 w 381906"/>
              <a:gd name="csY19" fmla="*/ 96421 h 381906"/>
              <a:gd name="csX20" fmla="*/ 107293 w 381906"/>
              <a:gd name="csY20" fmla="*/ 75501 h 381906"/>
              <a:gd name="csX21" fmla="*/ 110682 w 381906"/>
              <a:gd name="csY21" fmla="*/ 55812 h 381906"/>
              <a:gd name="csX22" fmla="*/ 166969 w 381906"/>
              <a:gd name="csY22" fmla="*/ 0 h 381906"/>
              <a:gd name="csX23" fmla="*/ 248584 w 381906"/>
              <a:gd name="csY23" fmla="*/ 81615 h 381906"/>
              <a:gd name="csX24" fmla="*/ 258110 w 381906"/>
              <a:gd name="csY24" fmla="*/ 83049 h 381906"/>
              <a:gd name="csX25" fmla="*/ 273483 w 381906"/>
              <a:gd name="csY25" fmla="*/ 58730 h 381906"/>
              <a:gd name="csX26" fmla="*/ 293910 w 381906"/>
              <a:gd name="csY26" fmla="*/ 26412 h 381906"/>
              <a:gd name="csX27" fmla="*/ 342150 w 381906"/>
              <a:gd name="csY27" fmla="*/ 35454 h 381906"/>
              <a:gd name="csX28" fmla="*/ 345442 w 381906"/>
              <a:gd name="csY28" fmla="*/ 38751 h 381906"/>
              <a:gd name="csX29" fmla="*/ 354775 w 381906"/>
              <a:gd name="csY29" fmla="*/ 88328 h 381906"/>
              <a:gd name="csX30" fmla="*/ 323143 w 381906"/>
              <a:gd name="csY30" fmla="*/ 108409 h 381906"/>
              <a:gd name="csX31" fmla="*/ 298844 w 381906"/>
              <a:gd name="csY31" fmla="*/ 123750 h 381906"/>
              <a:gd name="csX32" fmla="*/ 300278 w 381906"/>
              <a:gd name="csY32" fmla="*/ 133276 h 381906"/>
              <a:gd name="csX33" fmla="*/ 381906 w 381906"/>
              <a:gd name="csY33" fmla="*/ 214923 h 381906"/>
              <a:gd name="csX34" fmla="*/ 326081 w 381906"/>
              <a:gd name="csY34" fmla="*/ 270749 h 381906"/>
              <a:gd name="csX35" fmla="*/ 306392 w 381906"/>
              <a:gd name="csY35" fmla="*/ 274138 h 381906"/>
              <a:gd name="csX36" fmla="*/ 285472 w 381906"/>
              <a:gd name="csY36" fmla="*/ 241086 h 381906"/>
              <a:gd name="csX37" fmla="*/ 270869 w 381906"/>
              <a:gd name="csY37" fmla="*/ 218151 h 381906"/>
              <a:gd name="csX38" fmla="*/ 231491 w 381906"/>
              <a:gd name="csY38" fmla="*/ 225644 h 381906"/>
              <a:gd name="csX39" fmla="*/ 228327 w 381906"/>
              <a:gd name="csY39" fmla="*/ 228802 h 381906"/>
              <a:gd name="csX40" fmla="*/ 221125 w 381906"/>
              <a:gd name="csY40" fmla="*/ 266843 h 381906"/>
              <a:gd name="csX41" fmla="*/ 244756 w 381906"/>
              <a:gd name="csY41" fmla="*/ 281783 h 381906"/>
              <a:gd name="csX42" fmla="*/ 244756 w 381906"/>
              <a:gd name="csY42" fmla="*/ 281783 h 381906"/>
              <a:gd name="csX43" fmla="*/ 277850 w 381906"/>
              <a:gd name="csY43" fmla="*/ 302532 h 381906"/>
              <a:gd name="csX44" fmla="*/ 274414 w 381906"/>
              <a:gd name="csY44" fmla="*/ 322360 h 381906"/>
              <a:gd name="csX45" fmla="*/ 127877 w 381906"/>
              <a:gd name="csY45" fmla="*/ 288662 h 381906"/>
              <a:gd name="csX46" fmla="*/ 139796 w 381906"/>
              <a:gd name="csY46" fmla="*/ 293735 h 381906"/>
              <a:gd name="csX47" fmla="*/ 214923 w 381906"/>
              <a:gd name="csY47" fmla="*/ 368866 h 381906"/>
              <a:gd name="csX48" fmla="*/ 267918 w 381906"/>
              <a:gd name="csY48" fmla="*/ 315872 h 381906"/>
              <a:gd name="csX49" fmla="*/ 269398 w 381906"/>
              <a:gd name="csY49" fmla="*/ 306189 h 381906"/>
              <a:gd name="csX50" fmla="*/ 245015 w 381906"/>
              <a:gd name="csY50" fmla="*/ 291005 h 381906"/>
              <a:gd name="csX51" fmla="*/ 212696 w 381906"/>
              <a:gd name="csY51" fmla="*/ 270573 h 381906"/>
              <a:gd name="csX52" fmla="*/ 221738 w 381906"/>
              <a:gd name="csY52" fmla="*/ 222338 h 381906"/>
              <a:gd name="csX53" fmla="*/ 225035 w 381906"/>
              <a:gd name="csY53" fmla="*/ 219041 h 381906"/>
              <a:gd name="csX54" fmla="*/ 274613 w 381906"/>
              <a:gd name="csY54" fmla="*/ 209713 h 381906"/>
              <a:gd name="csX55" fmla="*/ 294694 w 381906"/>
              <a:gd name="csY55" fmla="*/ 241344 h 381906"/>
              <a:gd name="csX56" fmla="*/ 310034 w 381906"/>
              <a:gd name="csY56" fmla="*/ 265667 h 381906"/>
              <a:gd name="csX57" fmla="*/ 319561 w 381906"/>
              <a:gd name="csY57" fmla="*/ 264229 h 381906"/>
              <a:gd name="csX58" fmla="*/ 368866 w 381906"/>
              <a:gd name="csY58" fmla="*/ 214923 h 381906"/>
              <a:gd name="csX59" fmla="*/ 293739 w 381906"/>
              <a:gd name="csY59" fmla="*/ 139796 h 381906"/>
              <a:gd name="csX60" fmla="*/ 290350 w 381906"/>
              <a:gd name="csY60" fmla="*/ 120107 h 381906"/>
              <a:gd name="csX61" fmla="*/ 323406 w 381906"/>
              <a:gd name="csY61" fmla="*/ 99187 h 381906"/>
              <a:gd name="csX62" fmla="*/ 346337 w 381906"/>
              <a:gd name="csY62" fmla="*/ 84580 h 381906"/>
              <a:gd name="csX63" fmla="*/ 338844 w 381906"/>
              <a:gd name="csY63" fmla="*/ 45202 h 381906"/>
              <a:gd name="csX64" fmla="*/ 335685 w 381906"/>
              <a:gd name="csY64" fmla="*/ 42043 h 381906"/>
              <a:gd name="csX65" fmla="*/ 297649 w 381906"/>
              <a:gd name="csY65" fmla="*/ 34841 h 381906"/>
              <a:gd name="csX66" fmla="*/ 282705 w 381906"/>
              <a:gd name="csY66" fmla="*/ 58472 h 381906"/>
              <a:gd name="csX67" fmla="*/ 261785 w 381906"/>
              <a:gd name="csY67" fmla="*/ 91542 h 381906"/>
              <a:gd name="csX68" fmla="*/ 242096 w 381906"/>
              <a:gd name="csY68" fmla="*/ 88153 h 381906"/>
              <a:gd name="csX69" fmla="*/ 166969 w 381906"/>
              <a:gd name="csY69" fmla="*/ 13012 h 381906"/>
              <a:gd name="csX70" fmla="*/ 117170 w 381906"/>
              <a:gd name="csY70" fmla="*/ 62345 h 381906"/>
              <a:gd name="csX71" fmla="*/ 115750 w 381906"/>
              <a:gd name="csY71" fmla="*/ 71858 h 381906"/>
              <a:gd name="csX72" fmla="*/ 140105 w 381906"/>
              <a:gd name="csY72" fmla="*/ 87199 h 381906"/>
              <a:gd name="csX73" fmla="*/ 172424 w 381906"/>
              <a:gd name="csY73" fmla="*/ 107630 h 381906"/>
              <a:gd name="csX74" fmla="*/ 163382 w 381906"/>
              <a:gd name="csY74" fmla="*/ 155866 h 381906"/>
              <a:gd name="csX75" fmla="*/ 160085 w 381906"/>
              <a:gd name="csY75" fmla="*/ 159162 h 381906"/>
              <a:gd name="csX76" fmla="*/ 110512 w 381906"/>
              <a:gd name="csY76" fmla="*/ 168491 h 381906"/>
              <a:gd name="csX77" fmla="*/ 90426 w 381906"/>
              <a:gd name="csY77" fmla="*/ 136859 h 381906"/>
              <a:gd name="csX78" fmla="*/ 75086 w 381906"/>
              <a:gd name="csY78" fmla="*/ 112559 h 381906"/>
              <a:gd name="csX79" fmla="*/ 65559 w 381906"/>
              <a:gd name="csY79" fmla="*/ 113998 h 381906"/>
              <a:gd name="csX80" fmla="*/ 13012 w 381906"/>
              <a:gd name="csY80" fmla="*/ 166969 h 381906"/>
              <a:gd name="csX81" fmla="*/ 88172 w 381906"/>
              <a:gd name="csY81" fmla="*/ 242128 h 381906"/>
              <a:gd name="csX82" fmla="*/ 91561 w 381906"/>
              <a:gd name="csY82" fmla="*/ 261817 h 381906"/>
              <a:gd name="csX83" fmla="*/ 58491 w 381906"/>
              <a:gd name="csY83" fmla="*/ 282705 h 381906"/>
              <a:gd name="csX84" fmla="*/ 35555 w 381906"/>
              <a:gd name="csY84" fmla="*/ 297313 h 381906"/>
              <a:gd name="csX85" fmla="*/ 43048 w 381906"/>
              <a:gd name="csY85" fmla="*/ 336691 h 381906"/>
              <a:gd name="csX86" fmla="*/ 46207 w 381906"/>
              <a:gd name="csY86" fmla="*/ 339849 h 381906"/>
              <a:gd name="csX87" fmla="*/ 84248 w 381906"/>
              <a:gd name="csY87" fmla="*/ 347052 h 381906"/>
              <a:gd name="csX88" fmla="*/ 99187 w 381906"/>
              <a:gd name="csY88" fmla="*/ 323420 h 381906"/>
              <a:gd name="csX89" fmla="*/ 120103 w 381906"/>
              <a:gd name="csY89" fmla="*/ 290350 h 381906"/>
              <a:gd name="csX90" fmla="*/ 127877 w 381906"/>
              <a:gd name="csY90" fmla="*/ 288662 h 3819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81906" h="381906">
                <a:moveTo>
                  <a:pt x="214923" y="381906"/>
                </a:moveTo>
                <a:lnTo>
                  <a:pt x="133276" y="300259"/>
                </a:lnTo>
                <a:cubicBezTo>
                  <a:pt x="130797" y="297670"/>
                  <a:pt x="126882" y="297080"/>
                  <a:pt x="123750" y="298825"/>
                </a:cubicBezTo>
                <a:cubicBezTo>
                  <a:pt x="114682" y="303642"/>
                  <a:pt x="108844" y="312903"/>
                  <a:pt x="108409" y="323162"/>
                </a:cubicBezTo>
                <a:cubicBezTo>
                  <a:pt x="109070" y="337159"/>
                  <a:pt x="100905" y="350074"/>
                  <a:pt x="87978" y="355480"/>
                </a:cubicBezTo>
                <a:cubicBezTo>
                  <a:pt x="71542" y="362422"/>
                  <a:pt x="52548" y="358862"/>
                  <a:pt x="39742" y="346438"/>
                </a:cubicBezTo>
                <a:lnTo>
                  <a:pt x="36445" y="343141"/>
                </a:lnTo>
                <a:cubicBezTo>
                  <a:pt x="23658" y="329991"/>
                  <a:pt x="19983" y="310463"/>
                  <a:pt x="27117" y="293564"/>
                </a:cubicBezTo>
                <a:cubicBezTo>
                  <a:pt x="32390" y="280885"/>
                  <a:pt x="45031" y="272859"/>
                  <a:pt x="58749" y="273483"/>
                </a:cubicBezTo>
                <a:cubicBezTo>
                  <a:pt x="68987" y="272992"/>
                  <a:pt x="78218" y="267170"/>
                  <a:pt x="83072" y="258142"/>
                </a:cubicBezTo>
                <a:cubicBezTo>
                  <a:pt x="84813" y="255009"/>
                  <a:pt x="84223" y="251095"/>
                  <a:pt x="81633" y="248616"/>
                </a:cubicBezTo>
                <a:lnTo>
                  <a:pt x="0" y="166969"/>
                </a:lnTo>
                <a:lnTo>
                  <a:pt x="59025" y="107487"/>
                </a:lnTo>
                <a:cubicBezTo>
                  <a:pt x="64175" y="102231"/>
                  <a:pt x="72110" y="100861"/>
                  <a:pt x="78724" y="104084"/>
                </a:cubicBezTo>
                <a:cubicBezTo>
                  <a:pt x="91233" y="110420"/>
                  <a:pt x="99266" y="123100"/>
                  <a:pt x="99648" y="137117"/>
                </a:cubicBezTo>
                <a:cubicBezTo>
                  <a:pt x="99126" y="147096"/>
                  <a:pt x="104992" y="156306"/>
                  <a:pt x="114256" y="160052"/>
                </a:cubicBezTo>
                <a:cubicBezTo>
                  <a:pt x="127709" y="165552"/>
                  <a:pt x="143140" y="162616"/>
                  <a:pt x="153634" y="152560"/>
                </a:cubicBezTo>
                <a:lnTo>
                  <a:pt x="156792" y="149401"/>
                </a:lnTo>
                <a:cubicBezTo>
                  <a:pt x="166606" y="139313"/>
                  <a:pt x="169441" y="124337"/>
                  <a:pt x="163995" y="111360"/>
                </a:cubicBezTo>
                <a:cubicBezTo>
                  <a:pt x="160106" y="101854"/>
                  <a:pt x="150619" y="95856"/>
                  <a:pt x="140363" y="96421"/>
                </a:cubicBezTo>
                <a:cubicBezTo>
                  <a:pt x="126333" y="96057"/>
                  <a:pt x="113633" y="88023"/>
                  <a:pt x="107293" y="75501"/>
                </a:cubicBezTo>
                <a:cubicBezTo>
                  <a:pt x="104069" y="68892"/>
                  <a:pt x="105434" y="60962"/>
                  <a:pt x="110682" y="55812"/>
                </a:cubicBezTo>
                <a:lnTo>
                  <a:pt x="166969" y="0"/>
                </a:lnTo>
                <a:lnTo>
                  <a:pt x="248584" y="81615"/>
                </a:lnTo>
                <a:cubicBezTo>
                  <a:pt x="251065" y="84201"/>
                  <a:pt x="254977" y="84790"/>
                  <a:pt x="258110" y="83049"/>
                </a:cubicBezTo>
                <a:cubicBezTo>
                  <a:pt x="267183" y="78242"/>
                  <a:pt x="273033" y="68989"/>
                  <a:pt x="273483" y="58730"/>
                </a:cubicBezTo>
                <a:cubicBezTo>
                  <a:pt x="272820" y="44735"/>
                  <a:pt x="280983" y="31819"/>
                  <a:pt x="293910" y="26412"/>
                </a:cubicBezTo>
                <a:cubicBezTo>
                  <a:pt x="310347" y="19468"/>
                  <a:pt x="329343" y="23029"/>
                  <a:pt x="342150" y="35454"/>
                </a:cubicBezTo>
                <a:lnTo>
                  <a:pt x="345442" y="38751"/>
                </a:lnTo>
                <a:cubicBezTo>
                  <a:pt x="358232" y="51900"/>
                  <a:pt x="361908" y="71429"/>
                  <a:pt x="354775" y="88328"/>
                </a:cubicBezTo>
                <a:cubicBezTo>
                  <a:pt x="349514" y="101017"/>
                  <a:pt x="336864" y="109047"/>
                  <a:pt x="323143" y="108409"/>
                </a:cubicBezTo>
                <a:cubicBezTo>
                  <a:pt x="312896" y="108851"/>
                  <a:pt x="303649" y="114688"/>
                  <a:pt x="298844" y="123750"/>
                </a:cubicBezTo>
                <a:cubicBezTo>
                  <a:pt x="297102" y="126883"/>
                  <a:pt x="297691" y="130795"/>
                  <a:pt x="300278" y="133276"/>
                </a:cubicBezTo>
                <a:lnTo>
                  <a:pt x="381906" y="214923"/>
                </a:lnTo>
                <a:lnTo>
                  <a:pt x="326081" y="270749"/>
                </a:lnTo>
                <a:cubicBezTo>
                  <a:pt x="320934" y="276005"/>
                  <a:pt x="312999" y="277371"/>
                  <a:pt x="306392" y="274138"/>
                </a:cubicBezTo>
                <a:cubicBezTo>
                  <a:pt x="293877" y="267800"/>
                  <a:pt x="285845" y="255110"/>
                  <a:pt x="285472" y="241086"/>
                </a:cubicBezTo>
                <a:cubicBezTo>
                  <a:pt x="285992" y="231110"/>
                  <a:pt x="280128" y="221901"/>
                  <a:pt x="270869" y="218151"/>
                </a:cubicBezTo>
                <a:cubicBezTo>
                  <a:pt x="257416" y="212645"/>
                  <a:pt x="241982" y="215582"/>
                  <a:pt x="231491" y="225644"/>
                </a:cubicBezTo>
                <a:lnTo>
                  <a:pt x="228327" y="228802"/>
                </a:lnTo>
                <a:cubicBezTo>
                  <a:pt x="218514" y="238890"/>
                  <a:pt x="215679" y="253866"/>
                  <a:pt x="221125" y="266843"/>
                </a:cubicBezTo>
                <a:cubicBezTo>
                  <a:pt x="225022" y="276343"/>
                  <a:pt x="234503" y="282337"/>
                  <a:pt x="244756" y="281783"/>
                </a:cubicBezTo>
                <a:lnTo>
                  <a:pt x="244756" y="281783"/>
                </a:lnTo>
                <a:cubicBezTo>
                  <a:pt x="258803" y="281957"/>
                  <a:pt x="271574" y="289965"/>
                  <a:pt x="277850" y="302532"/>
                </a:cubicBezTo>
                <a:cubicBezTo>
                  <a:pt x="281086" y="309192"/>
                  <a:pt x="279703" y="317176"/>
                  <a:pt x="274414" y="322360"/>
                </a:cubicBezTo>
                <a:close/>
                <a:moveTo>
                  <a:pt x="127877" y="288662"/>
                </a:moveTo>
                <a:cubicBezTo>
                  <a:pt x="132373" y="288669"/>
                  <a:pt x="136674" y="290499"/>
                  <a:pt x="139796" y="293735"/>
                </a:cubicBezTo>
                <a:lnTo>
                  <a:pt x="214923" y="368866"/>
                </a:lnTo>
                <a:lnTo>
                  <a:pt x="267918" y="315872"/>
                </a:lnTo>
                <a:cubicBezTo>
                  <a:pt x="270554" y="313356"/>
                  <a:pt x="271162" y="309378"/>
                  <a:pt x="269398" y="306189"/>
                </a:cubicBezTo>
                <a:cubicBezTo>
                  <a:pt x="264621" y="297084"/>
                  <a:pt x="255293" y="291275"/>
                  <a:pt x="245015" y="291005"/>
                </a:cubicBezTo>
                <a:cubicBezTo>
                  <a:pt x="231023" y="291646"/>
                  <a:pt x="218118" y="283488"/>
                  <a:pt x="212696" y="270573"/>
                </a:cubicBezTo>
                <a:cubicBezTo>
                  <a:pt x="205752" y="254138"/>
                  <a:pt x="209313" y="235143"/>
                  <a:pt x="221738" y="222338"/>
                </a:cubicBezTo>
                <a:lnTo>
                  <a:pt x="225035" y="219041"/>
                </a:lnTo>
                <a:cubicBezTo>
                  <a:pt x="238186" y="206253"/>
                  <a:pt x="257714" y="202579"/>
                  <a:pt x="274613" y="209713"/>
                </a:cubicBezTo>
                <a:cubicBezTo>
                  <a:pt x="287291" y="214986"/>
                  <a:pt x="295316" y="227627"/>
                  <a:pt x="294694" y="241344"/>
                </a:cubicBezTo>
                <a:cubicBezTo>
                  <a:pt x="295133" y="251599"/>
                  <a:pt x="300970" y="260853"/>
                  <a:pt x="310034" y="265667"/>
                </a:cubicBezTo>
                <a:cubicBezTo>
                  <a:pt x="313168" y="267408"/>
                  <a:pt x="317081" y="266816"/>
                  <a:pt x="319561" y="264229"/>
                </a:cubicBezTo>
                <a:lnTo>
                  <a:pt x="368866" y="214923"/>
                </a:lnTo>
                <a:lnTo>
                  <a:pt x="293739" y="139796"/>
                </a:lnTo>
                <a:cubicBezTo>
                  <a:pt x="288491" y="134646"/>
                  <a:pt x="287126" y="126716"/>
                  <a:pt x="290350" y="120107"/>
                </a:cubicBezTo>
                <a:cubicBezTo>
                  <a:pt x="296667" y="107570"/>
                  <a:pt x="309372" y="99530"/>
                  <a:pt x="323406" y="99187"/>
                </a:cubicBezTo>
                <a:cubicBezTo>
                  <a:pt x="333384" y="99710"/>
                  <a:pt x="342594" y="93843"/>
                  <a:pt x="346337" y="84580"/>
                </a:cubicBezTo>
                <a:cubicBezTo>
                  <a:pt x="351839" y="71126"/>
                  <a:pt x="348903" y="55694"/>
                  <a:pt x="338844" y="45202"/>
                </a:cubicBezTo>
                <a:lnTo>
                  <a:pt x="335685" y="42043"/>
                </a:lnTo>
                <a:cubicBezTo>
                  <a:pt x="325597" y="32233"/>
                  <a:pt x="310625" y="29398"/>
                  <a:pt x="297649" y="34841"/>
                </a:cubicBezTo>
                <a:cubicBezTo>
                  <a:pt x="288135" y="38721"/>
                  <a:pt x="282133" y="48213"/>
                  <a:pt x="282705" y="58472"/>
                </a:cubicBezTo>
                <a:cubicBezTo>
                  <a:pt x="282337" y="72502"/>
                  <a:pt x="274304" y="85199"/>
                  <a:pt x="261785" y="91542"/>
                </a:cubicBezTo>
                <a:cubicBezTo>
                  <a:pt x="255178" y="94775"/>
                  <a:pt x="247242" y="93409"/>
                  <a:pt x="242096" y="88153"/>
                </a:cubicBezTo>
                <a:lnTo>
                  <a:pt x="166969" y="13012"/>
                </a:lnTo>
                <a:lnTo>
                  <a:pt x="117170" y="62345"/>
                </a:lnTo>
                <a:cubicBezTo>
                  <a:pt x="114592" y="64826"/>
                  <a:pt x="114009" y="68732"/>
                  <a:pt x="115750" y="71858"/>
                </a:cubicBezTo>
                <a:cubicBezTo>
                  <a:pt x="120556" y="80945"/>
                  <a:pt x="129834" y="86788"/>
                  <a:pt x="140105" y="87199"/>
                </a:cubicBezTo>
                <a:cubicBezTo>
                  <a:pt x="154097" y="86557"/>
                  <a:pt x="167002" y="94715"/>
                  <a:pt x="172424" y="107630"/>
                </a:cubicBezTo>
                <a:cubicBezTo>
                  <a:pt x="179368" y="124065"/>
                  <a:pt x="175807" y="143061"/>
                  <a:pt x="163382" y="155866"/>
                </a:cubicBezTo>
                <a:lnTo>
                  <a:pt x="160085" y="159162"/>
                </a:lnTo>
                <a:cubicBezTo>
                  <a:pt x="146935" y="171948"/>
                  <a:pt x="127410" y="175622"/>
                  <a:pt x="110512" y="168491"/>
                </a:cubicBezTo>
                <a:cubicBezTo>
                  <a:pt x="97830" y="163221"/>
                  <a:pt x="89802" y="150578"/>
                  <a:pt x="90426" y="136859"/>
                </a:cubicBezTo>
                <a:cubicBezTo>
                  <a:pt x="89976" y="126614"/>
                  <a:pt x="84141" y="117371"/>
                  <a:pt x="75086" y="112559"/>
                </a:cubicBezTo>
                <a:cubicBezTo>
                  <a:pt x="71952" y="110819"/>
                  <a:pt x="68039" y="111410"/>
                  <a:pt x="65559" y="113998"/>
                </a:cubicBezTo>
                <a:lnTo>
                  <a:pt x="13012" y="166969"/>
                </a:lnTo>
                <a:lnTo>
                  <a:pt x="88172" y="242128"/>
                </a:lnTo>
                <a:cubicBezTo>
                  <a:pt x="93428" y="247274"/>
                  <a:pt x="94793" y="255210"/>
                  <a:pt x="91561" y="261817"/>
                </a:cubicBezTo>
                <a:cubicBezTo>
                  <a:pt x="85197" y="274313"/>
                  <a:pt x="72508" y="282326"/>
                  <a:pt x="58491" y="282705"/>
                </a:cubicBezTo>
                <a:cubicBezTo>
                  <a:pt x="48520" y="282213"/>
                  <a:pt x="39325" y="288069"/>
                  <a:pt x="35555" y="297313"/>
                </a:cubicBezTo>
                <a:cubicBezTo>
                  <a:pt x="30053" y="310766"/>
                  <a:pt x="32989" y="326198"/>
                  <a:pt x="43048" y="336691"/>
                </a:cubicBezTo>
                <a:lnTo>
                  <a:pt x="46207" y="339849"/>
                </a:lnTo>
                <a:cubicBezTo>
                  <a:pt x="56296" y="349660"/>
                  <a:pt x="71270" y="352495"/>
                  <a:pt x="84248" y="347052"/>
                </a:cubicBezTo>
                <a:cubicBezTo>
                  <a:pt x="93759" y="343168"/>
                  <a:pt x="99759" y="333678"/>
                  <a:pt x="99187" y="323420"/>
                </a:cubicBezTo>
                <a:cubicBezTo>
                  <a:pt x="99554" y="309391"/>
                  <a:pt x="107585" y="296694"/>
                  <a:pt x="120103" y="290350"/>
                </a:cubicBezTo>
                <a:cubicBezTo>
                  <a:pt x="122552" y="289264"/>
                  <a:pt x="125197" y="288690"/>
                  <a:pt x="127877" y="288662"/>
                </a:cubicBezTo>
                <a:close/>
              </a:path>
            </a:pathLst>
          </a:custGeom>
          <a:gradFill>
            <a:gsLst>
              <a:gs pos="100000">
                <a:srgbClr val="3FB6FA"/>
              </a:gs>
              <a:gs pos="0">
                <a:srgbClr val="8745A6"/>
              </a:gs>
            </a:gsLst>
            <a:lin ang="16200000" scaled="1"/>
          </a:gradFill>
          <a:ln w="456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" name="Slide Number Placeholder 1">
            <a:extLst>
              <a:ext uri="{FF2B5EF4-FFF2-40B4-BE49-F238E27FC236}">
                <a16:creationId xmlns:a16="http://schemas.microsoft.com/office/drawing/2014/main" id="{D4D16558-53E8-BF75-E857-A729DF54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8644" y="6494918"/>
            <a:ext cx="231849" cy="176972"/>
          </a:xfrm>
        </p:spPr>
        <p:txBody>
          <a:bodyPr/>
          <a:lstStyle/>
          <a:p>
            <a:fld id="{656FEE46-54D6-4306-A6BD-73AF3F3AD20B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6" name="Graphic 45" descr="Processor outline">
            <a:extLst>
              <a:ext uri="{FF2B5EF4-FFF2-40B4-BE49-F238E27FC236}">
                <a16:creationId xmlns:a16="http://schemas.microsoft.com/office/drawing/2014/main" id="{064919F3-534E-F1F3-12A1-68C7E949D1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421" y="1201355"/>
            <a:ext cx="293363" cy="293363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6B91643-DFF6-10AE-FF6A-8CB0D14C4E0C}"/>
              </a:ext>
            </a:extLst>
          </p:cNvPr>
          <p:cNvSpPr txBox="1"/>
          <p:nvPr/>
        </p:nvSpPr>
        <p:spPr>
          <a:xfrm>
            <a:off x="8806233" y="1629257"/>
            <a:ext cx="1807859" cy="263052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Calibri" panose="020F0502020204030204" pitchFamily="34" charset="0"/>
                <a:cs typeface="Segoe UI" panose="020B0502040204020203" pitchFamily="34" charset="0"/>
              </a:rPr>
              <a:t>Platform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AA7681-3F70-C045-0634-27E9C99AE21A}"/>
              </a:ext>
            </a:extLst>
          </p:cNvPr>
          <p:cNvSpPr txBox="1"/>
          <p:nvPr/>
        </p:nvSpPr>
        <p:spPr>
          <a:xfrm>
            <a:off x="8926792" y="1925410"/>
            <a:ext cx="2879827" cy="6001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117475" indent="-117475">
              <a:buClr>
                <a:srgbClr val="013482"/>
              </a:buClr>
              <a:buFont typeface="Arial" panose="020B0604020202020204" pitchFamily="34" charset="0"/>
              <a:buChar char="•"/>
              <a:defRPr/>
            </a:pPr>
            <a:r>
              <a:rPr lang="en-US" sz="1300">
                <a:latin typeface="Segoe UI"/>
                <a:cs typeface="Segoe UI"/>
              </a:rPr>
              <a:t>Microsoft foundry</a:t>
            </a:r>
            <a:endParaRPr lang="en-US">
              <a:latin typeface="Segoe UI"/>
              <a:cs typeface="Segoe UI"/>
            </a:endParaRPr>
          </a:p>
          <a:p>
            <a:pPr marL="117475" indent="-117475">
              <a:buClr>
                <a:srgbClr val="013482"/>
              </a:buClr>
              <a:buFont typeface="Arial" panose="020B0604020202020204" pitchFamily="34" charset="0"/>
              <a:buChar char="•"/>
              <a:defRPr/>
            </a:pPr>
            <a:r>
              <a:rPr lang="en-US" sz="1300">
                <a:latin typeface="Segoe UI"/>
                <a:cs typeface="Segoe UI"/>
              </a:rPr>
              <a:t>Azure AI / Model-driven orchestration</a:t>
            </a:r>
            <a:endParaRPr lang="en-US">
              <a:latin typeface="Segoe UI"/>
              <a:cs typeface="Segoe UI"/>
            </a:endParaRPr>
          </a:p>
          <a:p>
            <a:pPr marL="117475" indent="-117475">
              <a:buClr>
                <a:srgbClr val="013482"/>
              </a:buClr>
              <a:buFont typeface="Arial" panose="020B0604020202020204" pitchFamily="34" charset="0"/>
              <a:buChar char="•"/>
              <a:defRPr/>
            </a:pPr>
            <a:endParaRPr lang="en-US" sz="13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/>
              <a:cs typeface="Segoe UI" panose="020B050204020402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615889A-3911-0A91-B5F8-A284F3AC9581}"/>
              </a:ext>
            </a:extLst>
          </p:cNvPr>
          <p:cNvSpPr txBox="1"/>
          <p:nvPr/>
        </p:nvSpPr>
        <p:spPr>
          <a:xfrm>
            <a:off x="8928079" y="2844805"/>
            <a:ext cx="2534546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buClr>
                <a:srgbClr val="013482"/>
              </a:buCl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 Operational Agents: Backup, Restore, Validation, Optimization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 Security Agents: Access control &amp; compliance enforcement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 Monitoring Agents: Health checks, alerting, remediation</a:t>
            </a:r>
          </a:p>
          <a:p>
            <a:pPr>
              <a:defRPr/>
            </a:pPr>
            <a:endParaRPr lang="en-US" sz="1100">
              <a:cs typeface="Segoe UI"/>
            </a:endParaRPr>
          </a:p>
          <a:p>
            <a:pPr marL="117475" indent="-117475">
              <a:buClr>
                <a:srgbClr val="013482"/>
              </a:buClr>
              <a:buFont typeface="Arial" panose="020B0604020202020204" pitchFamily="34" charset="0"/>
              <a:buChar char="•"/>
              <a:defRPr/>
            </a:pPr>
            <a:endParaRPr lang="en-US" sz="13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/>
              <a:cs typeface="Segoe UI" panose="020B0502040204020203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76D4B7-5D1E-E30A-8037-6808EB8FF9C7}"/>
              </a:ext>
            </a:extLst>
          </p:cNvPr>
          <p:cNvSpPr txBox="1"/>
          <p:nvPr/>
        </p:nvSpPr>
        <p:spPr>
          <a:xfrm>
            <a:off x="8784029" y="2519007"/>
            <a:ext cx="1807859" cy="263052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noAutofit/>
          </a:bodyPr>
          <a:lstStyle/>
          <a:p>
            <a:pPr>
              <a:defRPr/>
            </a:pPr>
            <a:r>
              <a:rPr lang="en-US" sz="1400" b="1" kern="0">
                <a:latin typeface="Segoe UI"/>
                <a:ea typeface="Calibri"/>
                <a:cs typeface="Segoe UI"/>
              </a:rPr>
              <a:t>Agent Ecosystem</a:t>
            </a:r>
            <a:endParaRPr 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Segoe UI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FE318C-E318-AED5-A875-A9A66ACE744D}"/>
              </a:ext>
            </a:extLst>
          </p:cNvPr>
          <p:cNvSpPr txBox="1"/>
          <p:nvPr/>
        </p:nvSpPr>
        <p:spPr>
          <a:xfrm>
            <a:off x="8794326" y="4255067"/>
            <a:ext cx="1807859" cy="263052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noAutofit/>
          </a:bodyPr>
          <a:lstStyle/>
          <a:p>
            <a:pPr>
              <a:defRPr/>
            </a:pPr>
            <a:r>
              <a:rPr lang="en-US" sz="1400" b="1" kern="0">
                <a:latin typeface="Segoe UI"/>
                <a:ea typeface="Calibri"/>
                <a:cs typeface="Segoe UI"/>
              </a:rPr>
              <a:t>Workflow</a:t>
            </a:r>
            <a:endParaRPr 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Segoe UI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700DDB-A625-EC18-47DE-430DDA9644EF}"/>
              </a:ext>
            </a:extLst>
          </p:cNvPr>
          <p:cNvSpPr txBox="1"/>
          <p:nvPr/>
        </p:nvSpPr>
        <p:spPr>
          <a:xfrm>
            <a:off x="8927199" y="4550364"/>
            <a:ext cx="2867921" cy="10464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buClr>
                <a:srgbClr val="013482"/>
              </a:buClr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Request → AI Orchestration → Validation → Execute → Verify → Notify</a:t>
            </a:r>
          </a:p>
          <a:p>
            <a:pPr marL="117475" indent="-117475">
              <a:buClr>
                <a:srgbClr val="013482"/>
              </a:buClr>
              <a:buFont typeface="Arial" panose="020B0604020202020204" pitchFamily="34" charset="0"/>
              <a:buChar char="•"/>
              <a:defRPr/>
            </a:pPr>
            <a:endParaRPr lang="en-US" sz="1300">
              <a:latin typeface="Segoe UI"/>
              <a:cs typeface="Segoe UI" panose="020B0502040204020203" pitchFamily="34" charset="0"/>
            </a:endParaRPr>
          </a:p>
          <a:p>
            <a:pPr marL="117475" indent="-117475">
              <a:buClr>
                <a:srgbClr val="013482"/>
              </a:buClr>
              <a:buFont typeface="Arial" panose="020B0604020202020204" pitchFamily="34" charset="0"/>
              <a:buChar char="•"/>
              <a:defRPr/>
            </a:pPr>
            <a:endParaRPr lang="en-US" sz="1300">
              <a:latin typeface="Segoe UI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0173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CD0C8-FFA1-76BC-5C01-CB23AD51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E02284-A6D0-CAAA-2A92-2AC6D6FD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FlowSphere DB Refresh Flow</a:t>
            </a:r>
          </a:p>
        </p:txBody>
      </p:sp>
      <p:sp>
        <p:nvSpPr>
          <p:cNvPr id="289" name="Title 3">
            <a:extLst>
              <a:ext uri="{FF2B5EF4-FFF2-40B4-BE49-F238E27FC236}">
                <a16:creationId xmlns:a16="http://schemas.microsoft.com/office/drawing/2014/main" id="{57894623-AF09-068E-F45A-187B7B80917B}"/>
              </a:ext>
            </a:extLst>
          </p:cNvPr>
          <p:cNvSpPr txBox="1">
            <a:spLocks/>
          </p:cNvSpPr>
          <p:nvPr/>
        </p:nvSpPr>
        <p:spPr>
          <a:xfrm>
            <a:off x="271422" y="311830"/>
            <a:ext cx="11493624" cy="3112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j-ea"/>
              <a:cs typeface="+mj-cs"/>
            </a:endParaRPr>
          </a:p>
        </p:txBody>
      </p:sp>
      <p:sp>
        <p:nvSpPr>
          <p:cNvPr id="290" name="Title 2">
            <a:extLst>
              <a:ext uri="{FF2B5EF4-FFF2-40B4-BE49-F238E27FC236}">
                <a16:creationId xmlns:a16="http://schemas.microsoft.com/office/drawing/2014/main" id="{99F08041-FD25-E29F-0D03-7D6412243F32}"/>
              </a:ext>
            </a:extLst>
          </p:cNvPr>
          <p:cNvSpPr txBox="1">
            <a:spLocks/>
          </p:cNvSpPr>
          <p:nvPr/>
        </p:nvSpPr>
        <p:spPr>
          <a:xfrm>
            <a:off x="366713" y="288925"/>
            <a:ext cx="11825287" cy="396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400" b="1">
              <a:solidFill>
                <a:srgbClr val="000000"/>
              </a:solidFill>
              <a:latin typeface="Segoe UI"/>
            </a:endParaRP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E4221CC5-74CA-9C35-72B9-A2AC3A86873D}"/>
              </a:ext>
            </a:extLst>
          </p:cNvPr>
          <p:cNvGrpSpPr/>
          <p:nvPr/>
        </p:nvGrpSpPr>
        <p:grpSpPr>
          <a:xfrm>
            <a:off x="296507" y="1093436"/>
            <a:ext cx="301449" cy="327517"/>
            <a:chOff x="603204" y="1802482"/>
            <a:chExt cx="371194" cy="419877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8A7CEC9F-08A5-A2C8-9436-75BE79251844}"/>
                </a:ext>
              </a:extLst>
            </p:cNvPr>
            <p:cNvSpPr/>
            <p:nvPr/>
          </p:nvSpPr>
          <p:spPr>
            <a:xfrm>
              <a:off x="693002" y="1831377"/>
              <a:ext cx="191484" cy="189694"/>
            </a:xfrm>
            <a:custGeom>
              <a:avLst/>
              <a:gdLst>
                <a:gd name="csX0" fmla="*/ 95799 w 191484"/>
                <a:gd name="csY0" fmla="*/ 189694 h 189694"/>
                <a:gd name="csX1" fmla="*/ 114653 w 191484"/>
                <a:gd name="csY1" fmla="*/ 187825 h 189694"/>
                <a:gd name="csX2" fmla="*/ 105911 w 191484"/>
                <a:gd name="csY2" fmla="*/ 177531 h 189694"/>
                <a:gd name="csX3" fmla="*/ 11697 w 191484"/>
                <a:gd name="csY3" fmla="*/ 104792 h 189694"/>
                <a:gd name="csX4" fmla="*/ 85114 w 191484"/>
                <a:gd name="csY4" fmla="*/ 11448 h 189694"/>
                <a:gd name="csX5" fmla="*/ 179327 w 191484"/>
                <a:gd name="csY5" fmla="*/ 84186 h 189694"/>
                <a:gd name="csX6" fmla="*/ 174493 w 191484"/>
                <a:gd name="csY6" fmla="*/ 124132 h 189694"/>
                <a:gd name="csX7" fmla="*/ 188139 w 191484"/>
                <a:gd name="csY7" fmla="*/ 119623 h 189694"/>
                <a:gd name="csX8" fmla="*/ 120737 w 191484"/>
                <a:gd name="csY8" fmla="*/ 3314 h 189694"/>
                <a:gd name="csX9" fmla="*/ 3345 w 191484"/>
                <a:gd name="csY9" fmla="*/ 70095 h 189694"/>
                <a:gd name="csX10" fmla="*/ 70747 w 191484"/>
                <a:gd name="csY10" fmla="*/ 186404 h 189694"/>
                <a:gd name="csX11" fmla="*/ 95799 w 191484"/>
                <a:gd name="csY11" fmla="*/ 189694 h 1896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484" h="189694">
                  <a:moveTo>
                    <a:pt x="95799" y="189694"/>
                  </a:moveTo>
                  <a:cubicBezTo>
                    <a:pt x="102131" y="189691"/>
                    <a:pt x="108447" y="189065"/>
                    <a:pt x="114653" y="187825"/>
                  </a:cubicBezTo>
                  <a:cubicBezTo>
                    <a:pt x="111089" y="184992"/>
                    <a:pt x="108119" y="181495"/>
                    <a:pt x="105911" y="177531"/>
                  </a:cubicBezTo>
                  <a:cubicBezTo>
                    <a:pt x="59621" y="183221"/>
                    <a:pt x="17440" y="150655"/>
                    <a:pt x="11697" y="104792"/>
                  </a:cubicBezTo>
                  <a:cubicBezTo>
                    <a:pt x="5955" y="58930"/>
                    <a:pt x="38824" y="17138"/>
                    <a:pt x="85114" y="11448"/>
                  </a:cubicBezTo>
                  <a:cubicBezTo>
                    <a:pt x="131403" y="5758"/>
                    <a:pt x="173584" y="38324"/>
                    <a:pt x="179327" y="84186"/>
                  </a:cubicBezTo>
                  <a:cubicBezTo>
                    <a:pt x="181018" y="97693"/>
                    <a:pt x="179359" y="111404"/>
                    <a:pt x="174493" y="124132"/>
                  </a:cubicBezTo>
                  <a:lnTo>
                    <a:pt x="188139" y="119623"/>
                  </a:lnTo>
                  <a:cubicBezTo>
                    <a:pt x="201943" y="69064"/>
                    <a:pt x="171766" y="16991"/>
                    <a:pt x="120737" y="3314"/>
                  </a:cubicBezTo>
                  <a:cubicBezTo>
                    <a:pt x="69707" y="-10363"/>
                    <a:pt x="17149" y="19536"/>
                    <a:pt x="3345" y="70095"/>
                  </a:cubicBezTo>
                  <a:cubicBezTo>
                    <a:pt x="-10459" y="120654"/>
                    <a:pt x="19718" y="172727"/>
                    <a:pt x="70747" y="186404"/>
                  </a:cubicBezTo>
                  <a:cubicBezTo>
                    <a:pt x="78914" y="188593"/>
                    <a:pt x="87339" y="189699"/>
                    <a:pt x="95799" y="189694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1B1D11CA-B28D-7B17-A0CB-8F7FDBDE6B0D}"/>
                </a:ext>
              </a:extLst>
            </p:cNvPr>
            <p:cNvSpPr/>
            <p:nvPr/>
          </p:nvSpPr>
          <p:spPr>
            <a:xfrm>
              <a:off x="603204" y="2038411"/>
              <a:ext cx="371194" cy="183948"/>
            </a:xfrm>
            <a:custGeom>
              <a:avLst/>
              <a:gdLst>
                <a:gd name="csX0" fmla="*/ 351122 w 371194"/>
                <a:gd name="csY0" fmla="*/ 54762 h 183948"/>
                <a:gd name="csX1" fmla="*/ 261452 w 371194"/>
                <a:gd name="csY1" fmla="*/ 11376 h 183948"/>
                <a:gd name="csX2" fmla="*/ 185597 w 371194"/>
                <a:gd name="csY2" fmla="*/ 0 h 183948"/>
                <a:gd name="csX3" fmla="*/ 109829 w 371194"/>
                <a:gd name="csY3" fmla="*/ 11353 h 183948"/>
                <a:gd name="csX4" fmla="*/ 20165 w 371194"/>
                <a:gd name="csY4" fmla="*/ 54716 h 183948"/>
                <a:gd name="csX5" fmla="*/ 0 w 371194"/>
                <a:gd name="csY5" fmla="*/ 94852 h 183948"/>
                <a:gd name="csX6" fmla="*/ 0 w 371194"/>
                <a:gd name="csY6" fmla="*/ 183948 h 183948"/>
                <a:gd name="csX7" fmla="*/ 11609 w 371194"/>
                <a:gd name="csY7" fmla="*/ 183948 h 183948"/>
                <a:gd name="csX8" fmla="*/ 11609 w 371194"/>
                <a:gd name="csY8" fmla="*/ 94852 h 183948"/>
                <a:gd name="csX9" fmla="*/ 27206 w 371194"/>
                <a:gd name="csY9" fmla="*/ 63860 h 183948"/>
                <a:gd name="csX10" fmla="*/ 112975 w 371194"/>
                <a:gd name="csY10" fmla="*/ 22452 h 183948"/>
                <a:gd name="csX11" fmla="*/ 185597 w 371194"/>
                <a:gd name="csY11" fmla="*/ 11502 h 183948"/>
                <a:gd name="csX12" fmla="*/ 258155 w 371194"/>
                <a:gd name="csY12" fmla="*/ 22429 h 183948"/>
                <a:gd name="csX13" fmla="*/ 343785 w 371194"/>
                <a:gd name="csY13" fmla="*/ 63716 h 183948"/>
                <a:gd name="csX14" fmla="*/ 359585 w 371194"/>
                <a:gd name="csY14" fmla="*/ 94864 h 183948"/>
                <a:gd name="csX15" fmla="*/ 359585 w 371194"/>
                <a:gd name="csY15" fmla="*/ 183948 h 183948"/>
                <a:gd name="csX16" fmla="*/ 371194 w 371194"/>
                <a:gd name="csY16" fmla="*/ 183948 h 183948"/>
                <a:gd name="csX17" fmla="*/ 371194 w 371194"/>
                <a:gd name="csY17" fmla="*/ 94852 h 183948"/>
                <a:gd name="csX18" fmla="*/ 351122 w 371194"/>
                <a:gd name="csY18" fmla="*/ 54762 h 183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71194" h="183948">
                  <a:moveTo>
                    <a:pt x="351122" y="54762"/>
                  </a:moveTo>
                  <a:cubicBezTo>
                    <a:pt x="324494" y="34452"/>
                    <a:pt x="293991" y="19693"/>
                    <a:pt x="261452" y="11376"/>
                  </a:cubicBezTo>
                  <a:cubicBezTo>
                    <a:pt x="236872" y="3899"/>
                    <a:pt x="211310" y="66"/>
                    <a:pt x="185597" y="0"/>
                  </a:cubicBezTo>
                  <a:cubicBezTo>
                    <a:pt x="159944" y="427"/>
                    <a:pt x="134463" y="4245"/>
                    <a:pt x="109829" y="11353"/>
                  </a:cubicBezTo>
                  <a:cubicBezTo>
                    <a:pt x="77690" y="20701"/>
                    <a:pt x="47375" y="35362"/>
                    <a:pt x="20165" y="54716"/>
                  </a:cubicBezTo>
                  <a:cubicBezTo>
                    <a:pt x="7696" y="64411"/>
                    <a:pt x="290" y="79150"/>
                    <a:pt x="0" y="94852"/>
                  </a:cubicBezTo>
                  <a:lnTo>
                    <a:pt x="0" y="183948"/>
                  </a:lnTo>
                  <a:lnTo>
                    <a:pt x="11609" y="183948"/>
                  </a:lnTo>
                  <a:lnTo>
                    <a:pt x="11609" y="94852"/>
                  </a:lnTo>
                  <a:cubicBezTo>
                    <a:pt x="11862" y="82729"/>
                    <a:pt x="17586" y="71356"/>
                    <a:pt x="27206" y="63860"/>
                  </a:cubicBezTo>
                  <a:cubicBezTo>
                    <a:pt x="53242" y="45377"/>
                    <a:pt x="82239" y="31378"/>
                    <a:pt x="112975" y="22452"/>
                  </a:cubicBezTo>
                  <a:cubicBezTo>
                    <a:pt x="136585" y="15623"/>
                    <a:pt x="161006" y="11940"/>
                    <a:pt x="185597" y="11502"/>
                  </a:cubicBezTo>
                  <a:cubicBezTo>
                    <a:pt x="210195" y="11580"/>
                    <a:pt x="234645" y="15263"/>
                    <a:pt x="258155" y="22429"/>
                  </a:cubicBezTo>
                  <a:cubicBezTo>
                    <a:pt x="289218" y="30324"/>
                    <a:pt x="318347" y="44368"/>
                    <a:pt x="343785" y="63716"/>
                  </a:cubicBezTo>
                  <a:cubicBezTo>
                    <a:pt x="353510" y="71217"/>
                    <a:pt x="359312" y="82656"/>
                    <a:pt x="359585" y="94864"/>
                  </a:cubicBezTo>
                  <a:lnTo>
                    <a:pt x="359585" y="183948"/>
                  </a:lnTo>
                  <a:lnTo>
                    <a:pt x="371194" y="183948"/>
                  </a:lnTo>
                  <a:lnTo>
                    <a:pt x="371194" y="94852"/>
                  </a:lnTo>
                  <a:cubicBezTo>
                    <a:pt x="370921" y="79180"/>
                    <a:pt x="363551" y="64459"/>
                    <a:pt x="351122" y="54762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AA789093-19CB-BEDE-1DBE-A32E19243CF9}"/>
                </a:ext>
              </a:extLst>
            </p:cNvPr>
            <p:cNvSpPr/>
            <p:nvPr/>
          </p:nvSpPr>
          <p:spPr>
            <a:xfrm>
              <a:off x="695870" y="1802482"/>
              <a:ext cx="238047" cy="207088"/>
            </a:xfrm>
            <a:custGeom>
              <a:avLst/>
              <a:gdLst>
                <a:gd name="csX0" fmla="*/ 10007 w 238047"/>
                <a:gd name="csY0" fmla="*/ 46057 h 207088"/>
                <a:gd name="csX1" fmla="*/ 174104 w 238047"/>
                <a:gd name="csY1" fmla="*/ 44377 h 207088"/>
                <a:gd name="csX2" fmla="*/ 203220 w 238047"/>
                <a:gd name="csY2" fmla="*/ 90846 h 207088"/>
                <a:gd name="csX3" fmla="*/ 203220 w 238047"/>
                <a:gd name="csY3" fmla="*/ 160767 h 207088"/>
                <a:gd name="csX4" fmla="*/ 147234 w 238047"/>
                <a:gd name="csY4" fmla="*/ 179257 h 207088"/>
                <a:gd name="csX5" fmla="*/ 122856 w 238047"/>
                <a:gd name="csY5" fmla="*/ 176362 h 207088"/>
                <a:gd name="csX6" fmla="*/ 119933 w 238047"/>
                <a:gd name="csY6" fmla="*/ 200515 h 207088"/>
                <a:gd name="csX7" fmla="*/ 144312 w 238047"/>
                <a:gd name="csY7" fmla="*/ 203411 h 207088"/>
                <a:gd name="csX8" fmla="*/ 150943 w 238047"/>
                <a:gd name="csY8" fmla="*/ 190155 h 207088"/>
                <a:gd name="csX9" fmla="*/ 221975 w 238047"/>
                <a:gd name="csY9" fmla="*/ 166697 h 207088"/>
                <a:gd name="csX10" fmla="*/ 238048 w 238047"/>
                <a:gd name="csY10" fmla="*/ 149576 h 207088"/>
                <a:gd name="csX11" fmla="*/ 238048 w 238047"/>
                <a:gd name="csY11" fmla="*/ 103567 h 207088"/>
                <a:gd name="csX12" fmla="*/ 220634 w 238047"/>
                <a:gd name="csY12" fmla="*/ 86314 h 207088"/>
                <a:gd name="csX13" fmla="*/ 213860 w 238047"/>
                <a:gd name="csY13" fmla="*/ 86314 h 207088"/>
                <a:gd name="csX14" fmla="*/ 52381 w 238047"/>
                <a:gd name="csY14" fmla="*/ 6571 h 207088"/>
                <a:gd name="csX15" fmla="*/ 1718 w 238047"/>
                <a:gd name="csY15" fmla="*/ 38005 h 207088"/>
                <a:gd name="csX16" fmla="*/ 1682 w 238047"/>
                <a:gd name="csY16" fmla="*/ 46138 h 207088"/>
                <a:gd name="csX17" fmla="*/ 9891 w 238047"/>
                <a:gd name="csY17" fmla="*/ 46174 h 207088"/>
                <a:gd name="csX18" fmla="*/ 10007 w 238047"/>
                <a:gd name="csY18" fmla="*/ 46057 h 207088"/>
                <a:gd name="csX19" fmla="*/ 226438 w 238047"/>
                <a:gd name="csY19" fmla="*/ 103567 h 207088"/>
                <a:gd name="csX20" fmla="*/ 226438 w 238047"/>
                <a:gd name="csY20" fmla="*/ 149576 h 207088"/>
                <a:gd name="csX21" fmla="*/ 220634 w 238047"/>
                <a:gd name="csY21" fmla="*/ 155327 h 207088"/>
                <a:gd name="csX22" fmla="*/ 214829 w 238047"/>
                <a:gd name="csY22" fmla="*/ 155327 h 207088"/>
                <a:gd name="csX23" fmla="*/ 214829 w 238047"/>
                <a:gd name="csY23" fmla="*/ 97816 h 207088"/>
                <a:gd name="csX24" fmla="*/ 220634 w 238047"/>
                <a:gd name="csY24" fmla="*/ 97816 h 207088"/>
                <a:gd name="csX25" fmla="*/ 226438 w 238047"/>
                <a:gd name="csY25" fmla="*/ 103567 h 207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38047" h="207088">
                  <a:moveTo>
                    <a:pt x="10007" y="46057"/>
                  </a:moveTo>
                  <a:cubicBezTo>
                    <a:pt x="54853" y="697"/>
                    <a:pt x="128322" y="-56"/>
                    <a:pt x="174104" y="44377"/>
                  </a:cubicBezTo>
                  <a:cubicBezTo>
                    <a:pt x="187441" y="57321"/>
                    <a:pt x="197429" y="73261"/>
                    <a:pt x="203220" y="90846"/>
                  </a:cubicBezTo>
                  <a:lnTo>
                    <a:pt x="203220" y="160767"/>
                  </a:lnTo>
                  <a:lnTo>
                    <a:pt x="147234" y="179257"/>
                  </a:lnTo>
                  <a:cubicBezTo>
                    <a:pt x="141309" y="171788"/>
                    <a:pt x="130394" y="170491"/>
                    <a:pt x="122856" y="176362"/>
                  </a:cubicBezTo>
                  <a:cubicBezTo>
                    <a:pt x="115317" y="182232"/>
                    <a:pt x="114009" y="193046"/>
                    <a:pt x="119933" y="200515"/>
                  </a:cubicBezTo>
                  <a:cubicBezTo>
                    <a:pt x="125859" y="207985"/>
                    <a:pt x="136773" y="209281"/>
                    <a:pt x="144312" y="203411"/>
                  </a:cubicBezTo>
                  <a:cubicBezTo>
                    <a:pt x="148425" y="200208"/>
                    <a:pt x="150862" y="195338"/>
                    <a:pt x="150943" y="190155"/>
                  </a:cubicBezTo>
                  <a:lnTo>
                    <a:pt x="221975" y="166697"/>
                  </a:lnTo>
                  <a:cubicBezTo>
                    <a:pt x="231014" y="166006"/>
                    <a:pt x="238005" y="158558"/>
                    <a:pt x="238048" y="149576"/>
                  </a:cubicBezTo>
                  <a:lnTo>
                    <a:pt x="238048" y="103567"/>
                  </a:lnTo>
                  <a:cubicBezTo>
                    <a:pt x="238048" y="94038"/>
                    <a:pt x="230251" y="86314"/>
                    <a:pt x="220634" y="86314"/>
                  </a:cubicBezTo>
                  <a:lnTo>
                    <a:pt x="213860" y="86314"/>
                  </a:lnTo>
                  <a:cubicBezTo>
                    <a:pt x="191494" y="20114"/>
                    <a:pt x="119198" y="-15588"/>
                    <a:pt x="52381" y="6571"/>
                  </a:cubicBezTo>
                  <a:cubicBezTo>
                    <a:pt x="33219" y="12926"/>
                    <a:pt x="15855" y="23700"/>
                    <a:pt x="1718" y="38005"/>
                  </a:cubicBezTo>
                  <a:cubicBezTo>
                    <a:pt x="-558" y="40241"/>
                    <a:pt x="-575" y="43883"/>
                    <a:pt x="1682" y="46138"/>
                  </a:cubicBezTo>
                  <a:cubicBezTo>
                    <a:pt x="3939" y="48394"/>
                    <a:pt x="7614" y="48410"/>
                    <a:pt x="9891" y="46174"/>
                  </a:cubicBezTo>
                  <a:cubicBezTo>
                    <a:pt x="9930" y="46135"/>
                    <a:pt x="9969" y="46096"/>
                    <a:pt x="10007" y="46057"/>
                  </a:cubicBezTo>
                  <a:close/>
                  <a:moveTo>
                    <a:pt x="226438" y="103567"/>
                  </a:moveTo>
                  <a:lnTo>
                    <a:pt x="226438" y="149576"/>
                  </a:lnTo>
                  <a:cubicBezTo>
                    <a:pt x="226438" y="152752"/>
                    <a:pt x="223840" y="155327"/>
                    <a:pt x="220634" y="155327"/>
                  </a:cubicBezTo>
                  <a:lnTo>
                    <a:pt x="214829" y="155327"/>
                  </a:lnTo>
                  <a:lnTo>
                    <a:pt x="214829" y="97816"/>
                  </a:lnTo>
                  <a:lnTo>
                    <a:pt x="220634" y="97816"/>
                  </a:lnTo>
                  <a:cubicBezTo>
                    <a:pt x="223840" y="97816"/>
                    <a:pt x="226438" y="100391"/>
                    <a:pt x="226438" y="103567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309" name="Graphic 111" descr="Cmd Terminal outline">
            <a:extLst>
              <a:ext uri="{FF2B5EF4-FFF2-40B4-BE49-F238E27FC236}">
                <a16:creationId xmlns:a16="http://schemas.microsoft.com/office/drawing/2014/main" id="{AE1CA1DB-AC77-A06B-BB10-78CF97F3A134}"/>
              </a:ext>
            </a:extLst>
          </p:cNvPr>
          <p:cNvGrpSpPr/>
          <p:nvPr/>
        </p:nvGrpSpPr>
        <p:grpSpPr>
          <a:xfrm>
            <a:off x="4975008" y="968036"/>
            <a:ext cx="376755" cy="288953"/>
            <a:chOff x="5735600" y="1929571"/>
            <a:chExt cx="376755" cy="2889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AFECEC3-CDB9-7CD2-0E01-E8288AAE2D9D}"/>
                </a:ext>
              </a:extLst>
            </p:cNvPr>
            <p:cNvSpPr/>
            <p:nvPr/>
          </p:nvSpPr>
          <p:spPr>
            <a:xfrm>
              <a:off x="5735600" y="1929571"/>
              <a:ext cx="376755" cy="288953"/>
            </a:xfrm>
            <a:custGeom>
              <a:avLst/>
              <a:gdLst>
                <a:gd name="csX0" fmla="*/ 376756 w 376755"/>
                <a:gd name="csY0" fmla="*/ 0 h 288953"/>
                <a:gd name="csX1" fmla="*/ 0 w 376755"/>
                <a:gd name="csY1" fmla="*/ 0 h 288953"/>
                <a:gd name="csX2" fmla="*/ 0 w 376755"/>
                <a:gd name="csY2" fmla="*/ 288954 h 288953"/>
                <a:gd name="csX3" fmla="*/ 376756 w 376755"/>
                <a:gd name="csY3" fmla="*/ 288954 h 288953"/>
                <a:gd name="csX4" fmla="*/ 367352 w 376755"/>
                <a:gd name="csY4" fmla="*/ 279636 h 288953"/>
                <a:gd name="csX5" fmla="*/ 9404 w 376755"/>
                <a:gd name="csY5" fmla="*/ 279636 h 288953"/>
                <a:gd name="csX6" fmla="*/ 9404 w 376755"/>
                <a:gd name="csY6" fmla="*/ 74539 h 288953"/>
                <a:gd name="csX7" fmla="*/ 367352 w 376755"/>
                <a:gd name="csY7" fmla="*/ 74539 h 288953"/>
                <a:gd name="csX8" fmla="*/ 367352 w 376755"/>
                <a:gd name="csY8" fmla="*/ 65221 h 288953"/>
                <a:gd name="csX9" fmla="*/ 9404 w 376755"/>
                <a:gd name="csY9" fmla="*/ 65221 h 288953"/>
                <a:gd name="csX10" fmla="*/ 9404 w 376755"/>
                <a:gd name="csY10" fmla="*/ 9317 h 288953"/>
                <a:gd name="csX11" fmla="*/ 367352 w 376755"/>
                <a:gd name="csY11" fmla="*/ 9317 h 2889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76755" h="288953">
                  <a:moveTo>
                    <a:pt x="376756" y="0"/>
                  </a:moveTo>
                  <a:lnTo>
                    <a:pt x="0" y="0"/>
                  </a:lnTo>
                  <a:lnTo>
                    <a:pt x="0" y="288954"/>
                  </a:lnTo>
                  <a:lnTo>
                    <a:pt x="376756" y="288954"/>
                  </a:lnTo>
                  <a:close/>
                  <a:moveTo>
                    <a:pt x="367352" y="279636"/>
                  </a:moveTo>
                  <a:lnTo>
                    <a:pt x="9404" y="279636"/>
                  </a:lnTo>
                  <a:lnTo>
                    <a:pt x="9404" y="74539"/>
                  </a:lnTo>
                  <a:lnTo>
                    <a:pt x="367352" y="74539"/>
                  </a:lnTo>
                  <a:close/>
                  <a:moveTo>
                    <a:pt x="367352" y="65221"/>
                  </a:moveTo>
                  <a:lnTo>
                    <a:pt x="9404" y="65221"/>
                  </a:lnTo>
                  <a:lnTo>
                    <a:pt x="9404" y="9317"/>
                  </a:lnTo>
                  <a:lnTo>
                    <a:pt x="367352" y="9317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7FFBD6B9-42BC-2381-8A95-D0022086DEB2}"/>
                </a:ext>
              </a:extLst>
            </p:cNvPr>
            <p:cNvSpPr/>
            <p:nvPr/>
          </p:nvSpPr>
          <p:spPr>
            <a:xfrm>
              <a:off x="5985321" y="1957523"/>
              <a:ext cx="18808" cy="18634"/>
            </a:xfrm>
            <a:prstGeom prst="ellipse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B9FF4D44-A884-30B9-BF9D-C5C9825E9E2E}"/>
                </a:ext>
              </a:extLst>
            </p:cNvPr>
            <p:cNvSpPr/>
            <p:nvPr/>
          </p:nvSpPr>
          <p:spPr>
            <a:xfrm>
              <a:off x="6018235" y="1957523"/>
              <a:ext cx="18808" cy="18634"/>
            </a:xfrm>
            <a:prstGeom prst="ellipse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5D518986-E072-CAB5-715E-19A4E785D123}"/>
                </a:ext>
              </a:extLst>
            </p:cNvPr>
            <p:cNvSpPr/>
            <p:nvPr/>
          </p:nvSpPr>
          <p:spPr>
            <a:xfrm>
              <a:off x="6051150" y="1957523"/>
              <a:ext cx="18808" cy="18634"/>
            </a:xfrm>
            <a:prstGeom prst="ellipse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1706726-10AD-ADF0-4CC1-03A25155009A}"/>
                </a:ext>
              </a:extLst>
            </p:cNvPr>
            <p:cNvSpPr/>
            <p:nvPr/>
          </p:nvSpPr>
          <p:spPr>
            <a:xfrm>
              <a:off x="5803319" y="2042744"/>
              <a:ext cx="56993" cy="97431"/>
            </a:xfrm>
            <a:custGeom>
              <a:avLst/>
              <a:gdLst>
                <a:gd name="csX0" fmla="*/ 2351 w 56993"/>
                <a:gd name="csY0" fmla="*/ 90844 h 97431"/>
                <a:gd name="csX1" fmla="*/ 9000 w 56993"/>
                <a:gd name="csY1" fmla="*/ 97431 h 97431"/>
                <a:gd name="csX2" fmla="*/ 56993 w 56993"/>
                <a:gd name="csY2" fmla="*/ 49880 h 97431"/>
                <a:gd name="csX3" fmla="*/ 6649 w 56993"/>
                <a:gd name="csY3" fmla="*/ 0 h 97431"/>
                <a:gd name="csX4" fmla="*/ 0 w 56993"/>
                <a:gd name="csY4" fmla="*/ 6587 h 97431"/>
                <a:gd name="csX5" fmla="*/ 43696 w 56993"/>
                <a:gd name="csY5" fmla="*/ 49880 h 97431"/>
                <a:gd name="csX6" fmla="*/ 2351 w 56993"/>
                <a:gd name="csY6" fmla="*/ 90844 h 97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6993" h="97431">
                  <a:moveTo>
                    <a:pt x="2351" y="90844"/>
                  </a:moveTo>
                  <a:lnTo>
                    <a:pt x="9000" y="97431"/>
                  </a:lnTo>
                  <a:lnTo>
                    <a:pt x="56993" y="49880"/>
                  </a:lnTo>
                  <a:lnTo>
                    <a:pt x="6649" y="0"/>
                  </a:lnTo>
                  <a:lnTo>
                    <a:pt x="0" y="6587"/>
                  </a:lnTo>
                  <a:lnTo>
                    <a:pt x="43696" y="49880"/>
                  </a:lnTo>
                  <a:lnTo>
                    <a:pt x="2351" y="90844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136F0D35-C404-F4C0-BA84-B966A9C82F00}"/>
                </a:ext>
              </a:extLst>
            </p:cNvPr>
            <p:cNvSpPr/>
            <p:nvPr/>
          </p:nvSpPr>
          <p:spPr>
            <a:xfrm>
              <a:off x="5877174" y="2129894"/>
              <a:ext cx="75232" cy="9317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6DC85023-CC6C-2AD5-5191-530FD8A646E3}"/>
              </a:ext>
            </a:extLst>
          </p:cNvPr>
          <p:cNvSpPr txBox="1"/>
          <p:nvPr/>
        </p:nvSpPr>
        <p:spPr>
          <a:xfrm>
            <a:off x="71341" y="1624066"/>
            <a:ext cx="783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987">
              <a:defRPr/>
            </a:pPr>
            <a:r>
              <a:rPr lang="en-US" sz="1050" b="1">
                <a:solidFill>
                  <a:srgbClr val="000000"/>
                </a:solidFill>
                <a:latin typeface="Segoe UI"/>
              </a:rPr>
              <a:t>End User</a:t>
            </a:r>
            <a:endParaRPr lang="en-US" sz="1100" b="1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BB9F40EA-0B36-F7B8-2A55-FF9C6F1B76E2}"/>
              </a:ext>
            </a:extLst>
          </p:cNvPr>
          <p:cNvSpPr txBox="1"/>
          <p:nvPr/>
        </p:nvSpPr>
        <p:spPr>
          <a:xfrm>
            <a:off x="4756910" y="1398040"/>
            <a:ext cx="107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987">
              <a:defRPr/>
            </a:pPr>
            <a:r>
              <a:rPr lang="en-US" sz="1100" b="1">
                <a:solidFill>
                  <a:srgbClr val="000000"/>
                </a:solidFill>
                <a:latin typeface="Segoe UI"/>
              </a:rPr>
              <a:t>LLM Prompt</a:t>
            </a:r>
          </a:p>
        </p:txBody>
      </p:sp>
      <p:grpSp>
        <p:nvGrpSpPr>
          <p:cNvPr id="327" name="Graphic 117" descr="Checklist outline">
            <a:extLst>
              <a:ext uri="{FF2B5EF4-FFF2-40B4-BE49-F238E27FC236}">
                <a16:creationId xmlns:a16="http://schemas.microsoft.com/office/drawing/2014/main" id="{97492CCB-B40F-4F25-F4CD-E370CCC9860E}"/>
              </a:ext>
            </a:extLst>
          </p:cNvPr>
          <p:cNvGrpSpPr/>
          <p:nvPr/>
        </p:nvGrpSpPr>
        <p:grpSpPr>
          <a:xfrm>
            <a:off x="1574883" y="1083627"/>
            <a:ext cx="280800" cy="370945"/>
            <a:chOff x="1964623" y="1821815"/>
            <a:chExt cx="280800" cy="370945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65FC3D85-E3A7-C13B-94C2-75FB80683D48}"/>
                </a:ext>
              </a:extLst>
            </p:cNvPr>
            <p:cNvSpPr/>
            <p:nvPr/>
          </p:nvSpPr>
          <p:spPr>
            <a:xfrm>
              <a:off x="2012794" y="1874179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BEEAA4BB-B092-EC67-D677-4264C3939C76}"/>
                </a:ext>
              </a:extLst>
            </p:cNvPr>
            <p:cNvSpPr/>
            <p:nvPr/>
          </p:nvSpPr>
          <p:spPr>
            <a:xfrm>
              <a:off x="2109703" y="1900641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7B1DD8E-16E9-BFDA-B466-B2CD4D69F18C}"/>
                </a:ext>
              </a:extLst>
            </p:cNvPr>
            <p:cNvSpPr/>
            <p:nvPr/>
          </p:nvSpPr>
          <p:spPr>
            <a:xfrm>
              <a:off x="2012794" y="1943731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0D2BF141-FA4A-5AE0-7B04-6E4BFBE92895}"/>
                </a:ext>
              </a:extLst>
            </p:cNvPr>
            <p:cNvSpPr/>
            <p:nvPr/>
          </p:nvSpPr>
          <p:spPr>
            <a:xfrm>
              <a:off x="2109703" y="1970193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595C7D73-E7FD-0879-198F-AC3C8B8CF8B7}"/>
                </a:ext>
              </a:extLst>
            </p:cNvPr>
            <p:cNvSpPr/>
            <p:nvPr/>
          </p:nvSpPr>
          <p:spPr>
            <a:xfrm>
              <a:off x="2012794" y="2013283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A966ABA9-A2ED-D602-DB14-FE00CE104268}"/>
                </a:ext>
              </a:extLst>
            </p:cNvPr>
            <p:cNvSpPr/>
            <p:nvPr/>
          </p:nvSpPr>
          <p:spPr>
            <a:xfrm>
              <a:off x="2109703" y="2039746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17B42AB2-3D21-E7B8-4B4E-6987334303E6}"/>
                </a:ext>
              </a:extLst>
            </p:cNvPr>
            <p:cNvSpPr/>
            <p:nvPr/>
          </p:nvSpPr>
          <p:spPr>
            <a:xfrm>
              <a:off x="2012794" y="2082836"/>
              <a:ext cx="67457" cy="51566"/>
            </a:xfrm>
            <a:custGeom>
              <a:avLst/>
              <a:gdLst>
                <a:gd name="csX0" fmla="*/ 22029 w 67457"/>
                <a:gd name="csY0" fmla="*/ 38453 h 51566"/>
                <a:gd name="csX1" fmla="*/ 6618 w 67457"/>
                <a:gd name="csY1" fmla="*/ 23184 h 51566"/>
                <a:gd name="csX2" fmla="*/ 0 w 67457"/>
                <a:gd name="csY2" fmla="*/ 29741 h 51566"/>
                <a:gd name="csX3" fmla="*/ 22029 w 67457"/>
                <a:gd name="csY3" fmla="*/ 51566 h 51566"/>
                <a:gd name="csX4" fmla="*/ 67458 w 67457"/>
                <a:gd name="csY4" fmla="*/ 6556 h 51566"/>
                <a:gd name="csX5" fmla="*/ 60840 w 67457"/>
                <a:gd name="csY5" fmla="*/ 0 h 51566"/>
                <a:gd name="csX6" fmla="*/ 22029 w 67457"/>
                <a:gd name="csY6" fmla="*/ 38453 h 51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457" h="51566">
                  <a:moveTo>
                    <a:pt x="22029" y="38453"/>
                  </a:moveTo>
                  <a:lnTo>
                    <a:pt x="6618" y="23184"/>
                  </a:lnTo>
                  <a:lnTo>
                    <a:pt x="0" y="29741"/>
                  </a:lnTo>
                  <a:lnTo>
                    <a:pt x="22029" y="51566"/>
                  </a:lnTo>
                  <a:lnTo>
                    <a:pt x="67458" y="6556"/>
                  </a:lnTo>
                  <a:lnTo>
                    <a:pt x="60840" y="0"/>
                  </a:lnTo>
                  <a:lnTo>
                    <a:pt x="22029" y="38453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9AAECEB5-0EED-DA4F-E414-3120F4959A35}"/>
                </a:ext>
              </a:extLst>
            </p:cNvPr>
            <p:cNvSpPr/>
            <p:nvPr/>
          </p:nvSpPr>
          <p:spPr>
            <a:xfrm>
              <a:off x="2109703" y="2109298"/>
              <a:ext cx="88920" cy="9273"/>
            </a:xfrm>
            <a:prstGeom prst="rect">
              <a:avLst/>
            </a:pr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B534986B-5970-37F8-A2CD-2669758DDBC9}"/>
                </a:ext>
              </a:extLst>
            </p:cNvPr>
            <p:cNvSpPr/>
            <p:nvPr/>
          </p:nvSpPr>
          <p:spPr>
            <a:xfrm>
              <a:off x="1964623" y="1821815"/>
              <a:ext cx="280800" cy="370945"/>
            </a:xfrm>
            <a:custGeom>
              <a:avLst/>
              <a:gdLst>
                <a:gd name="csX0" fmla="*/ 0 w 280800"/>
                <a:gd name="csY0" fmla="*/ 370946 h 370945"/>
                <a:gd name="csX1" fmla="*/ 280800 w 280800"/>
                <a:gd name="csY1" fmla="*/ 370946 h 370945"/>
                <a:gd name="csX2" fmla="*/ 280800 w 280800"/>
                <a:gd name="csY2" fmla="*/ 0 h 370945"/>
                <a:gd name="csX3" fmla="*/ 0 w 280800"/>
                <a:gd name="csY3" fmla="*/ 0 h 370945"/>
                <a:gd name="csX4" fmla="*/ 9360 w 280800"/>
                <a:gd name="csY4" fmla="*/ 9274 h 370945"/>
                <a:gd name="csX5" fmla="*/ 271440 w 280800"/>
                <a:gd name="csY5" fmla="*/ 9274 h 370945"/>
                <a:gd name="csX6" fmla="*/ 271440 w 280800"/>
                <a:gd name="csY6" fmla="*/ 361672 h 370945"/>
                <a:gd name="csX7" fmla="*/ 9360 w 280800"/>
                <a:gd name="csY7" fmla="*/ 361672 h 370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80800" h="370945">
                  <a:moveTo>
                    <a:pt x="0" y="370946"/>
                  </a:moveTo>
                  <a:lnTo>
                    <a:pt x="280800" y="370946"/>
                  </a:lnTo>
                  <a:lnTo>
                    <a:pt x="280800" y="0"/>
                  </a:lnTo>
                  <a:lnTo>
                    <a:pt x="0" y="0"/>
                  </a:lnTo>
                  <a:close/>
                  <a:moveTo>
                    <a:pt x="9360" y="9274"/>
                  </a:moveTo>
                  <a:lnTo>
                    <a:pt x="271440" y="9274"/>
                  </a:lnTo>
                  <a:lnTo>
                    <a:pt x="271440" y="361672"/>
                  </a:lnTo>
                  <a:lnTo>
                    <a:pt x="9360" y="361672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337" name="TextBox 336">
            <a:extLst>
              <a:ext uri="{FF2B5EF4-FFF2-40B4-BE49-F238E27FC236}">
                <a16:creationId xmlns:a16="http://schemas.microsoft.com/office/drawing/2014/main" id="{6005C199-8C54-109C-455F-8462364A51E4}"/>
              </a:ext>
            </a:extLst>
          </p:cNvPr>
          <p:cNvSpPr txBox="1"/>
          <p:nvPr/>
        </p:nvSpPr>
        <p:spPr>
          <a:xfrm>
            <a:off x="1046104" y="1638704"/>
            <a:ext cx="133611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8987">
              <a:defRPr/>
            </a:pPr>
            <a:r>
              <a:rPr lang="en-US" sz="1050" b="1">
                <a:solidFill>
                  <a:srgbClr val="000000"/>
                </a:solidFill>
                <a:latin typeface="Segoe UI"/>
              </a:rPr>
              <a:t>Create User Story </a:t>
            </a:r>
          </a:p>
          <a:p>
            <a:pPr algn="ctr" defTabSz="1218987">
              <a:defRPr/>
            </a:pPr>
            <a:r>
              <a:rPr lang="en-US" sz="1050">
                <a:solidFill>
                  <a:srgbClr val="000000"/>
                </a:solidFill>
                <a:latin typeface="Segoe UI"/>
              </a:rPr>
              <a:t>(Jira/ </a:t>
            </a:r>
            <a:r>
              <a:rPr lang="en-US" sz="1050" err="1">
                <a:solidFill>
                  <a:srgbClr val="000000"/>
                </a:solidFill>
                <a:latin typeface="Segoe UI"/>
              </a:rPr>
              <a:t>iServe</a:t>
            </a:r>
            <a:r>
              <a:rPr lang="en-US" sz="1050">
                <a:solidFill>
                  <a:srgbClr val="000000"/>
                </a:solidFill>
                <a:latin typeface="Segoe UI"/>
              </a:rPr>
              <a:t>)</a:t>
            </a:r>
            <a:endParaRPr lang="en-US" sz="105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7FE3C8F8-BCC2-E865-896A-CE5900105D08}"/>
              </a:ext>
            </a:extLst>
          </p:cNvPr>
          <p:cNvSpPr txBox="1"/>
          <p:nvPr/>
        </p:nvSpPr>
        <p:spPr>
          <a:xfrm>
            <a:off x="3640249" y="1386133"/>
            <a:ext cx="12809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987">
              <a:defRPr/>
            </a:pPr>
            <a:r>
              <a:rPr lang="en-US" sz="1100" b="1">
                <a:solidFill>
                  <a:srgbClr val="000000"/>
                </a:solidFill>
                <a:latin typeface="Segoe UI"/>
              </a:rPr>
              <a:t>Reader Agent</a:t>
            </a:r>
          </a:p>
        </p:txBody>
      </p:sp>
      <p:grpSp>
        <p:nvGrpSpPr>
          <p:cNvPr id="346" name="Graphic 124" descr="Robot outline">
            <a:extLst>
              <a:ext uri="{FF2B5EF4-FFF2-40B4-BE49-F238E27FC236}">
                <a16:creationId xmlns:a16="http://schemas.microsoft.com/office/drawing/2014/main" id="{31E61052-8C17-CB8F-37F7-B5AA808427F0}"/>
              </a:ext>
            </a:extLst>
          </p:cNvPr>
          <p:cNvGrpSpPr/>
          <p:nvPr/>
        </p:nvGrpSpPr>
        <p:grpSpPr>
          <a:xfrm>
            <a:off x="2662369" y="1054698"/>
            <a:ext cx="382878" cy="511481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11E52BB4-1DFE-4759-731D-23B2229F5ED7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129EABC4-DE46-5471-64E1-A033A20904EE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5BAB2CA2-0990-3B93-F023-497A0523DCF4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1A2CA61-08A1-4A6A-60BE-BB6602C90190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E9AC2A6F-FB7B-A745-041B-01E58918A07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9CDA9AE4-6112-8733-4EC7-AABA869103B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DCC09317-029A-CBD6-C86B-D8D5FD1CC2AB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762B6ADC-2A2F-C0DE-2903-58E23483CA8E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355" name="TextBox 354">
            <a:extLst>
              <a:ext uri="{FF2B5EF4-FFF2-40B4-BE49-F238E27FC236}">
                <a16:creationId xmlns:a16="http://schemas.microsoft.com/office/drawing/2014/main" id="{A1A83C27-848A-738C-0546-7644446141D8}"/>
              </a:ext>
            </a:extLst>
          </p:cNvPr>
          <p:cNvSpPr txBox="1"/>
          <p:nvPr/>
        </p:nvSpPr>
        <p:spPr>
          <a:xfrm>
            <a:off x="2350371" y="1710141"/>
            <a:ext cx="1388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</a:rPr>
              <a:t>Monitoring Agent</a:t>
            </a:r>
          </a:p>
        </p:txBody>
      </p:sp>
      <p:cxnSp>
        <p:nvCxnSpPr>
          <p:cNvPr id="357" name="Straight Arrow Connector 356">
            <a:extLst>
              <a:ext uri="{FF2B5EF4-FFF2-40B4-BE49-F238E27FC236}">
                <a16:creationId xmlns:a16="http://schemas.microsoft.com/office/drawing/2014/main" id="{275E7622-EB8A-A25D-B8A5-65B84B37E382}"/>
              </a:ext>
            </a:extLst>
          </p:cNvPr>
          <p:cNvCxnSpPr>
            <a:cxnSpLocks/>
          </p:cNvCxnSpPr>
          <p:nvPr/>
        </p:nvCxnSpPr>
        <p:spPr>
          <a:xfrm flipV="1">
            <a:off x="3175348" y="1284286"/>
            <a:ext cx="559230" cy="23814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32063032-D476-0318-FF60-8C5D5F66D19F}"/>
              </a:ext>
            </a:extLst>
          </p:cNvPr>
          <p:cNvCxnSpPr>
            <a:cxnSpLocks/>
            <a:stCxn id="382" idx="3"/>
          </p:cNvCxnSpPr>
          <p:nvPr/>
        </p:nvCxnSpPr>
        <p:spPr>
          <a:xfrm>
            <a:off x="6510706" y="1235251"/>
            <a:ext cx="415604" cy="11577"/>
          </a:xfrm>
          <a:prstGeom prst="straightConnector1">
            <a:avLst/>
          </a:prstGeom>
          <a:noFill/>
          <a:ln w="635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59" name="Graphic 129" descr="Robot outline">
            <a:extLst>
              <a:ext uri="{FF2B5EF4-FFF2-40B4-BE49-F238E27FC236}">
                <a16:creationId xmlns:a16="http://schemas.microsoft.com/office/drawing/2014/main" id="{91209F75-737D-FD87-BB6E-ADFB4D97DE09}"/>
              </a:ext>
            </a:extLst>
          </p:cNvPr>
          <p:cNvGrpSpPr/>
          <p:nvPr/>
        </p:nvGrpSpPr>
        <p:grpSpPr>
          <a:xfrm>
            <a:off x="7643761" y="5868404"/>
            <a:ext cx="301862" cy="403253"/>
            <a:chOff x="4994881" y="5383980"/>
            <a:chExt cx="301862" cy="4032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1930D7AA-73E8-567A-B3A4-289F28E2B5BA}"/>
                </a:ext>
              </a:extLst>
            </p:cNvPr>
            <p:cNvSpPr/>
            <p:nvPr/>
          </p:nvSpPr>
          <p:spPr>
            <a:xfrm>
              <a:off x="4994881" y="5383980"/>
              <a:ext cx="301862" cy="403253"/>
            </a:xfrm>
            <a:custGeom>
              <a:avLst/>
              <a:gdLst>
                <a:gd name="csX0" fmla="*/ 279550 w 301862"/>
                <a:gd name="csY0" fmla="*/ 263617 h 403253"/>
                <a:gd name="csX1" fmla="*/ 279550 w 301862"/>
                <a:gd name="csY1" fmla="*/ 218816 h 403253"/>
                <a:gd name="csX2" fmla="*/ 262235 w 301862"/>
                <a:gd name="csY2" fmla="*/ 201666 h 403253"/>
                <a:gd name="csX3" fmla="*/ 239849 w 301862"/>
                <a:gd name="csY3" fmla="*/ 201666 h 403253"/>
                <a:gd name="csX4" fmla="*/ 239849 w 301862"/>
                <a:gd name="csY4" fmla="*/ 177082 h 403253"/>
                <a:gd name="csX5" fmla="*/ 183604 w 301862"/>
                <a:gd name="csY5" fmla="*/ 177082 h 403253"/>
                <a:gd name="csX6" fmla="*/ 183604 w 301862"/>
                <a:gd name="csY6" fmla="*/ 162332 h 403253"/>
                <a:gd name="csX7" fmla="*/ 198218 w 301862"/>
                <a:gd name="csY7" fmla="*/ 162332 h 403253"/>
                <a:gd name="csX8" fmla="*/ 224962 w 301862"/>
                <a:gd name="csY8" fmla="*/ 135835 h 403253"/>
                <a:gd name="csX9" fmla="*/ 224962 w 301862"/>
                <a:gd name="csY9" fmla="*/ 80659 h 403253"/>
                <a:gd name="csX10" fmla="*/ 198218 w 301862"/>
                <a:gd name="csY10" fmla="*/ 54163 h 403253"/>
                <a:gd name="csX11" fmla="*/ 160449 w 301862"/>
                <a:gd name="csY11" fmla="*/ 54163 h 403253"/>
                <a:gd name="csX12" fmla="*/ 160449 w 301862"/>
                <a:gd name="csY12" fmla="*/ 38714 h 403253"/>
                <a:gd name="csX13" fmla="*/ 174706 w 301862"/>
                <a:gd name="csY13" fmla="*/ 14755 h 403253"/>
                <a:gd name="csX14" fmla="*/ 150523 w 301862"/>
                <a:gd name="csY14" fmla="*/ 629 h 403253"/>
                <a:gd name="csX15" fmla="*/ 136266 w 301862"/>
                <a:gd name="csY15" fmla="*/ 24589 h 403253"/>
                <a:gd name="csX16" fmla="*/ 150523 w 301862"/>
                <a:gd name="csY16" fmla="*/ 38714 h 403253"/>
                <a:gd name="csX17" fmla="*/ 150523 w 301862"/>
                <a:gd name="csY17" fmla="*/ 54163 h 403253"/>
                <a:gd name="csX18" fmla="*/ 112749 w 301862"/>
                <a:gd name="csY18" fmla="*/ 54163 h 403253"/>
                <a:gd name="csX19" fmla="*/ 86010 w 301862"/>
                <a:gd name="csY19" fmla="*/ 80659 h 403253"/>
                <a:gd name="csX20" fmla="*/ 86010 w 301862"/>
                <a:gd name="csY20" fmla="*/ 135835 h 403253"/>
                <a:gd name="csX21" fmla="*/ 112749 w 301862"/>
                <a:gd name="csY21" fmla="*/ 162332 h 403253"/>
                <a:gd name="csX22" fmla="*/ 129016 w 301862"/>
                <a:gd name="csY22" fmla="*/ 162332 h 403253"/>
                <a:gd name="csX23" fmla="*/ 129016 w 301862"/>
                <a:gd name="csY23" fmla="*/ 177082 h 403253"/>
                <a:gd name="csX24" fmla="*/ 71123 w 301862"/>
                <a:gd name="csY24" fmla="*/ 177082 h 403253"/>
                <a:gd name="csX25" fmla="*/ 71123 w 301862"/>
                <a:gd name="csY25" fmla="*/ 206548 h 403253"/>
                <a:gd name="csX26" fmla="*/ 39631 w 301862"/>
                <a:gd name="csY26" fmla="*/ 206548 h 403253"/>
                <a:gd name="csX27" fmla="*/ 32246 w 301862"/>
                <a:gd name="csY27" fmla="*/ 199237 h 403253"/>
                <a:gd name="csX28" fmla="*/ 32246 w 301862"/>
                <a:gd name="csY28" fmla="*/ 154431 h 403253"/>
                <a:gd name="csX29" fmla="*/ 54105 w 301862"/>
                <a:gd name="csY29" fmla="*/ 122910 h 403253"/>
                <a:gd name="csX30" fmla="*/ 47685 w 301862"/>
                <a:gd name="csY30" fmla="*/ 109895 h 403253"/>
                <a:gd name="csX31" fmla="*/ 40271 w 301862"/>
                <a:gd name="csY31" fmla="*/ 116434 h 403253"/>
                <a:gd name="csX32" fmla="*/ 38814 w 301862"/>
                <a:gd name="csY32" fmla="*/ 140728 h 403253"/>
                <a:gd name="csX33" fmla="*/ 14294 w 301862"/>
                <a:gd name="csY33" fmla="*/ 139285 h 403253"/>
                <a:gd name="csX34" fmla="*/ 14202 w 301862"/>
                <a:gd name="csY34" fmla="*/ 116537 h 403253"/>
                <a:gd name="csX35" fmla="*/ 6729 w 301862"/>
                <a:gd name="csY35" fmla="*/ 110062 h 403253"/>
                <a:gd name="csX36" fmla="*/ 9350 w 301862"/>
                <a:gd name="csY36" fmla="*/ 148217 h 403253"/>
                <a:gd name="csX37" fmla="*/ 22321 w 301862"/>
                <a:gd name="csY37" fmla="*/ 154431 h 403253"/>
                <a:gd name="csX38" fmla="*/ 22321 w 301862"/>
                <a:gd name="csY38" fmla="*/ 199237 h 403253"/>
                <a:gd name="csX39" fmla="*/ 39631 w 301862"/>
                <a:gd name="csY39" fmla="*/ 216382 h 403253"/>
                <a:gd name="csX40" fmla="*/ 71123 w 301862"/>
                <a:gd name="csY40" fmla="*/ 216382 h 403253"/>
                <a:gd name="csX41" fmla="*/ 71123 w 301862"/>
                <a:gd name="csY41" fmla="*/ 319791 h 403253"/>
                <a:gd name="csX42" fmla="*/ 31545 w 301862"/>
                <a:gd name="csY42" fmla="*/ 363967 h 403253"/>
                <a:gd name="csX43" fmla="*/ 73604 w 301862"/>
                <a:gd name="csY43" fmla="*/ 403254 h 403253"/>
                <a:gd name="csX44" fmla="*/ 237368 w 301862"/>
                <a:gd name="csY44" fmla="*/ 403254 h 403253"/>
                <a:gd name="csX45" fmla="*/ 279502 w 301862"/>
                <a:gd name="csY45" fmla="*/ 361463 h 403253"/>
                <a:gd name="csX46" fmla="*/ 239849 w 301862"/>
                <a:gd name="csY46" fmla="*/ 319791 h 403253"/>
                <a:gd name="csX47" fmla="*/ 239849 w 301862"/>
                <a:gd name="csY47" fmla="*/ 211500 h 403253"/>
                <a:gd name="csX48" fmla="*/ 262235 w 301862"/>
                <a:gd name="csY48" fmla="*/ 211500 h 403253"/>
                <a:gd name="csX49" fmla="*/ 269625 w 301862"/>
                <a:gd name="csY49" fmla="*/ 218816 h 403253"/>
                <a:gd name="csX50" fmla="*/ 269625 w 301862"/>
                <a:gd name="csY50" fmla="*/ 263617 h 403253"/>
                <a:gd name="csX51" fmla="*/ 247765 w 301862"/>
                <a:gd name="csY51" fmla="*/ 295138 h 403253"/>
                <a:gd name="csX52" fmla="*/ 254181 w 301862"/>
                <a:gd name="csY52" fmla="*/ 308149 h 403253"/>
                <a:gd name="csX53" fmla="*/ 261595 w 301862"/>
                <a:gd name="csY53" fmla="*/ 301609 h 403253"/>
                <a:gd name="csX54" fmla="*/ 263056 w 301862"/>
                <a:gd name="csY54" fmla="*/ 277316 h 403253"/>
                <a:gd name="csX55" fmla="*/ 287576 w 301862"/>
                <a:gd name="csY55" fmla="*/ 278763 h 403253"/>
                <a:gd name="csX56" fmla="*/ 287663 w 301862"/>
                <a:gd name="csY56" fmla="*/ 301511 h 403253"/>
                <a:gd name="csX57" fmla="*/ 295137 w 301862"/>
                <a:gd name="csY57" fmla="*/ 307981 h 403253"/>
                <a:gd name="csX58" fmla="*/ 292510 w 301862"/>
                <a:gd name="csY58" fmla="*/ 269827 h 403253"/>
                <a:gd name="csX59" fmla="*/ 279550 w 301862"/>
                <a:gd name="csY59" fmla="*/ 263617 h 403253"/>
                <a:gd name="csX60" fmla="*/ 145561 w 301862"/>
                <a:gd name="csY60" fmla="*/ 19746 h 403253"/>
                <a:gd name="csX61" fmla="*/ 155486 w 301862"/>
                <a:gd name="csY61" fmla="*/ 9912 h 403253"/>
                <a:gd name="csX62" fmla="*/ 165411 w 301862"/>
                <a:gd name="csY62" fmla="*/ 19746 h 403253"/>
                <a:gd name="csX63" fmla="*/ 155486 w 301862"/>
                <a:gd name="csY63" fmla="*/ 29579 h 403253"/>
                <a:gd name="csX64" fmla="*/ 145556 w 301862"/>
                <a:gd name="csY64" fmla="*/ 19750 h 403253"/>
                <a:gd name="csX65" fmla="*/ 145556 w 301862"/>
                <a:gd name="csY65" fmla="*/ 19746 h 403253"/>
                <a:gd name="csX66" fmla="*/ 81048 w 301862"/>
                <a:gd name="csY66" fmla="*/ 261011 h 403253"/>
                <a:gd name="csX67" fmla="*/ 121617 w 301862"/>
                <a:gd name="csY67" fmla="*/ 261011 h 403253"/>
                <a:gd name="csX68" fmla="*/ 137785 w 301862"/>
                <a:gd name="csY68" fmla="*/ 226963 h 403253"/>
                <a:gd name="csX69" fmla="*/ 152975 w 301862"/>
                <a:gd name="csY69" fmla="*/ 284627 h 403253"/>
                <a:gd name="csX70" fmla="*/ 173475 w 301862"/>
                <a:gd name="csY70" fmla="*/ 242834 h 403253"/>
                <a:gd name="csX71" fmla="*/ 186378 w 301862"/>
                <a:gd name="csY71" fmla="*/ 273171 h 403253"/>
                <a:gd name="csX72" fmla="*/ 196382 w 301862"/>
                <a:gd name="csY72" fmla="*/ 263037 h 403253"/>
                <a:gd name="csX73" fmla="*/ 201206 w 301862"/>
                <a:gd name="csY73" fmla="*/ 261026 h 403253"/>
                <a:gd name="csX74" fmla="*/ 229909 w 301862"/>
                <a:gd name="csY74" fmla="*/ 261026 h 403253"/>
                <a:gd name="csX75" fmla="*/ 229909 w 301862"/>
                <a:gd name="csY75" fmla="*/ 319669 h 403253"/>
                <a:gd name="csX76" fmla="*/ 81033 w 301862"/>
                <a:gd name="csY76" fmla="*/ 319669 h 403253"/>
                <a:gd name="csX77" fmla="*/ 112749 w 301862"/>
                <a:gd name="csY77" fmla="*/ 152498 h 403253"/>
                <a:gd name="csX78" fmla="*/ 95936 w 301862"/>
                <a:gd name="csY78" fmla="*/ 135835 h 403253"/>
                <a:gd name="csX79" fmla="*/ 95936 w 301862"/>
                <a:gd name="csY79" fmla="*/ 80659 h 403253"/>
                <a:gd name="csX80" fmla="*/ 112749 w 301862"/>
                <a:gd name="csY80" fmla="*/ 63996 h 403253"/>
                <a:gd name="csX81" fmla="*/ 198218 w 301862"/>
                <a:gd name="csY81" fmla="*/ 63996 h 403253"/>
                <a:gd name="csX82" fmla="*/ 215037 w 301862"/>
                <a:gd name="csY82" fmla="*/ 80659 h 403253"/>
                <a:gd name="csX83" fmla="*/ 215037 w 301862"/>
                <a:gd name="csY83" fmla="*/ 135835 h 403253"/>
                <a:gd name="csX84" fmla="*/ 198218 w 301862"/>
                <a:gd name="csY84" fmla="*/ 152498 h 403253"/>
                <a:gd name="csX85" fmla="*/ 112749 w 301862"/>
                <a:gd name="csY85" fmla="*/ 152498 h 403253"/>
                <a:gd name="csX86" fmla="*/ 138941 w 301862"/>
                <a:gd name="csY86" fmla="*/ 162332 h 403253"/>
                <a:gd name="csX87" fmla="*/ 173679 w 301862"/>
                <a:gd name="csY87" fmla="*/ 162332 h 403253"/>
                <a:gd name="csX88" fmla="*/ 173679 w 301862"/>
                <a:gd name="csY88" fmla="*/ 177082 h 403253"/>
                <a:gd name="csX89" fmla="*/ 138941 w 301862"/>
                <a:gd name="csY89" fmla="*/ 177082 h 403253"/>
                <a:gd name="csX90" fmla="*/ 129016 w 301862"/>
                <a:gd name="csY90" fmla="*/ 186916 h 403253"/>
                <a:gd name="csX91" fmla="*/ 229924 w 301862"/>
                <a:gd name="csY91" fmla="*/ 186916 h 403253"/>
                <a:gd name="csX92" fmla="*/ 229924 w 301862"/>
                <a:gd name="csY92" fmla="*/ 251178 h 403253"/>
                <a:gd name="csX93" fmla="*/ 201221 w 301862"/>
                <a:gd name="csY93" fmla="*/ 251178 h 403253"/>
                <a:gd name="csX94" fmla="*/ 189742 w 301862"/>
                <a:gd name="csY94" fmla="*/ 255721 h 403253"/>
                <a:gd name="csX95" fmla="*/ 174110 w 301862"/>
                <a:gd name="csY95" fmla="*/ 219012 h 403253"/>
                <a:gd name="csX96" fmla="*/ 155794 w 301862"/>
                <a:gd name="csY96" fmla="*/ 256380 h 403253"/>
                <a:gd name="csX97" fmla="*/ 140469 w 301862"/>
                <a:gd name="csY97" fmla="*/ 198224 h 403253"/>
                <a:gd name="csX98" fmla="*/ 115319 w 301862"/>
                <a:gd name="csY98" fmla="*/ 251178 h 403253"/>
                <a:gd name="csX99" fmla="*/ 81048 w 301862"/>
                <a:gd name="csY99" fmla="*/ 251178 h 403253"/>
                <a:gd name="csX100" fmla="*/ 81048 w 301862"/>
                <a:gd name="csY100" fmla="*/ 186916 h 403253"/>
                <a:gd name="csX101" fmla="*/ 269625 w 301862"/>
                <a:gd name="csY101" fmla="*/ 361461 h 403253"/>
                <a:gd name="csX102" fmla="*/ 237368 w 301862"/>
                <a:gd name="csY102" fmla="*/ 393420 h 403253"/>
                <a:gd name="csX103" fmla="*/ 73604 w 301862"/>
                <a:gd name="csY103" fmla="*/ 393420 h 403253"/>
                <a:gd name="csX104" fmla="*/ 41348 w 301862"/>
                <a:gd name="csY104" fmla="*/ 361461 h 403253"/>
                <a:gd name="csX105" fmla="*/ 73604 w 301862"/>
                <a:gd name="csY105" fmla="*/ 329502 h 403253"/>
                <a:gd name="csX106" fmla="*/ 237368 w 301862"/>
                <a:gd name="csY106" fmla="*/ 329502 h 403253"/>
                <a:gd name="csX107" fmla="*/ 269625 w 301862"/>
                <a:gd name="csY107" fmla="*/ 361461 h 403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01862" h="403253">
                  <a:moveTo>
                    <a:pt x="279550" y="263617"/>
                  </a:moveTo>
                  <a:lnTo>
                    <a:pt x="279550" y="218816"/>
                  </a:lnTo>
                  <a:cubicBezTo>
                    <a:pt x="279539" y="209347"/>
                    <a:pt x="271792" y="201674"/>
                    <a:pt x="262235" y="201666"/>
                  </a:cubicBezTo>
                  <a:lnTo>
                    <a:pt x="239849" y="201666"/>
                  </a:lnTo>
                  <a:lnTo>
                    <a:pt x="239849" y="177082"/>
                  </a:lnTo>
                  <a:lnTo>
                    <a:pt x="183604" y="177082"/>
                  </a:lnTo>
                  <a:lnTo>
                    <a:pt x="183604" y="162332"/>
                  </a:lnTo>
                  <a:lnTo>
                    <a:pt x="198218" y="162332"/>
                  </a:lnTo>
                  <a:cubicBezTo>
                    <a:pt x="212983" y="162318"/>
                    <a:pt x="224948" y="150463"/>
                    <a:pt x="224962" y="135835"/>
                  </a:cubicBezTo>
                  <a:lnTo>
                    <a:pt x="224962" y="80659"/>
                  </a:lnTo>
                  <a:cubicBezTo>
                    <a:pt x="224948" y="66032"/>
                    <a:pt x="212983" y="54177"/>
                    <a:pt x="198218" y="54163"/>
                  </a:cubicBezTo>
                  <a:lnTo>
                    <a:pt x="160449" y="54163"/>
                  </a:lnTo>
                  <a:lnTo>
                    <a:pt x="160449" y="38714"/>
                  </a:lnTo>
                  <a:cubicBezTo>
                    <a:pt x="171063" y="35999"/>
                    <a:pt x="177447" y="25272"/>
                    <a:pt x="174706" y="14755"/>
                  </a:cubicBezTo>
                  <a:cubicBezTo>
                    <a:pt x="171965" y="4238"/>
                    <a:pt x="161138" y="-2086"/>
                    <a:pt x="150523" y="629"/>
                  </a:cubicBezTo>
                  <a:cubicBezTo>
                    <a:pt x="139909" y="3345"/>
                    <a:pt x="133525" y="14072"/>
                    <a:pt x="136266" y="24589"/>
                  </a:cubicBezTo>
                  <a:cubicBezTo>
                    <a:pt x="138071" y="31516"/>
                    <a:pt x="143531" y="36926"/>
                    <a:pt x="150523" y="38714"/>
                  </a:cubicBezTo>
                  <a:lnTo>
                    <a:pt x="150523" y="54163"/>
                  </a:lnTo>
                  <a:lnTo>
                    <a:pt x="112749" y="54163"/>
                  </a:lnTo>
                  <a:cubicBezTo>
                    <a:pt x="97987" y="54179"/>
                    <a:pt x="86024" y="66033"/>
                    <a:pt x="86010" y="80659"/>
                  </a:cubicBezTo>
                  <a:lnTo>
                    <a:pt x="86010" y="135835"/>
                  </a:lnTo>
                  <a:cubicBezTo>
                    <a:pt x="86024" y="150461"/>
                    <a:pt x="97987" y="162316"/>
                    <a:pt x="112749" y="162332"/>
                  </a:cubicBezTo>
                  <a:lnTo>
                    <a:pt x="129016" y="162332"/>
                  </a:lnTo>
                  <a:lnTo>
                    <a:pt x="129016" y="177082"/>
                  </a:lnTo>
                  <a:lnTo>
                    <a:pt x="71123" y="177082"/>
                  </a:lnTo>
                  <a:lnTo>
                    <a:pt x="71123" y="206548"/>
                  </a:lnTo>
                  <a:lnTo>
                    <a:pt x="39631" y="206548"/>
                  </a:lnTo>
                  <a:cubicBezTo>
                    <a:pt x="35555" y="206546"/>
                    <a:pt x="32252" y="203275"/>
                    <a:pt x="32246" y="199237"/>
                  </a:cubicBezTo>
                  <a:lnTo>
                    <a:pt x="32246" y="154431"/>
                  </a:lnTo>
                  <a:cubicBezTo>
                    <a:pt x="47067" y="151707"/>
                    <a:pt x="56854" y="137595"/>
                    <a:pt x="54105" y="122910"/>
                  </a:cubicBezTo>
                  <a:cubicBezTo>
                    <a:pt x="53199" y="118074"/>
                    <a:pt x="50979" y="113574"/>
                    <a:pt x="47685" y="109895"/>
                  </a:cubicBezTo>
                  <a:lnTo>
                    <a:pt x="40271" y="116434"/>
                  </a:lnTo>
                  <a:cubicBezTo>
                    <a:pt x="46640" y="123541"/>
                    <a:pt x="45988" y="134417"/>
                    <a:pt x="38814" y="140728"/>
                  </a:cubicBezTo>
                  <a:cubicBezTo>
                    <a:pt x="31641" y="147038"/>
                    <a:pt x="20663" y="146392"/>
                    <a:pt x="14294" y="139285"/>
                  </a:cubicBezTo>
                  <a:cubicBezTo>
                    <a:pt x="8489" y="132806"/>
                    <a:pt x="8449" y="123062"/>
                    <a:pt x="14202" y="116537"/>
                  </a:cubicBezTo>
                  <a:lnTo>
                    <a:pt x="6729" y="110062"/>
                  </a:lnTo>
                  <a:cubicBezTo>
                    <a:pt x="-3182" y="121315"/>
                    <a:pt x="-2009" y="138398"/>
                    <a:pt x="9350" y="148217"/>
                  </a:cubicBezTo>
                  <a:cubicBezTo>
                    <a:pt x="13034" y="151402"/>
                    <a:pt x="17513" y="153548"/>
                    <a:pt x="22321" y="154431"/>
                  </a:cubicBezTo>
                  <a:lnTo>
                    <a:pt x="22321" y="199237"/>
                  </a:lnTo>
                  <a:cubicBezTo>
                    <a:pt x="22332" y="208703"/>
                    <a:pt x="30076" y="216374"/>
                    <a:pt x="39631" y="216382"/>
                  </a:cubicBezTo>
                  <a:lnTo>
                    <a:pt x="71123" y="216382"/>
                  </a:lnTo>
                  <a:lnTo>
                    <a:pt x="71123" y="319791"/>
                  </a:lnTo>
                  <a:cubicBezTo>
                    <a:pt x="47881" y="321162"/>
                    <a:pt x="30161" y="340940"/>
                    <a:pt x="31545" y="363967"/>
                  </a:cubicBezTo>
                  <a:cubicBezTo>
                    <a:pt x="32869" y="386023"/>
                    <a:pt x="51303" y="403242"/>
                    <a:pt x="73604" y="403254"/>
                  </a:cubicBezTo>
                  <a:lnTo>
                    <a:pt x="237368" y="403254"/>
                  </a:lnTo>
                  <a:cubicBezTo>
                    <a:pt x="260651" y="403241"/>
                    <a:pt x="279515" y="384531"/>
                    <a:pt x="279502" y="361463"/>
                  </a:cubicBezTo>
                  <a:cubicBezTo>
                    <a:pt x="279490" y="339368"/>
                    <a:pt x="262111" y="321104"/>
                    <a:pt x="239849" y="319791"/>
                  </a:cubicBezTo>
                  <a:lnTo>
                    <a:pt x="239849" y="211500"/>
                  </a:lnTo>
                  <a:lnTo>
                    <a:pt x="262235" y="211500"/>
                  </a:lnTo>
                  <a:cubicBezTo>
                    <a:pt x="266312" y="211505"/>
                    <a:pt x="269616" y="214777"/>
                    <a:pt x="269625" y="218816"/>
                  </a:cubicBezTo>
                  <a:lnTo>
                    <a:pt x="269625" y="263617"/>
                  </a:lnTo>
                  <a:cubicBezTo>
                    <a:pt x="254803" y="266341"/>
                    <a:pt x="245017" y="280453"/>
                    <a:pt x="247765" y="295138"/>
                  </a:cubicBezTo>
                  <a:cubicBezTo>
                    <a:pt x="248671" y="299972"/>
                    <a:pt x="250888" y="304470"/>
                    <a:pt x="254181" y="308149"/>
                  </a:cubicBezTo>
                  <a:lnTo>
                    <a:pt x="261595" y="301609"/>
                  </a:lnTo>
                  <a:cubicBezTo>
                    <a:pt x="255228" y="294501"/>
                    <a:pt x="255882" y="283624"/>
                    <a:pt x="263056" y="277316"/>
                  </a:cubicBezTo>
                  <a:cubicBezTo>
                    <a:pt x="270230" y="271007"/>
                    <a:pt x="281209" y="271655"/>
                    <a:pt x="287576" y="278763"/>
                  </a:cubicBezTo>
                  <a:cubicBezTo>
                    <a:pt x="293381" y="285243"/>
                    <a:pt x="293418" y="294988"/>
                    <a:pt x="287663" y="301511"/>
                  </a:cubicBezTo>
                  <a:lnTo>
                    <a:pt x="295137" y="307981"/>
                  </a:lnTo>
                  <a:cubicBezTo>
                    <a:pt x="305046" y="296726"/>
                    <a:pt x="303869" y="279644"/>
                    <a:pt x="292510" y="269827"/>
                  </a:cubicBezTo>
                  <a:cubicBezTo>
                    <a:pt x="288829" y="266645"/>
                    <a:pt x="284353" y="264501"/>
                    <a:pt x="279550" y="263617"/>
                  </a:cubicBezTo>
                  <a:close/>
                  <a:moveTo>
                    <a:pt x="145561" y="19746"/>
                  </a:moveTo>
                  <a:cubicBezTo>
                    <a:pt x="145561" y="14315"/>
                    <a:pt x="150004" y="9912"/>
                    <a:pt x="155486" y="9912"/>
                  </a:cubicBezTo>
                  <a:cubicBezTo>
                    <a:pt x="160968" y="9912"/>
                    <a:pt x="165411" y="14315"/>
                    <a:pt x="165411" y="19746"/>
                  </a:cubicBezTo>
                  <a:cubicBezTo>
                    <a:pt x="165411" y="25177"/>
                    <a:pt x="160968" y="29579"/>
                    <a:pt x="155486" y="29579"/>
                  </a:cubicBezTo>
                  <a:cubicBezTo>
                    <a:pt x="150004" y="29582"/>
                    <a:pt x="145559" y="25182"/>
                    <a:pt x="145556" y="19750"/>
                  </a:cubicBezTo>
                  <a:cubicBezTo>
                    <a:pt x="145556" y="19749"/>
                    <a:pt x="145556" y="19747"/>
                    <a:pt x="145556" y="19746"/>
                  </a:cubicBezTo>
                  <a:close/>
                  <a:moveTo>
                    <a:pt x="81048" y="261011"/>
                  </a:moveTo>
                  <a:lnTo>
                    <a:pt x="121617" y="261011"/>
                  </a:lnTo>
                  <a:lnTo>
                    <a:pt x="137785" y="226963"/>
                  </a:lnTo>
                  <a:lnTo>
                    <a:pt x="152975" y="284627"/>
                  </a:lnTo>
                  <a:lnTo>
                    <a:pt x="173475" y="242834"/>
                  </a:lnTo>
                  <a:lnTo>
                    <a:pt x="186378" y="273171"/>
                  </a:lnTo>
                  <a:lnTo>
                    <a:pt x="196382" y="263037"/>
                  </a:lnTo>
                  <a:cubicBezTo>
                    <a:pt x="197707" y="261834"/>
                    <a:pt x="199411" y="261123"/>
                    <a:pt x="201206" y="261026"/>
                  </a:cubicBezTo>
                  <a:lnTo>
                    <a:pt x="229909" y="261026"/>
                  </a:lnTo>
                  <a:lnTo>
                    <a:pt x="229909" y="319669"/>
                  </a:lnTo>
                  <a:lnTo>
                    <a:pt x="81033" y="319669"/>
                  </a:lnTo>
                  <a:close/>
                  <a:moveTo>
                    <a:pt x="112749" y="152498"/>
                  </a:moveTo>
                  <a:cubicBezTo>
                    <a:pt x="103467" y="152485"/>
                    <a:pt x="95946" y="145032"/>
                    <a:pt x="95936" y="135835"/>
                  </a:cubicBezTo>
                  <a:lnTo>
                    <a:pt x="95936" y="80659"/>
                  </a:lnTo>
                  <a:cubicBezTo>
                    <a:pt x="95946" y="71463"/>
                    <a:pt x="103467" y="64010"/>
                    <a:pt x="112749" y="63996"/>
                  </a:cubicBezTo>
                  <a:lnTo>
                    <a:pt x="198218" y="63996"/>
                  </a:lnTo>
                  <a:cubicBezTo>
                    <a:pt x="207501" y="64010"/>
                    <a:pt x="215023" y="71462"/>
                    <a:pt x="215037" y="80659"/>
                  </a:cubicBezTo>
                  <a:lnTo>
                    <a:pt x="215037" y="135835"/>
                  </a:lnTo>
                  <a:cubicBezTo>
                    <a:pt x="215023" y="145033"/>
                    <a:pt x="207501" y="152485"/>
                    <a:pt x="198218" y="152498"/>
                  </a:cubicBezTo>
                  <a:lnTo>
                    <a:pt x="112749" y="152498"/>
                  </a:lnTo>
                  <a:close/>
                  <a:moveTo>
                    <a:pt x="138941" y="162332"/>
                  </a:moveTo>
                  <a:lnTo>
                    <a:pt x="173679" y="162332"/>
                  </a:lnTo>
                  <a:lnTo>
                    <a:pt x="173679" y="177082"/>
                  </a:lnTo>
                  <a:lnTo>
                    <a:pt x="138941" y="177082"/>
                  </a:lnTo>
                  <a:close/>
                  <a:moveTo>
                    <a:pt x="129016" y="186916"/>
                  </a:moveTo>
                  <a:lnTo>
                    <a:pt x="229924" y="186916"/>
                  </a:lnTo>
                  <a:lnTo>
                    <a:pt x="229924" y="251178"/>
                  </a:lnTo>
                  <a:lnTo>
                    <a:pt x="201221" y="251178"/>
                  </a:lnTo>
                  <a:cubicBezTo>
                    <a:pt x="196965" y="251264"/>
                    <a:pt x="192887" y="252879"/>
                    <a:pt x="189742" y="255721"/>
                  </a:cubicBezTo>
                  <a:lnTo>
                    <a:pt x="174110" y="219012"/>
                  </a:lnTo>
                  <a:lnTo>
                    <a:pt x="155794" y="256380"/>
                  </a:lnTo>
                  <a:lnTo>
                    <a:pt x="140469" y="198224"/>
                  </a:lnTo>
                  <a:lnTo>
                    <a:pt x="115319" y="251178"/>
                  </a:lnTo>
                  <a:lnTo>
                    <a:pt x="81048" y="251178"/>
                  </a:lnTo>
                  <a:lnTo>
                    <a:pt x="81048" y="186916"/>
                  </a:lnTo>
                  <a:close/>
                  <a:moveTo>
                    <a:pt x="269625" y="361461"/>
                  </a:moveTo>
                  <a:cubicBezTo>
                    <a:pt x="269603" y="379102"/>
                    <a:pt x="255174" y="393398"/>
                    <a:pt x="237368" y="393420"/>
                  </a:cubicBezTo>
                  <a:lnTo>
                    <a:pt x="73604" y="393420"/>
                  </a:lnTo>
                  <a:cubicBezTo>
                    <a:pt x="55789" y="393420"/>
                    <a:pt x="41348" y="379112"/>
                    <a:pt x="41348" y="361461"/>
                  </a:cubicBezTo>
                  <a:cubicBezTo>
                    <a:pt x="41348" y="343810"/>
                    <a:pt x="55789" y="329502"/>
                    <a:pt x="73604" y="329502"/>
                  </a:cubicBezTo>
                  <a:lnTo>
                    <a:pt x="237368" y="329502"/>
                  </a:lnTo>
                  <a:cubicBezTo>
                    <a:pt x="255174" y="329524"/>
                    <a:pt x="269603" y="343820"/>
                    <a:pt x="269625" y="361461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1A1C428F-BEF6-B889-00B9-CC742525B228}"/>
                </a:ext>
              </a:extLst>
            </p:cNvPr>
            <p:cNvSpPr/>
            <p:nvPr/>
          </p:nvSpPr>
          <p:spPr>
            <a:xfrm>
              <a:off x="5153836" y="5471085"/>
              <a:ext cx="42677" cy="42284"/>
            </a:xfrm>
            <a:custGeom>
              <a:avLst/>
              <a:gdLst>
                <a:gd name="csX0" fmla="*/ 42678 w 42677"/>
                <a:gd name="csY0" fmla="*/ 21142 h 42284"/>
                <a:gd name="csX1" fmla="*/ 21339 w 42677"/>
                <a:gd name="csY1" fmla="*/ 0 h 42284"/>
                <a:gd name="csX2" fmla="*/ 0 w 42677"/>
                <a:gd name="csY2" fmla="*/ 21142 h 42284"/>
                <a:gd name="csX3" fmla="*/ 21339 w 42677"/>
                <a:gd name="csY3" fmla="*/ 42284 h 42284"/>
                <a:gd name="csX4" fmla="*/ 42678 w 42677"/>
                <a:gd name="csY4" fmla="*/ 21142 h 42284"/>
                <a:gd name="csX5" fmla="*/ 21339 w 42677"/>
                <a:gd name="csY5" fmla="*/ 35892 h 42284"/>
                <a:gd name="csX6" fmla="*/ 6451 w 42677"/>
                <a:gd name="csY6" fmla="*/ 21142 h 42284"/>
                <a:gd name="csX7" fmla="*/ 21339 w 42677"/>
                <a:gd name="csY7" fmla="*/ 6392 h 42284"/>
                <a:gd name="csX8" fmla="*/ 36227 w 42677"/>
                <a:gd name="csY8" fmla="*/ 21142 h 42284"/>
                <a:gd name="csX9" fmla="*/ 21339 w 42677"/>
                <a:gd name="csY9" fmla="*/ 35892 h 42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77" h="42284">
                  <a:moveTo>
                    <a:pt x="42678" y="21142"/>
                  </a:moveTo>
                  <a:cubicBezTo>
                    <a:pt x="42678" y="9466"/>
                    <a:pt x="33124" y="0"/>
                    <a:pt x="21339" y="0"/>
                  </a:cubicBezTo>
                  <a:cubicBezTo>
                    <a:pt x="9554" y="0"/>
                    <a:pt x="0" y="9466"/>
                    <a:pt x="0" y="21142"/>
                  </a:cubicBezTo>
                  <a:cubicBezTo>
                    <a:pt x="0" y="32818"/>
                    <a:pt x="9554" y="42284"/>
                    <a:pt x="21339" y="42284"/>
                  </a:cubicBezTo>
                  <a:cubicBezTo>
                    <a:pt x="33124" y="42284"/>
                    <a:pt x="42678" y="32818"/>
                    <a:pt x="42678" y="21142"/>
                  </a:cubicBezTo>
                  <a:close/>
                  <a:moveTo>
                    <a:pt x="21339" y="35892"/>
                  </a:moveTo>
                  <a:cubicBezTo>
                    <a:pt x="13116" y="35892"/>
                    <a:pt x="6451" y="29289"/>
                    <a:pt x="6451" y="21142"/>
                  </a:cubicBezTo>
                  <a:cubicBezTo>
                    <a:pt x="6451" y="12996"/>
                    <a:pt x="13116" y="6392"/>
                    <a:pt x="21339" y="6392"/>
                  </a:cubicBezTo>
                  <a:cubicBezTo>
                    <a:pt x="29561" y="6392"/>
                    <a:pt x="36227" y="12996"/>
                    <a:pt x="36227" y="21142"/>
                  </a:cubicBezTo>
                  <a:cubicBezTo>
                    <a:pt x="36227" y="29289"/>
                    <a:pt x="29561" y="35892"/>
                    <a:pt x="21339" y="35892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35D2EF36-4B73-9BC7-280D-7AB659FDA0DE}"/>
                </a:ext>
              </a:extLst>
            </p:cNvPr>
            <p:cNvSpPr/>
            <p:nvPr/>
          </p:nvSpPr>
          <p:spPr>
            <a:xfrm>
              <a:off x="5167731" y="5484852"/>
              <a:ext cx="14887" cy="14750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E726AD08-DC99-1790-8EC1-72A22FC3E5E2}"/>
                </a:ext>
              </a:extLst>
            </p:cNvPr>
            <p:cNvSpPr/>
            <p:nvPr/>
          </p:nvSpPr>
          <p:spPr>
            <a:xfrm>
              <a:off x="5104210" y="5471085"/>
              <a:ext cx="42677" cy="42284"/>
            </a:xfrm>
            <a:custGeom>
              <a:avLst/>
              <a:gdLst>
                <a:gd name="csX0" fmla="*/ 21339 w 42677"/>
                <a:gd name="csY0" fmla="*/ 0 h 42284"/>
                <a:gd name="csX1" fmla="*/ 0 w 42677"/>
                <a:gd name="csY1" fmla="*/ 21142 h 42284"/>
                <a:gd name="csX2" fmla="*/ 21339 w 42677"/>
                <a:gd name="csY2" fmla="*/ 42284 h 42284"/>
                <a:gd name="csX3" fmla="*/ 42678 w 42677"/>
                <a:gd name="csY3" fmla="*/ 21142 h 42284"/>
                <a:gd name="csX4" fmla="*/ 21339 w 42677"/>
                <a:gd name="csY4" fmla="*/ 0 h 42284"/>
                <a:gd name="csX5" fmla="*/ 21339 w 42677"/>
                <a:gd name="csY5" fmla="*/ 35892 h 42284"/>
                <a:gd name="csX6" fmla="*/ 6451 w 42677"/>
                <a:gd name="csY6" fmla="*/ 21142 h 42284"/>
                <a:gd name="csX7" fmla="*/ 21339 w 42677"/>
                <a:gd name="csY7" fmla="*/ 6392 h 42284"/>
                <a:gd name="csX8" fmla="*/ 36227 w 42677"/>
                <a:gd name="csY8" fmla="*/ 21142 h 42284"/>
                <a:gd name="csX9" fmla="*/ 21339 w 42677"/>
                <a:gd name="csY9" fmla="*/ 35892 h 42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77" h="42284">
                  <a:moveTo>
                    <a:pt x="21339" y="0"/>
                  </a:moveTo>
                  <a:cubicBezTo>
                    <a:pt x="9554" y="0"/>
                    <a:pt x="0" y="9466"/>
                    <a:pt x="0" y="21142"/>
                  </a:cubicBezTo>
                  <a:cubicBezTo>
                    <a:pt x="0" y="32818"/>
                    <a:pt x="9554" y="42284"/>
                    <a:pt x="21339" y="42284"/>
                  </a:cubicBezTo>
                  <a:cubicBezTo>
                    <a:pt x="33124" y="42284"/>
                    <a:pt x="42678" y="32818"/>
                    <a:pt x="42678" y="21142"/>
                  </a:cubicBezTo>
                  <a:cubicBezTo>
                    <a:pt x="42678" y="9466"/>
                    <a:pt x="33124" y="0"/>
                    <a:pt x="21339" y="0"/>
                  </a:cubicBezTo>
                  <a:close/>
                  <a:moveTo>
                    <a:pt x="21339" y="35892"/>
                  </a:moveTo>
                  <a:cubicBezTo>
                    <a:pt x="13116" y="35892"/>
                    <a:pt x="6451" y="29289"/>
                    <a:pt x="6451" y="21142"/>
                  </a:cubicBezTo>
                  <a:cubicBezTo>
                    <a:pt x="6451" y="12996"/>
                    <a:pt x="13116" y="6392"/>
                    <a:pt x="21339" y="6392"/>
                  </a:cubicBezTo>
                  <a:cubicBezTo>
                    <a:pt x="29561" y="6392"/>
                    <a:pt x="36227" y="12996"/>
                    <a:pt x="36227" y="21142"/>
                  </a:cubicBezTo>
                  <a:cubicBezTo>
                    <a:pt x="36227" y="29289"/>
                    <a:pt x="29561" y="35892"/>
                    <a:pt x="21339" y="35892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C031A711-B4CD-09D6-7605-D2116618E084}"/>
                </a:ext>
              </a:extLst>
            </p:cNvPr>
            <p:cNvSpPr/>
            <p:nvPr/>
          </p:nvSpPr>
          <p:spPr>
            <a:xfrm>
              <a:off x="5118105" y="5484852"/>
              <a:ext cx="14887" cy="14750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4FA7A13E-D85A-099E-F9FC-47181D6A41EE}"/>
                </a:ext>
              </a:extLst>
            </p:cNvPr>
            <p:cNvSpPr/>
            <p:nvPr/>
          </p:nvSpPr>
          <p:spPr>
            <a:xfrm>
              <a:off x="5140442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94A0C458-3F56-8999-685C-70B7593EFB1C}"/>
                </a:ext>
              </a:extLst>
            </p:cNvPr>
            <p:cNvSpPr/>
            <p:nvPr/>
          </p:nvSpPr>
          <p:spPr>
            <a:xfrm>
              <a:off x="5068485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E1BCD22A-71A3-A151-7305-C4FA69000EC9}"/>
                </a:ext>
              </a:extLst>
            </p:cNvPr>
            <p:cNvSpPr/>
            <p:nvPr/>
          </p:nvSpPr>
          <p:spPr>
            <a:xfrm>
              <a:off x="5212398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369" name="Graphic 131" descr="Robot outline">
            <a:extLst>
              <a:ext uri="{FF2B5EF4-FFF2-40B4-BE49-F238E27FC236}">
                <a16:creationId xmlns:a16="http://schemas.microsoft.com/office/drawing/2014/main" id="{A6018560-9145-141C-B468-CA0B4A733D0D}"/>
              </a:ext>
            </a:extLst>
          </p:cNvPr>
          <p:cNvGrpSpPr/>
          <p:nvPr/>
        </p:nvGrpSpPr>
        <p:grpSpPr>
          <a:xfrm>
            <a:off x="9451794" y="850051"/>
            <a:ext cx="315341" cy="421260"/>
            <a:chOff x="9257793" y="2566684"/>
            <a:chExt cx="315341" cy="421260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F30ADED-680E-D83A-6419-58D1E5A5BE72}"/>
                </a:ext>
              </a:extLst>
            </p:cNvPr>
            <p:cNvSpPr/>
            <p:nvPr/>
          </p:nvSpPr>
          <p:spPr>
            <a:xfrm>
              <a:off x="9257793" y="2566684"/>
              <a:ext cx="315341" cy="421260"/>
            </a:xfrm>
            <a:custGeom>
              <a:avLst/>
              <a:gdLst>
                <a:gd name="csX0" fmla="*/ 292032 w 315341"/>
                <a:gd name="csY0" fmla="*/ 275389 h 421260"/>
                <a:gd name="csX1" fmla="*/ 292032 w 315341"/>
                <a:gd name="csY1" fmla="*/ 228587 h 421260"/>
                <a:gd name="csX2" fmla="*/ 273945 w 315341"/>
                <a:gd name="csY2" fmla="*/ 210671 h 421260"/>
                <a:gd name="csX3" fmla="*/ 250559 w 315341"/>
                <a:gd name="csY3" fmla="*/ 210671 h 421260"/>
                <a:gd name="csX4" fmla="*/ 250559 w 315341"/>
                <a:gd name="csY4" fmla="*/ 184990 h 421260"/>
                <a:gd name="csX5" fmla="*/ 191802 w 315341"/>
                <a:gd name="csY5" fmla="*/ 184990 h 421260"/>
                <a:gd name="csX6" fmla="*/ 191802 w 315341"/>
                <a:gd name="csY6" fmla="*/ 169581 h 421260"/>
                <a:gd name="csX7" fmla="*/ 207070 w 315341"/>
                <a:gd name="csY7" fmla="*/ 169581 h 421260"/>
                <a:gd name="csX8" fmla="*/ 235007 w 315341"/>
                <a:gd name="csY8" fmla="*/ 141901 h 421260"/>
                <a:gd name="csX9" fmla="*/ 235007 w 315341"/>
                <a:gd name="csY9" fmla="*/ 84261 h 421260"/>
                <a:gd name="csX10" fmla="*/ 207070 w 315341"/>
                <a:gd name="csY10" fmla="*/ 56581 h 421260"/>
                <a:gd name="csX11" fmla="*/ 167613 w 315341"/>
                <a:gd name="csY11" fmla="*/ 56581 h 421260"/>
                <a:gd name="csX12" fmla="*/ 167613 w 315341"/>
                <a:gd name="csY12" fmla="*/ 40443 h 421260"/>
                <a:gd name="csX13" fmla="*/ 182507 w 315341"/>
                <a:gd name="csY13" fmla="*/ 15414 h 421260"/>
                <a:gd name="csX14" fmla="*/ 157245 w 315341"/>
                <a:gd name="csY14" fmla="*/ 657 h 421260"/>
                <a:gd name="csX15" fmla="*/ 142351 w 315341"/>
                <a:gd name="csY15" fmla="*/ 25687 h 421260"/>
                <a:gd name="csX16" fmla="*/ 157245 w 315341"/>
                <a:gd name="csY16" fmla="*/ 40443 h 421260"/>
                <a:gd name="csX17" fmla="*/ 157245 w 315341"/>
                <a:gd name="csY17" fmla="*/ 56581 h 421260"/>
                <a:gd name="csX18" fmla="*/ 117783 w 315341"/>
                <a:gd name="csY18" fmla="*/ 56581 h 421260"/>
                <a:gd name="csX19" fmla="*/ 89851 w 315341"/>
                <a:gd name="csY19" fmla="*/ 84261 h 421260"/>
                <a:gd name="csX20" fmla="*/ 89851 w 315341"/>
                <a:gd name="csY20" fmla="*/ 141901 h 421260"/>
                <a:gd name="csX21" fmla="*/ 117783 w 315341"/>
                <a:gd name="csY21" fmla="*/ 169581 h 421260"/>
                <a:gd name="csX22" fmla="*/ 134777 w 315341"/>
                <a:gd name="csY22" fmla="*/ 169581 h 421260"/>
                <a:gd name="csX23" fmla="*/ 134777 w 315341"/>
                <a:gd name="csY23" fmla="*/ 184990 h 421260"/>
                <a:gd name="csX24" fmla="*/ 74299 w 315341"/>
                <a:gd name="csY24" fmla="*/ 184990 h 421260"/>
                <a:gd name="csX25" fmla="*/ 74299 w 315341"/>
                <a:gd name="csY25" fmla="*/ 215772 h 421260"/>
                <a:gd name="csX26" fmla="*/ 41400 w 315341"/>
                <a:gd name="csY26" fmla="*/ 215772 h 421260"/>
                <a:gd name="csX27" fmla="*/ 33686 w 315341"/>
                <a:gd name="csY27" fmla="*/ 208134 h 421260"/>
                <a:gd name="csX28" fmla="*/ 33686 w 315341"/>
                <a:gd name="csY28" fmla="*/ 161327 h 421260"/>
                <a:gd name="csX29" fmla="*/ 56521 w 315341"/>
                <a:gd name="csY29" fmla="*/ 128399 h 421260"/>
                <a:gd name="csX30" fmla="*/ 49814 w 315341"/>
                <a:gd name="csY30" fmla="*/ 114802 h 421260"/>
                <a:gd name="csX31" fmla="*/ 42069 w 315341"/>
                <a:gd name="csY31" fmla="*/ 121633 h 421260"/>
                <a:gd name="csX32" fmla="*/ 40547 w 315341"/>
                <a:gd name="csY32" fmla="*/ 147012 h 421260"/>
                <a:gd name="csX33" fmla="*/ 14933 w 315341"/>
                <a:gd name="csY33" fmla="*/ 145505 h 421260"/>
                <a:gd name="csX34" fmla="*/ 14837 w 315341"/>
                <a:gd name="csY34" fmla="*/ 121741 h 421260"/>
                <a:gd name="csX35" fmla="*/ 7029 w 315341"/>
                <a:gd name="csY35" fmla="*/ 114976 h 421260"/>
                <a:gd name="csX36" fmla="*/ 9767 w 315341"/>
                <a:gd name="csY36" fmla="*/ 154835 h 421260"/>
                <a:gd name="csX37" fmla="*/ 23318 w 315341"/>
                <a:gd name="csY37" fmla="*/ 161327 h 421260"/>
                <a:gd name="csX38" fmla="*/ 23318 w 315341"/>
                <a:gd name="csY38" fmla="*/ 208134 h 421260"/>
                <a:gd name="csX39" fmla="*/ 41400 w 315341"/>
                <a:gd name="csY39" fmla="*/ 226044 h 421260"/>
                <a:gd name="csX40" fmla="*/ 74299 w 315341"/>
                <a:gd name="csY40" fmla="*/ 226044 h 421260"/>
                <a:gd name="csX41" fmla="*/ 74299 w 315341"/>
                <a:gd name="csY41" fmla="*/ 334071 h 421260"/>
                <a:gd name="csX42" fmla="*/ 32953 w 315341"/>
                <a:gd name="csY42" fmla="*/ 380219 h 421260"/>
                <a:gd name="csX43" fmla="*/ 76891 w 315341"/>
                <a:gd name="csY43" fmla="*/ 421260 h 421260"/>
                <a:gd name="csX44" fmla="*/ 247967 w 315341"/>
                <a:gd name="csY44" fmla="*/ 421260 h 421260"/>
                <a:gd name="csX45" fmla="*/ 291983 w 315341"/>
                <a:gd name="csY45" fmla="*/ 377604 h 421260"/>
                <a:gd name="csX46" fmla="*/ 250559 w 315341"/>
                <a:gd name="csY46" fmla="*/ 334071 h 421260"/>
                <a:gd name="csX47" fmla="*/ 250559 w 315341"/>
                <a:gd name="csY47" fmla="*/ 220944 h 421260"/>
                <a:gd name="csX48" fmla="*/ 273945 w 315341"/>
                <a:gd name="csY48" fmla="*/ 220944 h 421260"/>
                <a:gd name="csX49" fmla="*/ 281664 w 315341"/>
                <a:gd name="csY49" fmla="*/ 228587 h 421260"/>
                <a:gd name="csX50" fmla="*/ 281664 w 315341"/>
                <a:gd name="csY50" fmla="*/ 275389 h 421260"/>
                <a:gd name="csX51" fmla="*/ 258829 w 315341"/>
                <a:gd name="csY51" fmla="*/ 308317 h 421260"/>
                <a:gd name="csX52" fmla="*/ 265531 w 315341"/>
                <a:gd name="csY52" fmla="*/ 321909 h 421260"/>
                <a:gd name="csX53" fmla="*/ 273276 w 315341"/>
                <a:gd name="csY53" fmla="*/ 315077 h 421260"/>
                <a:gd name="csX54" fmla="*/ 274802 w 315341"/>
                <a:gd name="csY54" fmla="*/ 289699 h 421260"/>
                <a:gd name="csX55" fmla="*/ 300417 w 315341"/>
                <a:gd name="csY55" fmla="*/ 291211 h 421260"/>
                <a:gd name="csX56" fmla="*/ 300508 w 315341"/>
                <a:gd name="csY56" fmla="*/ 314975 h 421260"/>
                <a:gd name="csX57" fmla="*/ 308316 w 315341"/>
                <a:gd name="csY57" fmla="*/ 321734 h 421260"/>
                <a:gd name="csX58" fmla="*/ 305571 w 315341"/>
                <a:gd name="csY58" fmla="*/ 281876 h 421260"/>
                <a:gd name="csX59" fmla="*/ 292032 w 315341"/>
                <a:gd name="csY59" fmla="*/ 275389 h 421260"/>
                <a:gd name="csX60" fmla="*/ 152061 w 315341"/>
                <a:gd name="csY60" fmla="*/ 20627 h 421260"/>
                <a:gd name="csX61" fmla="*/ 162429 w 315341"/>
                <a:gd name="csY61" fmla="*/ 10355 h 421260"/>
                <a:gd name="csX62" fmla="*/ 172797 w 315341"/>
                <a:gd name="csY62" fmla="*/ 20627 h 421260"/>
                <a:gd name="csX63" fmla="*/ 162429 w 315341"/>
                <a:gd name="csY63" fmla="*/ 30900 h 421260"/>
                <a:gd name="csX64" fmla="*/ 152056 w 315341"/>
                <a:gd name="csY64" fmla="*/ 20632 h 421260"/>
                <a:gd name="csX65" fmla="*/ 152056 w 315341"/>
                <a:gd name="csY65" fmla="*/ 20627 h 421260"/>
                <a:gd name="csX66" fmla="*/ 84667 w 315341"/>
                <a:gd name="csY66" fmla="*/ 272667 h 421260"/>
                <a:gd name="csX67" fmla="*/ 127047 w 315341"/>
                <a:gd name="csY67" fmla="*/ 272667 h 421260"/>
                <a:gd name="csX68" fmla="*/ 143937 w 315341"/>
                <a:gd name="csY68" fmla="*/ 237098 h 421260"/>
                <a:gd name="csX69" fmla="*/ 159806 w 315341"/>
                <a:gd name="csY69" fmla="*/ 297336 h 421260"/>
                <a:gd name="csX70" fmla="*/ 181221 w 315341"/>
                <a:gd name="csY70" fmla="*/ 253678 h 421260"/>
                <a:gd name="csX71" fmla="*/ 194700 w 315341"/>
                <a:gd name="csY71" fmla="*/ 285369 h 421260"/>
                <a:gd name="csX72" fmla="*/ 205151 w 315341"/>
                <a:gd name="csY72" fmla="*/ 274783 h 421260"/>
                <a:gd name="csX73" fmla="*/ 210190 w 315341"/>
                <a:gd name="csY73" fmla="*/ 272682 h 421260"/>
                <a:gd name="csX74" fmla="*/ 240175 w 315341"/>
                <a:gd name="csY74" fmla="*/ 272682 h 421260"/>
                <a:gd name="csX75" fmla="*/ 240175 w 315341"/>
                <a:gd name="csY75" fmla="*/ 333943 h 421260"/>
                <a:gd name="csX76" fmla="*/ 84651 w 315341"/>
                <a:gd name="csY76" fmla="*/ 333943 h 421260"/>
                <a:gd name="csX77" fmla="*/ 117783 w 315341"/>
                <a:gd name="csY77" fmla="*/ 159308 h 421260"/>
                <a:gd name="csX78" fmla="*/ 100219 w 315341"/>
                <a:gd name="csY78" fmla="*/ 141901 h 421260"/>
                <a:gd name="csX79" fmla="*/ 100219 w 315341"/>
                <a:gd name="csY79" fmla="*/ 84261 h 421260"/>
                <a:gd name="csX80" fmla="*/ 117783 w 315341"/>
                <a:gd name="csY80" fmla="*/ 66854 h 421260"/>
                <a:gd name="csX81" fmla="*/ 207070 w 315341"/>
                <a:gd name="csY81" fmla="*/ 66854 h 421260"/>
                <a:gd name="csX82" fmla="*/ 224639 w 315341"/>
                <a:gd name="csY82" fmla="*/ 84261 h 421260"/>
                <a:gd name="csX83" fmla="*/ 224639 w 315341"/>
                <a:gd name="csY83" fmla="*/ 141901 h 421260"/>
                <a:gd name="csX84" fmla="*/ 207070 w 315341"/>
                <a:gd name="csY84" fmla="*/ 159308 h 421260"/>
                <a:gd name="csX85" fmla="*/ 117783 w 315341"/>
                <a:gd name="csY85" fmla="*/ 159308 h 421260"/>
                <a:gd name="csX86" fmla="*/ 145145 w 315341"/>
                <a:gd name="csY86" fmla="*/ 169581 h 421260"/>
                <a:gd name="csX87" fmla="*/ 181434 w 315341"/>
                <a:gd name="csY87" fmla="*/ 169581 h 421260"/>
                <a:gd name="csX88" fmla="*/ 181434 w 315341"/>
                <a:gd name="csY88" fmla="*/ 184990 h 421260"/>
                <a:gd name="csX89" fmla="*/ 145145 w 315341"/>
                <a:gd name="csY89" fmla="*/ 184990 h 421260"/>
                <a:gd name="csX90" fmla="*/ 134777 w 315341"/>
                <a:gd name="csY90" fmla="*/ 195262 h 421260"/>
                <a:gd name="csX91" fmla="*/ 240191 w 315341"/>
                <a:gd name="csY91" fmla="*/ 195262 h 421260"/>
                <a:gd name="csX92" fmla="*/ 240191 w 315341"/>
                <a:gd name="csY92" fmla="*/ 262394 h 421260"/>
                <a:gd name="csX93" fmla="*/ 210206 w 315341"/>
                <a:gd name="csY93" fmla="*/ 262394 h 421260"/>
                <a:gd name="csX94" fmla="*/ 198215 w 315341"/>
                <a:gd name="csY94" fmla="*/ 267140 h 421260"/>
                <a:gd name="csX95" fmla="*/ 181885 w 315341"/>
                <a:gd name="csY95" fmla="*/ 228792 h 421260"/>
                <a:gd name="csX96" fmla="*/ 162750 w 315341"/>
                <a:gd name="csY96" fmla="*/ 267828 h 421260"/>
                <a:gd name="csX97" fmla="*/ 146742 w 315341"/>
                <a:gd name="csY97" fmla="*/ 207076 h 421260"/>
                <a:gd name="csX98" fmla="*/ 120469 w 315341"/>
                <a:gd name="csY98" fmla="*/ 262394 h 421260"/>
                <a:gd name="csX99" fmla="*/ 84667 w 315341"/>
                <a:gd name="csY99" fmla="*/ 262394 h 421260"/>
                <a:gd name="csX100" fmla="*/ 84667 w 315341"/>
                <a:gd name="csY100" fmla="*/ 195262 h 421260"/>
                <a:gd name="csX101" fmla="*/ 281664 w 315341"/>
                <a:gd name="csY101" fmla="*/ 377602 h 421260"/>
                <a:gd name="csX102" fmla="*/ 247967 w 315341"/>
                <a:gd name="csY102" fmla="*/ 410988 h 421260"/>
                <a:gd name="csX103" fmla="*/ 76891 w 315341"/>
                <a:gd name="csY103" fmla="*/ 410988 h 421260"/>
                <a:gd name="csX104" fmla="*/ 43194 w 315341"/>
                <a:gd name="csY104" fmla="*/ 377602 h 421260"/>
                <a:gd name="csX105" fmla="*/ 76891 w 315341"/>
                <a:gd name="csY105" fmla="*/ 344216 h 421260"/>
                <a:gd name="csX106" fmla="*/ 247967 w 315341"/>
                <a:gd name="csY106" fmla="*/ 344216 h 421260"/>
                <a:gd name="csX107" fmla="*/ 281664 w 315341"/>
                <a:gd name="csY107" fmla="*/ 377602 h 42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15341" h="421260">
                  <a:moveTo>
                    <a:pt x="292032" y="275389"/>
                  </a:moveTo>
                  <a:lnTo>
                    <a:pt x="292032" y="228587"/>
                  </a:lnTo>
                  <a:cubicBezTo>
                    <a:pt x="292021" y="218695"/>
                    <a:pt x="283929" y="210680"/>
                    <a:pt x="273945" y="210671"/>
                  </a:cubicBezTo>
                  <a:lnTo>
                    <a:pt x="250559" y="210671"/>
                  </a:lnTo>
                  <a:lnTo>
                    <a:pt x="250559" y="184990"/>
                  </a:lnTo>
                  <a:lnTo>
                    <a:pt x="191802" y="184990"/>
                  </a:lnTo>
                  <a:lnTo>
                    <a:pt x="191802" y="169581"/>
                  </a:lnTo>
                  <a:lnTo>
                    <a:pt x="207070" y="169581"/>
                  </a:lnTo>
                  <a:cubicBezTo>
                    <a:pt x="222493" y="169566"/>
                    <a:pt x="234992" y="157182"/>
                    <a:pt x="235007" y="141901"/>
                  </a:cubicBezTo>
                  <a:lnTo>
                    <a:pt x="235007" y="84261"/>
                  </a:lnTo>
                  <a:cubicBezTo>
                    <a:pt x="234992" y="68980"/>
                    <a:pt x="222493" y="56596"/>
                    <a:pt x="207070" y="56581"/>
                  </a:cubicBezTo>
                  <a:lnTo>
                    <a:pt x="167613" y="56581"/>
                  </a:lnTo>
                  <a:lnTo>
                    <a:pt x="167613" y="40443"/>
                  </a:lnTo>
                  <a:cubicBezTo>
                    <a:pt x="178702" y="37606"/>
                    <a:pt x="185370" y="26400"/>
                    <a:pt x="182507" y="15414"/>
                  </a:cubicBezTo>
                  <a:cubicBezTo>
                    <a:pt x="179644" y="4427"/>
                    <a:pt x="168334" y="-2179"/>
                    <a:pt x="157245" y="657"/>
                  </a:cubicBezTo>
                  <a:cubicBezTo>
                    <a:pt x="146156" y="3494"/>
                    <a:pt x="139488" y="14700"/>
                    <a:pt x="142351" y="25687"/>
                  </a:cubicBezTo>
                  <a:cubicBezTo>
                    <a:pt x="144237" y="32924"/>
                    <a:pt x="149940" y="38575"/>
                    <a:pt x="157245" y="40443"/>
                  </a:cubicBezTo>
                  <a:lnTo>
                    <a:pt x="157245" y="56581"/>
                  </a:lnTo>
                  <a:lnTo>
                    <a:pt x="117783" y="56581"/>
                  </a:lnTo>
                  <a:cubicBezTo>
                    <a:pt x="102362" y="56598"/>
                    <a:pt x="89866" y="68982"/>
                    <a:pt x="89851" y="84261"/>
                  </a:cubicBezTo>
                  <a:lnTo>
                    <a:pt x="89851" y="141901"/>
                  </a:lnTo>
                  <a:cubicBezTo>
                    <a:pt x="89866" y="157180"/>
                    <a:pt x="102362" y="169564"/>
                    <a:pt x="117783" y="169581"/>
                  </a:cubicBezTo>
                  <a:lnTo>
                    <a:pt x="134777" y="169581"/>
                  </a:lnTo>
                  <a:lnTo>
                    <a:pt x="134777" y="184990"/>
                  </a:lnTo>
                  <a:lnTo>
                    <a:pt x="74299" y="184990"/>
                  </a:lnTo>
                  <a:lnTo>
                    <a:pt x="74299" y="215772"/>
                  </a:lnTo>
                  <a:lnTo>
                    <a:pt x="41400" y="215772"/>
                  </a:lnTo>
                  <a:cubicBezTo>
                    <a:pt x="37143" y="215769"/>
                    <a:pt x="33692" y="212352"/>
                    <a:pt x="33686" y="208134"/>
                  </a:cubicBezTo>
                  <a:lnTo>
                    <a:pt x="33686" y="161327"/>
                  </a:lnTo>
                  <a:cubicBezTo>
                    <a:pt x="49169" y="158481"/>
                    <a:pt x="59393" y="143739"/>
                    <a:pt x="56521" y="128399"/>
                  </a:cubicBezTo>
                  <a:cubicBezTo>
                    <a:pt x="55575" y="123346"/>
                    <a:pt x="53256" y="118645"/>
                    <a:pt x="49814" y="114802"/>
                  </a:cubicBezTo>
                  <a:lnTo>
                    <a:pt x="42069" y="121633"/>
                  </a:lnTo>
                  <a:cubicBezTo>
                    <a:pt x="48722" y="129058"/>
                    <a:pt x="48041" y="140420"/>
                    <a:pt x="40547" y="147012"/>
                  </a:cubicBezTo>
                  <a:cubicBezTo>
                    <a:pt x="33054" y="153604"/>
                    <a:pt x="21586" y="152929"/>
                    <a:pt x="14933" y="145505"/>
                  </a:cubicBezTo>
                  <a:cubicBezTo>
                    <a:pt x="8868" y="138736"/>
                    <a:pt x="8827" y="128557"/>
                    <a:pt x="14837" y="121741"/>
                  </a:cubicBezTo>
                  <a:lnTo>
                    <a:pt x="7029" y="114976"/>
                  </a:lnTo>
                  <a:cubicBezTo>
                    <a:pt x="-3324" y="126732"/>
                    <a:pt x="-2098" y="144577"/>
                    <a:pt x="9767" y="154835"/>
                  </a:cubicBezTo>
                  <a:cubicBezTo>
                    <a:pt x="13616" y="158163"/>
                    <a:pt x="18295" y="160405"/>
                    <a:pt x="23318" y="161327"/>
                  </a:cubicBezTo>
                  <a:lnTo>
                    <a:pt x="23318" y="208134"/>
                  </a:lnTo>
                  <a:cubicBezTo>
                    <a:pt x="23329" y="218023"/>
                    <a:pt x="31419" y="226035"/>
                    <a:pt x="41400" y="226044"/>
                  </a:cubicBezTo>
                  <a:lnTo>
                    <a:pt x="74299" y="226044"/>
                  </a:lnTo>
                  <a:lnTo>
                    <a:pt x="74299" y="334071"/>
                  </a:lnTo>
                  <a:cubicBezTo>
                    <a:pt x="50019" y="335503"/>
                    <a:pt x="31508" y="356164"/>
                    <a:pt x="32953" y="380219"/>
                  </a:cubicBezTo>
                  <a:cubicBezTo>
                    <a:pt x="34337" y="403261"/>
                    <a:pt x="53594" y="421248"/>
                    <a:pt x="76891" y="421260"/>
                  </a:cubicBezTo>
                  <a:lnTo>
                    <a:pt x="247967" y="421260"/>
                  </a:lnTo>
                  <a:cubicBezTo>
                    <a:pt x="272290" y="421248"/>
                    <a:pt x="291996" y="401702"/>
                    <a:pt x="291983" y="377604"/>
                  </a:cubicBezTo>
                  <a:cubicBezTo>
                    <a:pt x="291970" y="354522"/>
                    <a:pt x="273815" y="335442"/>
                    <a:pt x="250559" y="334071"/>
                  </a:cubicBezTo>
                  <a:lnTo>
                    <a:pt x="250559" y="220944"/>
                  </a:lnTo>
                  <a:lnTo>
                    <a:pt x="273945" y="220944"/>
                  </a:lnTo>
                  <a:cubicBezTo>
                    <a:pt x="278204" y="220949"/>
                    <a:pt x="281655" y="224367"/>
                    <a:pt x="281664" y="228587"/>
                  </a:cubicBezTo>
                  <a:lnTo>
                    <a:pt x="281664" y="275389"/>
                  </a:lnTo>
                  <a:cubicBezTo>
                    <a:pt x="266181" y="278234"/>
                    <a:pt x="255958" y="292976"/>
                    <a:pt x="258829" y="308317"/>
                  </a:cubicBezTo>
                  <a:cubicBezTo>
                    <a:pt x="259775" y="313367"/>
                    <a:pt x="262091" y="318066"/>
                    <a:pt x="265531" y="321909"/>
                  </a:cubicBezTo>
                  <a:lnTo>
                    <a:pt x="273276" y="315077"/>
                  </a:lnTo>
                  <a:cubicBezTo>
                    <a:pt x="266624" y="307652"/>
                    <a:pt x="267308" y="296289"/>
                    <a:pt x="274802" y="289699"/>
                  </a:cubicBezTo>
                  <a:cubicBezTo>
                    <a:pt x="282297" y="283108"/>
                    <a:pt x="293765" y="283785"/>
                    <a:pt x="300417" y="291211"/>
                  </a:cubicBezTo>
                  <a:cubicBezTo>
                    <a:pt x="306481" y="297980"/>
                    <a:pt x="306520" y="308160"/>
                    <a:pt x="300508" y="314975"/>
                  </a:cubicBezTo>
                  <a:lnTo>
                    <a:pt x="308316" y="321734"/>
                  </a:lnTo>
                  <a:cubicBezTo>
                    <a:pt x="318667" y="309976"/>
                    <a:pt x="317438" y="292131"/>
                    <a:pt x="305571" y="281876"/>
                  </a:cubicBezTo>
                  <a:cubicBezTo>
                    <a:pt x="301726" y="278552"/>
                    <a:pt x="297050" y="276312"/>
                    <a:pt x="292032" y="275389"/>
                  </a:cubicBezTo>
                  <a:close/>
                  <a:moveTo>
                    <a:pt x="152061" y="20627"/>
                  </a:moveTo>
                  <a:cubicBezTo>
                    <a:pt x="152061" y="14954"/>
                    <a:pt x="156703" y="10355"/>
                    <a:pt x="162429" y="10355"/>
                  </a:cubicBezTo>
                  <a:cubicBezTo>
                    <a:pt x="168155" y="10355"/>
                    <a:pt x="172797" y="14954"/>
                    <a:pt x="172797" y="20627"/>
                  </a:cubicBezTo>
                  <a:cubicBezTo>
                    <a:pt x="172797" y="26301"/>
                    <a:pt x="168155" y="30900"/>
                    <a:pt x="162429" y="30900"/>
                  </a:cubicBezTo>
                  <a:cubicBezTo>
                    <a:pt x="156703" y="30903"/>
                    <a:pt x="152059" y="26306"/>
                    <a:pt x="152056" y="20632"/>
                  </a:cubicBezTo>
                  <a:cubicBezTo>
                    <a:pt x="152056" y="20631"/>
                    <a:pt x="152056" y="20629"/>
                    <a:pt x="152056" y="20627"/>
                  </a:cubicBezTo>
                  <a:close/>
                  <a:moveTo>
                    <a:pt x="84667" y="272667"/>
                  </a:moveTo>
                  <a:lnTo>
                    <a:pt x="127047" y="272667"/>
                  </a:lnTo>
                  <a:lnTo>
                    <a:pt x="143937" y="237098"/>
                  </a:lnTo>
                  <a:lnTo>
                    <a:pt x="159806" y="297336"/>
                  </a:lnTo>
                  <a:lnTo>
                    <a:pt x="181221" y="253678"/>
                  </a:lnTo>
                  <a:lnTo>
                    <a:pt x="194700" y="285369"/>
                  </a:lnTo>
                  <a:lnTo>
                    <a:pt x="205151" y="274783"/>
                  </a:lnTo>
                  <a:cubicBezTo>
                    <a:pt x="206535" y="273526"/>
                    <a:pt x="208316" y="272783"/>
                    <a:pt x="210190" y="272682"/>
                  </a:cubicBezTo>
                  <a:lnTo>
                    <a:pt x="240175" y="272682"/>
                  </a:lnTo>
                  <a:lnTo>
                    <a:pt x="240175" y="333943"/>
                  </a:lnTo>
                  <a:lnTo>
                    <a:pt x="84651" y="333943"/>
                  </a:lnTo>
                  <a:close/>
                  <a:moveTo>
                    <a:pt x="117783" y="159308"/>
                  </a:moveTo>
                  <a:cubicBezTo>
                    <a:pt x="108087" y="159294"/>
                    <a:pt x="100231" y="151508"/>
                    <a:pt x="100219" y="141901"/>
                  </a:cubicBezTo>
                  <a:lnTo>
                    <a:pt x="100219" y="84261"/>
                  </a:lnTo>
                  <a:cubicBezTo>
                    <a:pt x="100231" y="74654"/>
                    <a:pt x="108087" y="66869"/>
                    <a:pt x="117783" y="66854"/>
                  </a:cubicBezTo>
                  <a:lnTo>
                    <a:pt x="207070" y="66854"/>
                  </a:lnTo>
                  <a:cubicBezTo>
                    <a:pt x="216767" y="66869"/>
                    <a:pt x="224624" y="74653"/>
                    <a:pt x="224639" y="84261"/>
                  </a:cubicBezTo>
                  <a:lnTo>
                    <a:pt x="224639" y="141901"/>
                  </a:lnTo>
                  <a:cubicBezTo>
                    <a:pt x="224624" y="151509"/>
                    <a:pt x="216767" y="159294"/>
                    <a:pt x="207070" y="159308"/>
                  </a:cubicBezTo>
                  <a:lnTo>
                    <a:pt x="117783" y="159308"/>
                  </a:lnTo>
                  <a:close/>
                  <a:moveTo>
                    <a:pt x="145145" y="169581"/>
                  </a:moveTo>
                  <a:lnTo>
                    <a:pt x="181434" y="169581"/>
                  </a:lnTo>
                  <a:lnTo>
                    <a:pt x="181434" y="184990"/>
                  </a:lnTo>
                  <a:lnTo>
                    <a:pt x="145145" y="184990"/>
                  </a:lnTo>
                  <a:close/>
                  <a:moveTo>
                    <a:pt x="134777" y="195262"/>
                  </a:moveTo>
                  <a:lnTo>
                    <a:pt x="240191" y="195262"/>
                  </a:lnTo>
                  <a:lnTo>
                    <a:pt x="240191" y="262394"/>
                  </a:lnTo>
                  <a:lnTo>
                    <a:pt x="210206" y="262394"/>
                  </a:lnTo>
                  <a:cubicBezTo>
                    <a:pt x="205761" y="262484"/>
                    <a:pt x="201500" y="264171"/>
                    <a:pt x="198215" y="267140"/>
                  </a:cubicBezTo>
                  <a:lnTo>
                    <a:pt x="181885" y="228792"/>
                  </a:lnTo>
                  <a:lnTo>
                    <a:pt x="162750" y="267828"/>
                  </a:lnTo>
                  <a:lnTo>
                    <a:pt x="146742" y="207076"/>
                  </a:lnTo>
                  <a:lnTo>
                    <a:pt x="120469" y="262394"/>
                  </a:lnTo>
                  <a:lnTo>
                    <a:pt x="84667" y="262394"/>
                  </a:lnTo>
                  <a:lnTo>
                    <a:pt x="84667" y="195262"/>
                  </a:lnTo>
                  <a:close/>
                  <a:moveTo>
                    <a:pt x="281664" y="377602"/>
                  </a:moveTo>
                  <a:cubicBezTo>
                    <a:pt x="281641" y="396031"/>
                    <a:pt x="266568" y="410965"/>
                    <a:pt x="247967" y="410988"/>
                  </a:cubicBezTo>
                  <a:lnTo>
                    <a:pt x="76891" y="410988"/>
                  </a:lnTo>
                  <a:cubicBezTo>
                    <a:pt x="58280" y="410988"/>
                    <a:pt x="43194" y="396041"/>
                    <a:pt x="43194" y="377602"/>
                  </a:cubicBezTo>
                  <a:cubicBezTo>
                    <a:pt x="43194" y="359163"/>
                    <a:pt x="58280" y="344216"/>
                    <a:pt x="76891" y="344216"/>
                  </a:cubicBezTo>
                  <a:lnTo>
                    <a:pt x="247967" y="344216"/>
                  </a:lnTo>
                  <a:cubicBezTo>
                    <a:pt x="266568" y="344238"/>
                    <a:pt x="281641" y="359173"/>
                    <a:pt x="281664" y="377602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E8DD9318-49F0-861E-A56A-7D850E1DE91B}"/>
                </a:ext>
              </a:extLst>
            </p:cNvPr>
            <p:cNvSpPr/>
            <p:nvPr/>
          </p:nvSpPr>
          <p:spPr>
            <a:xfrm>
              <a:off x="9423846" y="2657679"/>
              <a:ext cx="44583" cy="44172"/>
            </a:xfrm>
            <a:custGeom>
              <a:avLst/>
              <a:gdLst>
                <a:gd name="csX0" fmla="*/ 44584 w 44583"/>
                <a:gd name="csY0" fmla="*/ 22086 h 44172"/>
                <a:gd name="csX1" fmla="*/ 22292 w 44583"/>
                <a:gd name="csY1" fmla="*/ 0 h 44172"/>
                <a:gd name="csX2" fmla="*/ 0 w 44583"/>
                <a:gd name="csY2" fmla="*/ 22086 h 44172"/>
                <a:gd name="csX3" fmla="*/ 22292 w 44583"/>
                <a:gd name="csY3" fmla="*/ 44172 h 44172"/>
                <a:gd name="csX4" fmla="*/ 44584 w 44583"/>
                <a:gd name="csY4" fmla="*/ 22086 h 44172"/>
                <a:gd name="csX5" fmla="*/ 22292 w 44583"/>
                <a:gd name="csY5" fmla="*/ 37495 h 44172"/>
                <a:gd name="csX6" fmla="*/ 6739 w 44583"/>
                <a:gd name="csY6" fmla="*/ 22086 h 44172"/>
                <a:gd name="csX7" fmla="*/ 22292 w 44583"/>
                <a:gd name="csY7" fmla="*/ 6677 h 44172"/>
                <a:gd name="csX8" fmla="*/ 37844 w 44583"/>
                <a:gd name="csY8" fmla="*/ 22086 h 44172"/>
                <a:gd name="csX9" fmla="*/ 22292 w 44583"/>
                <a:gd name="csY9" fmla="*/ 37495 h 4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4583" h="44172">
                  <a:moveTo>
                    <a:pt x="44584" y="22086"/>
                  </a:moveTo>
                  <a:cubicBezTo>
                    <a:pt x="44584" y="9888"/>
                    <a:pt x="34603" y="0"/>
                    <a:pt x="22292" y="0"/>
                  </a:cubicBezTo>
                  <a:cubicBezTo>
                    <a:pt x="9980" y="0"/>
                    <a:pt x="0" y="9888"/>
                    <a:pt x="0" y="22086"/>
                  </a:cubicBezTo>
                  <a:cubicBezTo>
                    <a:pt x="0" y="34284"/>
                    <a:pt x="9980" y="44172"/>
                    <a:pt x="22292" y="44172"/>
                  </a:cubicBezTo>
                  <a:cubicBezTo>
                    <a:pt x="34603" y="44172"/>
                    <a:pt x="44584" y="34284"/>
                    <a:pt x="44584" y="22086"/>
                  </a:cubicBezTo>
                  <a:close/>
                  <a:moveTo>
                    <a:pt x="22292" y="37495"/>
                  </a:moveTo>
                  <a:cubicBezTo>
                    <a:pt x="13702" y="37495"/>
                    <a:pt x="6739" y="30597"/>
                    <a:pt x="6739" y="22086"/>
                  </a:cubicBezTo>
                  <a:cubicBezTo>
                    <a:pt x="6739" y="13576"/>
                    <a:pt x="13702" y="6677"/>
                    <a:pt x="22292" y="6677"/>
                  </a:cubicBezTo>
                  <a:cubicBezTo>
                    <a:pt x="30881" y="6677"/>
                    <a:pt x="37844" y="13576"/>
                    <a:pt x="37844" y="22086"/>
                  </a:cubicBezTo>
                  <a:cubicBezTo>
                    <a:pt x="37844" y="30597"/>
                    <a:pt x="30881" y="37495"/>
                    <a:pt x="22292" y="3749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0D149F44-6B46-8637-D72C-FEE944591263}"/>
                </a:ext>
              </a:extLst>
            </p:cNvPr>
            <p:cNvSpPr/>
            <p:nvPr/>
          </p:nvSpPr>
          <p:spPr>
            <a:xfrm>
              <a:off x="9438361" y="2672061"/>
              <a:ext cx="15552" cy="15408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B8946824-8B0E-4A78-CC07-649C66F3EC25}"/>
                </a:ext>
              </a:extLst>
            </p:cNvPr>
            <p:cNvSpPr/>
            <p:nvPr/>
          </p:nvSpPr>
          <p:spPr>
            <a:xfrm>
              <a:off x="9372004" y="2657679"/>
              <a:ext cx="44583" cy="44172"/>
            </a:xfrm>
            <a:custGeom>
              <a:avLst/>
              <a:gdLst>
                <a:gd name="csX0" fmla="*/ 22292 w 44583"/>
                <a:gd name="csY0" fmla="*/ 0 h 44172"/>
                <a:gd name="csX1" fmla="*/ 0 w 44583"/>
                <a:gd name="csY1" fmla="*/ 22086 h 44172"/>
                <a:gd name="csX2" fmla="*/ 22292 w 44583"/>
                <a:gd name="csY2" fmla="*/ 44172 h 44172"/>
                <a:gd name="csX3" fmla="*/ 44584 w 44583"/>
                <a:gd name="csY3" fmla="*/ 22086 h 44172"/>
                <a:gd name="csX4" fmla="*/ 22292 w 44583"/>
                <a:gd name="csY4" fmla="*/ 0 h 44172"/>
                <a:gd name="csX5" fmla="*/ 22292 w 44583"/>
                <a:gd name="csY5" fmla="*/ 37495 h 44172"/>
                <a:gd name="csX6" fmla="*/ 6739 w 44583"/>
                <a:gd name="csY6" fmla="*/ 22086 h 44172"/>
                <a:gd name="csX7" fmla="*/ 22292 w 44583"/>
                <a:gd name="csY7" fmla="*/ 6677 h 44172"/>
                <a:gd name="csX8" fmla="*/ 37844 w 44583"/>
                <a:gd name="csY8" fmla="*/ 22086 h 44172"/>
                <a:gd name="csX9" fmla="*/ 22292 w 44583"/>
                <a:gd name="csY9" fmla="*/ 37495 h 4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4583" h="44172">
                  <a:moveTo>
                    <a:pt x="22292" y="0"/>
                  </a:moveTo>
                  <a:cubicBezTo>
                    <a:pt x="9980" y="0"/>
                    <a:pt x="0" y="9888"/>
                    <a:pt x="0" y="22086"/>
                  </a:cubicBezTo>
                  <a:cubicBezTo>
                    <a:pt x="0" y="34284"/>
                    <a:pt x="9980" y="44172"/>
                    <a:pt x="22292" y="44172"/>
                  </a:cubicBezTo>
                  <a:cubicBezTo>
                    <a:pt x="34603" y="44172"/>
                    <a:pt x="44584" y="34284"/>
                    <a:pt x="44584" y="22086"/>
                  </a:cubicBezTo>
                  <a:cubicBezTo>
                    <a:pt x="44584" y="9888"/>
                    <a:pt x="34603" y="0"/>
                    <a:pt x="22292" y="0"/>
                  </a:cubicBezTo>
                  <a:close/>
                  <a:moveTo>
                    <a:pt x="22292" y="37495"/>
                  </a:moveTo>
                  <a:cubicBezTo>
                    <a:pt x="13702" y="37495"/>
                    <a:pt x="6739" y="30597"/>
                    <a:pt x="6739" y="22086"/>
                  </a:cubicBezTo>
                  <a:cubicBezTo>
                    <a:pt x="6739" y="13576"/>
                    <a:pt x="13702" y="6677"/>
                    <a:pt x="22292" y="6677"/>
                  </a:cubicBezTo>
                  <a:cubicBezTo>
                    <a:pt x="30881" y="6677"/>
                    <a:pt x="37844" y="13576"/>
                    <a:pt x="37844" y="22086"/>
                  </a:cubicBezTo>
                  <a:cubicBezTo>
                    <a:pt x="37844" y="30597"/>
                    <a:pt x="30881" y="37495"/>
                    <a:pt x="22292" y="3749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85C4280B-76AD-464D-A06C-589D5B299DEF}"/>
                </a:ext>
              </a:extLst>
            </p:cNvPr>
            <p:cNvSpPr/>
            <p:nvPr/>
          </p:nvSpPr>
          <p:spPr>
            <a:xfrm>
              <a:off x="9386520" y="2672061"/>
              <a:ext cx="15552" cy="15408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2D21C4B6-BA2B-5F2C-224D-029544AF9F6F}"/>
                </a:ext>
              </a:extLst>
            </p:cNvPr>
            <p:cNvSpPr/>
            <p:nvPr/>
          </p:nvSpPr>
          <p:spPr>
            <a:xfrm>
              <a:off x="940985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AABFDEB7-E515-7B4A-DF62-F708F7435BE9}"/>
                </a:ext>
              </a:extLst>
            </p:cNvPr>
            <p:cNvSpPr/>
            <p:nvPr/>
          </p:nvSpPr>
          <p:spPr>
            <a:xfrm>
              <a:off x="933468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477F6736-1EEA-13A4-E6E5-ADE5A7C49254}"/>
                </a:ext>
              </a:extLst>
            </p:cNvPr>
            <p:cNvSpPr/>
            <p:nvPr/>
          </p:nvSpPr>
          <p:spPr>
            <a:xfrm>
              <a:off x="948502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C6683B62-8601-36AB-8B87-B71221A201A6}"/>
              </a:ext>
            </a:extLst>
          </p:cNvPr>
          <p:cNvSpPr txBox="1"/>
          <p:nvPr/>
        </p:nvSpPr>
        <p:spPr>
          <a:xfrm>
            <a:off x="9247962" y="1385299"/>
            <a:ext cx="899448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sz="1100" kern="0">
                <a:solidFill>
                  <a:srgbClr val="000000"/>
                </a:solidFill>
              </a:rPr>
              <a:t>Copy Rights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</a:rPr>
              <a:t>Agent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3594C206-4364-A3B4-8C26-9848A0FA8196}"/>
              </a:ext>
            </a:extLst>
          </p:cNvPr>
          <p:cNvSpPr txBox="1"/>
          <p:nvPr/>
        </p:nvSpPr>
        <p:spPr>
          <a:xfrm>
            <a:off x="7226158" y="6335875"/>
            <a:ext cx="1256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Restore </a:t>
            </a:r>
            <a:endParaRPr lang="en-US"/>
          </a:p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Agent</a:t>
            </a:r>
            <a:endParaRPr lang="en-US"/>
          </a:p>
        </p:txBody>
      </p:sp>
      <p:sp>
        <p:nvSpPr>
          <p:cNvPr id="382" name="Flowchart: Process 381">
            <a:extLst>
              <a:ext uri="{FF2B5EF4-FFF2-40B4-BE49-F238E27FC236}">
                <a16:creationId xmlns:a16="http://schemas.microsoft.com/office/drawing/2014/main" id="{98B8665C-6383-9634-17C8-9902822F6D21}"/>
              </a:ext>
            </a:extLst>
          </p:cNvPr>
          <p:cNvSpPr/>
          <p:nvPr/>
        </p:nvSpPr>
        <p:spPr>
          <a:xfrm>
            <a:off x="3734578" y="751654"/>
            <a:ext cx="2776128" cy="967194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F08BC75B-B6B8-1C15-DC3B-31D63154DDAC}"/>
              </a:ext>
            </a:extLst>
          </p:cNvPr>
          <p:cNvCxnSpPr>
            <a:cxnSpLocks/>
          </p:cNvCxnSpPr>
          <p:nvPr/>
        </p:nvCxnSpPr>
        <p:spPr>
          <a:xfrm>
            <a:off x="1936331" y="1307788"/>
            <a:ext cx="683491" cy="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BF4676AA-1D69-2C3C-C99F-8D430BA89149}"/>
              </a:ext>
            </a:extLst>
          </p:cNvPr>
          <p:cNvCxnSpPr>
            <a:cxnSpLocks/>
          </p:cNvCxnSpPr>
          <p:nvPr/>
        </p:nvCxnSpPr>
        <p:spPr>
          <a:xfrm>
            <a:off x="658000" y="1283975"/>
            <a:ext cx="861447" cy="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385" name="TextBox 384">
            <a:extLst>
              <a:ext uri="{FF2B5EF4-FFF2-40B4-BE49-F238E27FC236}">
                <a16:creationId xmlns:a16="http://schemas.microsoft.com/office/drawing/2014/main" id="{99D28C89-000C-6B27-53A0-C7C97C4F6D4E}"/>
              </a:ext>
            </a:extLst>
          </p:cNvPr>
          <p:cNvSpPr txBox="1"/>
          <p:nvPr/>
        </p:nvSpPr>
        <p:spPr>
          <a:xfrm>
            <a:off x="9940629" y="3556390"/>
            <a:ext cx="1187216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Token Authentication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386" name="Flowchart: Process 385">
            <a:extLst>
              <a:ext uri="{FF2B5EF4-FFF2-40B4-BE49-F238E27FC236}">
                <a16:creationId xmlns:a16="http://schemas.microsoft.com/office/drawing/2014/main" id="{56F3A617-BAD3-A1E7-FB48-BFA23230F342}"/>
              </a:ext>
            </a:extLst>
          </p:cNvPr>
          <p:cNvSpPr/>
          <p:nvPr/>
        </p:nvSpPr>
        <p:spPr>
          <a:xfrm>
            <a:off x="9293331" y="742427"/>
            <a:ext cx="1982254" cy="1349337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grpSp>
        <p:nvGrpSpPr>
          <p:cNvPr id="390" name="Graphic 150" descr="Clipboard Mixed outline">
            <a:extLst>
              <a:ext uri="{FF2B5EF4-FFF2-40B4-BE49-F238E27FC236}">
                <a16:creationId xmlns:a16="http://schemas.microsoft.com/office/drawing/2014/main" id="{8D1A591A-099C-18D0-52AD-63BA66329B7E}"/>
              </a:ext>
            </a:extLst>
          </p:cNvPr>
          <p:cNvGrpSpPr/>
          <p:nvPr/>
        </p:nvGrpSpPr>
        <p:grpSpPr>
          <a:xfrm>
            <a:off x="11443142" y="2964110"/>
            <a:ext cx="320880" cy="403260"/>
            <a:chOff x="10793612" y="4034979"/>
            <a:chExt cx="415677" cy="522395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51CA46CA-2A4E-F833-7ED0-25C54FE3EC83}"/>
                </a:ext>
              </a:extLst>
            </p:cNvPr>
            <p:cNvSpPr/>
            <p:nvPr/>
          </p:nvSpPr>
          <p:spPr>
            <a:xfrm>
              <a:off x="10977203" y="4067757"/>
              <a:ext cx="48497" cy="45697"/>
            </a:xfrm>
            <a:custGeom>
              <a:avLst/>
              <a:gdLst>
                <a:gd name="csX0" fmla="*/ 48496 w 48497"/>
                <a:gd name="csY0" fmla="*/ 22849 h 45697"/>
                <a:gd name="csX1" fmla="*/ 24941 w 48497"/>
                <a:gd name="csY1" fmla="*/ 0 h 45697"/>
                <a:gd name="csX2" fmla="*/ 24248 w 48497"/>
                <a:gd name="csY2" fmla="*/ 0 h 45697"/>
                <a:gd name="csX3" fmla="*/ 0 w 48497"/>
                <a:gd name="csY3" fmla="*/ 22849 h 45697"/>
                <a:gd name="csX4" fmla="*/ 24248 w 48497"/>
                <a:gd name="csY4" fmla="*/ 45698 h 45697"/>
                <a:gd name="csX5" fmla="*/ 48496 w 48497"/>
                <a:gd name="csY5" fmla="*/ 22849 h 45697"/>
                <a:gd name="csX6" fmla="*/ 34640 w 48497"/>
                <a:gd name="csY6" fmla="*/ 22744 h 45697"/>
                <a:gd name="csX7" fmla="*/ 24359 w 48497"/>
                <a:gd name="csY7" fmla="*/ 32640 h 45697"/>
                <a:gd name="csX8" fmla="*/ 13857 w 48497"/>
                <a:gd name="csY8" fmla="*/ 22953 h 45697"/>
                <a:gd name="csX9" fmla="*/ 24138 w 48497"/>
                <a:gd name="csY9" fmla="*/ 13057 h 45697"/>
                <a:gd name="csX10" fmla="*/ 24248 w 48497"/>
                <a:gd name="csY10" fmla="*/ 13056 h 45697"/>
                <a:gd name="csX11" fmla="*/ 24698 w 48497"/>
                <a:gd name="csY11" fmla="*/ 13056 h 45697"/>
                <a:gd name="csX12" fmla="*/ 34640 w 48497"/>
                <a:gd name="csY12" fmla="*/ 22744 h 456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497" h="45697">
                  <a:moveTo>
                    <a:pt x="48496" y="22849"/>
                  </a:moveTo>
                  <a:cubicBezTo>
                    <a:pt x="48643" y="10427"/>
                    <a:pt x="38122" y="222"/>
                    <a:pt x="24941" y="0"/>
                  </a:cubicBezTo>
                  <a:lnTo>
                    <a:pt x="24248" y="0"/>
                  </a:lnTo>
                  <a:cubicBezTo>
                    <a:pt x="10856" y="0"/>
                    <a:pt x="0" y="10230"/>
                    <a:pt x="0" y="22849"/>
                  </a:cubicBezTo>
                  <a:cubicBezTo>
                    <a:pt x="0" y="35468"/>
                    <a:pt x="10856" y="45698"/>
                    <a:pt x="24248" y="45698"/>
                  </a:cubicBezTo>
                  <a:cubicBezTo>
                    <a:pt x="37640" y="45698"/>
                    <a:pt x="48496" y="35468"/>
                    <a:pt x="48496" y="22849"/>
                  </a:cubicBezTo>
                  <a:close/>
                  <a:moveTo>
                    <a:pt x="34640" y="22744"/>
                  </a:moveTo>
                  <a:cubicBezTo>
                    <a:pt x="34701" y="28152"/>
                    <a:pt x="30099" y="32583"/>
                    <a:pt x="24359" y="32640"/>
                  </a:cubicBezTo>
                  <a:cubicBezTo>
                    <a:pt x="18620" y="32699"/>
                    <a:pt x="13918" y="28361"/>
                    <a:pt x="13857" y="22953"/>
                  </a:cubicBezTo>
                  <a:cubicBezTo>
                    <a:pt x="13796" y="17545"/>
                    <a:pt x="18399" y="13115"/>
                    <a:pt x="24138" y="13057"/>
                  </a:cubicBezTo>
                  <a:cubicBezTo>
                    <a:pt x="24174" y="13056"/>
                    <a:pt x="24211" y="13056"/>
                    <a:pt x="24248" y="13056"/>
                  </a:cubicBezTo>
                  <a:lnTo>
                    <a:pt x="24698" y="13056"/>
                  </a:lnTo>
                  <a:cubicBezTo>
                    <a:pt x="30277" y="13156"/>
                    <a:pt x="34721" y="17487"/>
                    <a:pt x="34640" y="22744"/>
                  </a:cubicBez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5F80F250-43E2-8AD1-DE43-E4A946D1831F}"/>
                </a:ext>
              </a:extLst>
            </p:cNvPr>
            <p:cNvSpPr/>
            <p:nvPr/>
          </p:nvSpPr>
          <p:spPr>
            <a:xfrm>
              <a:off x="11046773" y="4200222"/>
              <a:ext cx="92931" cy="66072"/>
            </a:xfrm>
            <a:custGeom>
              <a:avLst/>
              <a:gdLst>
                <a:gd name="csX0" fmla="*/ 32610 w 92931"/>
                <a:gd name="csY0" fmla="*/ 47604 h 66072"/>
                <a:gd name="csX1" fmla="*/ 9796 w 92931"/>
                <a:gd name="csY1" fmla="*/ 26113 h 66072"/>
                <a:gd name="csX2" fmla="*/ 0 w 92931"/>
                <a:gd name="csY2" fmla="*/ 35344 h 66072"/>
                <a:gd name="csX3" fmla="*/ 32610 w 92931"/>
                <a:gd name="csY3" fmla="*/ 66072 h 66072"/>
                <a:gd name="csX4" fmla="*/ 92932 w 92931"/>
                <a:gd name="csY4" fmla="*/ 9231 h 66072"/>
                <a:gd name="csX5" fmla="*/ 83136 w 92931"/>
                <a:gd name="csY5" fmla="*/ 0 h 66072"/>
                <a:gd name="csX6" fmla="*/ 32610 w 92931"/>
                <a:gd name="csY6" fmla="*/ 47604 h 66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2931" h="66072">
                  <a:moveTo>
                    <a:pt x="32610" y="47604"/>
                  </a:moveTo>
                  <a:lnTo>
                    <a:pt x="9796" y="26113"/>
                  </a:lnTo>
                  <a:lnTo>
                    <a:pt x="0" y="35344"/>
                  </a:lnTo>
                  <a:lnTo>
                    <a:pt x="32610" y="66072"/>
                  </a:lnTo>
                  <a:lnTo>
                    <a:pt x="92932" y="9231"/>
                  </a:lnTo>
                  <a:lnTo>
                    <a:pt x="83136" y="0"/>
                  </a:lnTo>
                  <a:lnTo>
                    <a:pt x="32610" y="47604"/>
                  </a:ln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8C958D13-E191-4EB3-F011-A638C5262A72}"/>
                </a:ext>
              </a:extLst>
            </p:cNvPr>
            <p:cNvSpPr/>
            <p:nvPr/>
          </p:nvSpPr>
          <p:spPr>
            <a:xfrm>
              <a:off x="10862884" y="4224422"/>
              <a:ext cx="145487" cy="13056"/>
            </a:xfrm>
            <a:prstGeom prst="rect">
              <a:avLst/>
            </a:pr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05B15435-BB08-1D64-6403-6F83C814331C}"/>
                </a:ext>
              </a:extLst>
            </p:cNvPr>
            <p:cNvSpPr/>
            <p:nvPr/>
          </p:nvSpPr>
          <p:spPr>
            <a:xfrm>
              <a:off x="11046773" y="4278561"/>
              <a:ext cx="87735" cy="62808"/>
            </a:xfrm>
            <a:custGeom>
              <a:avLst/>
              <a:gdLst>
                <a:gd name="csX0" fmla="*/ 30878 w 87735"/>
                <a:gd name="csY0" fmla="*/ 44340 h 62808"/>
                <a:gd name="csX1" fmla="*/ 9796 w 87735"/>
                <a:gd name="csY1" fmla="*/ 24481 h 62808"/>
                <a:gd name="csX2" fmla="*/ 0 w 87735"/>
                <a:gd name="csY2" fmla="*/ 33712 h 62808"/>
                <a:gd name="csX3" fmla="*/ 30878 w 87735"/>
                <a:gd name="csY3" fmla="*/ 62808 h 62808"/>
                <a:gd name="csX4" fmla="*/ 87736 w 87735"/>
                <a:gd name="csY4" fmla="*/ 9231 h 62808"/>
                <a:gd name="csX5" fmla="*/ 77940 w 87735"/>
                <a:gd name="csY5" fmla="*/ 0 h 62808"/>
                <a:gd name="csX6" fmla="*/ 30878 w 87735"/>
                <a:gd name="csY6" fmla="*/ 44340 h 62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735" h="62808">
                  <a:moveTo>
                    <a:pt x="30878" y="44340"/>
                  </a:moveTo>
                  <a:lnTo>
                    <a:pt x="9796" y="24481"/>
                  </a:lnTo>
                  <a:lnTo>
                    <a:pt x="0" y="33712"/>
                  </a:lnTo>
                  <a:lnTo>
                    <a:pt x="30878" y="62808"/>
                  </a:lnTo>
                  <a:lnTo>
                    <a:pt x="87736" y="9231"/>
                  </a:lnTo>
                  <a:lnTo>
                    <a:pt x="77940" y="0"/>
                  </a:lnTo>
                  <a:lnTo>
                    <a:pt x="30878" y="44340"/>
                  </a:ln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D5273124-1EBC-8646-79DE-A3D712EDC008}"/>
                </a:ext>
              </a:extLst>
            </p:cNvPr>
            <p:cNvSpPr/>
            <p:nvPr/>
          </p:nvSpPr>
          <p:spPr>
            <a:xfrm>
              <a:off x="10862884" y="4302761"/>
              <a:ext cx="145487" cy="13056"/>
            </a:xfrm>
            <a:prstGeom prst="rect">
              <a:avLst/>
            </a:pr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9164905F-4D10-6B4C-D182-A55B07555C0B}"/>
                </a:ext>
              </a:extLst>
            </p:cNvPr>
            <p:cNvSpPr/>
            <p:nvPr/>
          </p:nvSpPr>
          <p:spPr>
            <a:xfrm>
              <a:off x="10862884" y="4381099"/>
              <a:ext cx="145487" cy="13056"/>
            </a:xfrm>
            <a:prstGeom prst="rect">
              <a:avLst/>
            </a:pr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874FD0D6-5A0A-2721-6D62-DD1E35224B6D}"/>
                </a:ext>
              </a:extLst>
            </p:cNvPr>
            <p:cNvSpPr/>
            <p:nvPr/>
          </p:nvSpPr>
          <p:spPr>
            <a:xfrm>
              <a:off x="10862884" y="4459438"/>
              <a:ext cx="145487" cy="13056"/>
            </a:xfrm>
            <a:prstGeom prst="rect">
              <a:avLst/>
            </a:pr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DFE85004-273C-4A3C-92BD-057B369F9BA2}"/>
                </a:ext>
              </a:extLst>
            </p:cNvPr>
            <p:cNvSpPr/>
            <p:nvPr/>
          </p:nvSpPr>
          <p:spPr>
            <a:xfrm>
              <a:off x="11069289" y="4356899"/>
              <a:ext cx="65219" cy="61456"/>
            </a:xfrm>
            <a:custGeom>
              <a:avLst/>
              <a:gdLst>
                <a:gd name="csX0" fmla="*/ 9796 w 65219"/>
                <a:gd name="csY0" fmla="*/ 0 h 61456"/>
                <a:gd name="csX1" fmla="*/ 32610 w 65219"/>
                <a:gd name="csY1" fmla="*/ 21491 h 61456"/>
                <a:gd name="csX2" fmla="*/ 55424 w 65219"/>
                <a:gd name="csY2" fmla="*/ 0 h 61456"/>
                <a:gd name="csX3" fmla="*/ 65220 w 65219"/>
                <a:gd name="csY3" fmla="*/ 9231 h 61456"/>
                <a:gd name="csX4" fmla="*/ 42406 w 65219"/>
                <a:gd name="csY4" fmla="*/ 30728 h 61456"/>
                <a:gd name="csX5" fmla="*/ 65220 w 65219"/>
                <a:gd name="csY5" fmla="*/ 52226 h 61456"/>
                <a:gd name="csX6" fmla="*/ 55424 w 65219"/>
                <a:gd name="csY6" fmla="*/ 61457 h 61456"/>
                <a:gd name="csX7" fmla="*/ 32610 w 65219"/>
                <a:gd name="csY7" fmla="*/ 39959 h 61456"/>
                <a:gd name="csX8" fmla="*/ 9796 w 65219"/>
                <a:gd name="csY8" fmla="*/ 61457 h 61456"/>
                <a:gd name="csX9" fmla="*/ 0 w 65219"/>
                <a:gd name="csY9" fmla="*/ 52226 h 61456"/>
                <a:gd name="csX10" fmla="*/ 22814 w 65219"/>
                <a:gd name="csY10" fmla="*/ 30728 h 61456"/>
                <a:gd name="csX11" fmla="*/ 0 w 65219"/>
                <a:gd name="csY11" fmla="*/ 9231 h 61456"/>
                <a:gd name="csX12" fmla="*/ 9796 w 65219"/>
                <a:gd name="csY12" fmla="*/ 0 h 6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5219" h="61456">
                  <a:moveTo>
                    <a:pt x="9796" y="0"/>
                  </a:moveTo>
                  <a:lnTo>
                    <a:pt x="32610" y="21491"/>
                  </a:lnTo>
                  <a:lnTo>
                    <a:pt x="55424" y="0"/>
                  </a:lnTo>
                  <a:lnTo>
                    <a:pt x="65220" y="9231"/>
                  </a:lnTo>
                  <a:lnTo>
                    <a:pt x="42406" y="30728"/>
                  </a:lnTo>
                  <a:lnTo>
                    <a:pt x="65220" y="52226"/>
                  </a:lnTo>
                  <a:lnTo>
                    <a:pt x="55424" y="61457"/>
                  </a:lnTo>
                  <a:lnTo>
                    <a:pt x="32610" y="39959"/>
                  </a:lnTo>
                  <a:lnTo>
                    <a:pt x="9796" y="61457"/>
                  </a:lnTo>
                  <a:lnTo>
                    <a:pt x="0" y="52226"/>
                  </a:lnTo>
                  <a:lnTo>
                    <a:pt x="22814" y="30728"/>
                  </a:lnTo>
                  <a:lnTo>
                    <a:pt x="0" y="9231"/>
                  </a:lnTo>
                  <a:lnTo>
                    <a:pt x="9796" y="0"/>
                  </a:ln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F04A16DF-55A8-A7F9-F11A-E17C4DDE0168}"/>
                </a:ext>
              </a:extLst>
            </p:cNvPr>
            <p:cNvSpPr/>
            <p:nvPr/>
          </p:nvSpPr>
          <p:spPr>
            <a:xfrm>
              <a:off x="11069289" y="4435238"/>
              <a:ext cx="65219" cy="61456"/>
            </a:xfrm>
            <a:custGeom>
              <a:avLst/>
              <a:gdLst>
                <a:gd name="csX0" fmla="*/ 9796 w 65219"/>
                <a:gd name="csY0" fmla="*/ 0 h 61456"/>
                <a:gd name="csX1" fmla="*/ 32610 w 65219"/>
                <a:gd name="csY1" fmla="*/ 21491 h 61456"/>
                <a:gd name="csX2" fmla="*/ 55424 w 65219"/>
                <a:gd name="csY2" fmla="*/ 0 h 61456"/>
                <a:gd name="csX3" fmla="*/ 65220 w 65219"/>
                <a:gd name="csY3" fmla="*/ 9231 h 61456"/>
                <a:gd name="csX4" fmla="*/ 42406 w 65219"/>
                <a:gd name="csY4" fmla="*/ 30728 h 61456"/>
                <a:gd name="csX5" fmla="*/ 65220 w 65219"/>
                <a:gd name="csY5" fmla="*/ 52226 h 61456"/>
                <a:gd name="csX6" fmla="*/ 55424 w 65219"/>
                <a:gd name="csY6" fmla="*/ 61457 h 61456"/>
                <a:gd name="csX7" fmla="*/ 32610 w 65219"/>
                <a:gd name="csY7" fmla="*/ 39959 h 61456"/>
                <a:gd name="csX8" fmla="*/ 9796 w 65219"/>
                <a:gd name="csY8" fmla="*/ 61457 h 61456"/>
                <a:gd name="csX9" fmla="*/ 0 w 65219"/>
                <a:gd name="csY9" fmla="*/ 52226 h 61456"/>
                <a:gd name="csX10" fmla="*/ 22814 w 65219"/>
                <a:gd name="csY10" fmla="*/ 30728 h 61456"/>
                <a:gd name="csX11" fmla="*/ 0 w 65219"/>
                <a:gd name="csY11" fmla="*/ 9231 h 61456"/>
                <a:gd name="csX12" fmla="*/ 9796 w 65219"/>
                <a:gd name="csY12" fmla="*/ 0 h 61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5219" h="61456">
                  <a:moveTo>
                    <a:pt x="9796" y="0"/>
                  </a:moveTo>
                  <a:lnTo>
                    <a:pt x="32610" y="21491"/>
                  </a:lnTo>
                  <a:lnTo>
                    <a:pt x="55424" y="0"/>
                  </a:lnTo>
                  <a:lnTo>
                    <a:pt x="65220" y="9231"/>
                  </a:lnTo>
                  <a:lnTo>
                    <a:pt x="42406" y="30728"/>
                  </a:lnTo>
                  <a:lnTo>
                    <a:pt x="65220" y="52226"/>
                  </a:lnTo>
                  <a:lnTo>
                    <a:pt x="55424" y="61457"/>
                  </a:lnTo>
                  <a:lnTo>
                    <a:pt x="32610" y="39959"/>
                  </a:lnTo>
                  <a:lnTo>
                    <a:pt x="9796" y="61457"/>
                  </a:lnTo>
                  <a:lnTo>
                    <a:pt x="0" y="52226"/>
                  </a:lnTo>
                  <a:lnTo>
                    <a:pt x="22814" y="30728"/>
                  </a:lnTo>
                  <a:lnTo>
                    <a:pt x="0" y="9231"/>
                  </a:lnTo>
                  <a:lnTo>
                    <a:pt x="9796" y="0"/>
                  </a:ln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92F961C9-ABCA-41AC-8ABE-011D59E27BDF}"/>
                </a:ext>
              </a:extLst>
            </p:cNvPr>
            <p:cNvSpPr/>
            <p:nvPr/>
          </p:nvSpPr>
          <p:spPr>
            <a:xfrm>
              <a:off x="10793612" y="4034979"/>
              <a:ext cx="415677" cy="522395"/>
            </a:xfrm>
            <a:custGeom>
              <a:avLst/>
              <a:gdLst>
                <a:gd name="csX0" fmla="*/ 387966 w 415677"/>
                <a:gd name="csY0" fmla="*/ 45698 h 522395"/>
                <a:gd name="csX1" fmla="*/ 284046 w 415677"/>
                <a:gd name="csY1" fmla="*/ 45698 h 522395"/>
                <a:gd name="csX2" fmla="*/ 284046 w 415677"/>
                <a:gd name="csY2" fmla="*/ 32641 h 522395"/>
                <a:gd name="csX3" fmla="*/ 249407 w 415677"/>
                <a:gd name="csY3" fmla="*/ 0 h 522395"/>
                <a:gd name="csX4" fmla="*/ 166271 w 415677"/>
                <a:gd name="csY4" fmla="*/ 0 h 522395"/>
                <a:gd name="csX5" fmla="*/ 131631 w 415677"/>
                <a:gd name="csY5" fmla="*/ 32641 h 522395"/>
                <a:gd name="csX6" fmla="*/ 131631 w 415677"/>
                <a:gd name="csY6" fmla="*/ 45698 h 522395"/>
                <a:gd name="csX7" fmla="*/ 27712 w 415677"/>
                <a:gd name="csY7" fmla="*/ 45698 h 522395"/>
                <a:gd name="csX8" fmla="*/ 0 w 415677"/>
                <a:gd name="csY8" fmla="*/ 71811 h 522395"/>
                <a:gd name="csX9" fmla="*/ 0 w 415677"/>
                <a:gd name="csY9" fmla="*/ 496283 h 522395"/>
                <a:gd name="csX10" fmla="*/ 27712 w 415677"/>
                <a:gd name="csY10" fmla="*/ 522395 h 522395"/>
                <a:gd name="csX11" fmla="*/ 387966 w 415677"/>
                <a:gd name="csY11" fmla="*/ 522395 h 522395"/>
                <a:gd name="csX12" fmla="*/ 415678 w 415677"/>
                <a:gd name="csY12" fmla="*/ 496283 h 522395"/>
                <a:gd name="csX13" fmla="*/ 415678 w 415677"/>
                <a:gd name="csY13" fmla="*/ 71811 h 522395"/>
                <a:gd name="csX14" fmla="*/ 387966 w 415677"/>
                <a:gd name="csY14" fmla="*/ 45698 h 522395"/>
                <a:gd name="csX15" fmla="*/ 117775 w 415677"/>
                <a:gd name="csY15" fmla="*/ 58754 h 522395"/>
                <a:gd name="csX16" fmla="*/ 145487 w 415677"/>
                <a:gd name="csY16" fmla="*/ 58754 h 522395"/>
                <a:gd name="csX17" fmla="*/ 145487 w 415677"/>
                <a:gd name="csY17" fmla="*/ 32641 h 522395"/>
                <a:gd name="csX18" fmla="*/ 166271 w 415677"/>
                <a:gd name="csY18" fmla="*/ 13056 h 522395"/>
                <a:gd name="csX19" fmla="*/ 249407 w 415677"/>
                <a:gd name="csY19" fmla="*/ 13056 h 522395"/>
                <a:gd name="csX20" fmla="*/ 270190 w 415677"/>
                <a:gd name="csY20" fmla="*/ 32641 h 522395"/>
                <a:gd name="csX21" fmla="*/ 270190 w 415677"/>
                <a:gd name="csY21" fmla="*/ 58754 h 522395"/>
                <a:gd name="csX22" fmla="*/ 297902 w 415677"/>
                <a:gd name="csY22" fmla="*/ 58754 h 522395"/>
                <a:gd name="csX23" fmla="*/ 297902 w 415677"/>
                <a:gd name="csY23" fmla="*/ 111117 h 522395"/>
                <a:gd name="csX24" fmla="*/ 117775 w 415677"/>
                <a:gd name="csY24" fmla="*/ 111117 h 522395"/>
                <a:gd name="csX25" fmla="*/ 401822 w 415677"/>
                <a:gd name="csY25" fmla="*/ 496283 h 522395"/>
                <a:gd name="csX26" fmla="*/ 387966 w 415677"/>
                <a:gd name="csY26" fmla="*/ 509339 h 522395"/>
                <a:gd name="csX27" fmla="*/ 27712 w 415677"/>
                <a:gd name="csY27" fmla="*/ 509339 h 522395"/>
                <a:gd name="csX28" fmla="*/ 13856 w 415677"/>
                <a:gd name="csY28" fmla="*/ 496283 h 522395"/>
                <a:gd name="csX29" fmla="*/ 13856 w 415677"/>
                <a:gd name="csY29" fmla="*/ 71811 h 522395"/>
                <a:gd name="csX30" fmla="*/ 27712 w 415677"/>
                <a:gd name="csY30" fmla="*/ 58754 h 522395"/>
                <a:gd name="csX31" fmla="*/ 103919 w 415677"/>
                <a:gd name="csY31" fmla="*/ 58754 h 522395"/>
                <a:gd name="csX32" fmla="*/ 103919 w 415677"/>
                <a:gd name="csY32" fmla="*/ 124173 h 522395"/>
                <a:gd name="csX33" fmla="*/ 311758 w 415677"/>
                <a:gd name="csY33" fmla="*/ 124173 h 522395"/>
                <a:gd name="csX34" fmla="*/ 311758 w 415677"/>
                <a:gd name="csY34" fmla="*/ 58754 h 522395"/>
                <a:gd name="csX35" fmla="*/ 387966 w 415677"/>
                <a:gd name="csY35" fmla="*/ 58754 h 522395"/>
                <a:gd name="csX36" fmla="*/ 401822 w 415677"/>
                <a:gd name="csY36" fmla="*/ 71811 h 522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415677" h="522395">
                  <a:moveTo>
                    <a:pt x="387966" y="45698"/>
                  </a:moveTo>
                  <a:lnTo>
                    <a:pt x="284046" y="45698"/>
                  </a:lnTo>
                  <a:lnTo>
                    <a:pt x="284046" y="32641"/>
                  </a:lnTo>
                  <a:cubicBezTo>
                    <a:pt x="284023" y="14623"/>
                    <a:pt x="268528" y="22"/>
                    <a:pt x="249407" y="0"/>
                  </a:cubicBezTo>
                  <a:lnTo>
                    <a:pt x="166271" y="0"/>
                  </a:lnTo>
                  <a:cubicBezTo>
                    <a:pt x="147151" y="25"/>
                    <a:pt x="131658" y="14625"/>
                    <a:pt x="131631" y="32641"/>
                  </a:cubicBezTo>
                  <a:lnTo>
                    <a:pt x="131631" y="45698"/>
                  </a:lnTo>
                  <a:lnTo>
                    <a:pt x="27712" y="45698"/>
                  </a:lnTo>
                  <a:cubicBezTo>
                    <a:pt x="12407" y="45698"/>
                    <a:pt x="0" y="57389"/>
                    <a:pt x="0" y="71811"/>
                  </a:cubicBezTo>
                  <a:lnTo>
                    <a:pt x="0" y="496283"/>
                  </a:lnTo>
                  <a:cubicBezTo>
                    <a:pt x="0" y="510704"/>
                    <a:pt x="12407" y="522395"/>
                    <a:pt x="27712" y="522395"/>
                  </a:cubicBezTo>
                  <a:lnTo>
                    <a:pt x="387966" y="522395"/>
                  </a:lnTo>
                  <a:cubicBezTo>
                    <a:pt x="403270" y="522395"/>
                    <a:pt x="415678" y="510704"/>
                    <a:pt x="415678" y="496283"/>
                  </a:cubicBezTo>
                  <a:lnTo>
                    <a:pt x="415678" y="71811"/>
                  </a:lnTo>
                  <a:cubicBezTo>
                    <a:pt x="415658" y="57396"/>
                    <a:pt x="403263" y="45716"/>
                    <a:pt x="387966" y="45698"/>
                  </a:cubicBezTo>
                  <a:close/>
                  <a:moveTo>
                    <a:pt x="117775" y="58754"/>
                  </a:moveTo>
                  <a:lnTo>
                    <a:pt x="145487" y="58754"/>
                  </a:lnTo>
                  <a:lnTo>
                    <a:pt x="145487" y="32641"/>
                  </a:lnTo>
                  <a:cubicBezTo>
                    <a:pt x="145487" y="21825"/>
                    <a:pt x="154792" y="13056"/>
                    <a:pt x="166271" y="13056"/>
                  </a:cubicBezTo>
                  <a:lnTo>
                    <a:pt x="249407" y="13056"/>
                  </a:lnTo>
                  <a:cubicBezTo>
                    <a:pt x="260885" y="13056"/>
                    <a:pt x="270190" y="21825"/>
                    <a:pt x="270190" y="32641"/>
                  </a:cubicBezTo>
                  <a:lnTo>
                    <a:pt x="270190" y="58754"/>
                  </a:lnTo>
                  <a:lnTo>
                    <a:pt x="297902" y="58754"/>
                  </a:lnTo>
                  <a:lnTo>
                    <a:pt x="297902" y="111117"/>
                  </a:lnTo>
                  <a:lnTo>
                    <a:pt x="117775" y="111117"/>
                  </a:lnTo>
                  <a:close/>
                  <a:moveTo>
                    <a:pt x="401822" y="496283"/>
                  </a:moveTo>
                  <a:cubicBezTo>
                    <a:pt x="401822" y="503494"/>
                    <a:pt x="395618" y="509339"/>
                    <a:pt x="387966" y="509339"/>
                  </a:cubicBezTo>
                  <a:lnTo>
                    <a:pt x="27712" y="509339"/>
                  </a:lnTo>
                  <a:cubicBezTo>
                    <a:pt x="20059" y="509339"/>
                    <a:pt x="13856" y="503494"/>
                    <a:pt x="13856" y="496283"/>
                  </a:cubicBezTo>
                  <a:lnTo>
                    <a:pt x="13856" y="71811"/>
                  </a:lnTo>
                  <a:cubicBezTo>
                    <a:pt x="13856" y="64599"/>
                    <a:pt x="20059" y="58754"/>
                    <a:pt x="27712" y="58754"/>
                  </a:cubicBezTo>
                  <a:lnTo>
                    <a:pt x="103919" y="58754"/>
                  </a:lnTo>
                  <a:lnTo>
                    <a:pt x="103919" y="124173"/>
                  </a:lnTo>
                  <a:lnTo>
                    <a:pt x="311758" y="124173"/>
                  </a:lnTo>
                  <a:lnTo>
                    <a:pt x="311758" y="58754"/>
                  </a:lnTo>
                  <a:lnTo>
                    <a:pt x="387966" y="58754"/>
                  </a:lnTo>
                  <a:cubicBezTo>
                    <a:pt x="395618" y="58754"/>
                    <a:pt x="401822" y="64599"/>
                    <a:pt x="401822" y="71811"/>
                  </a:cubicBezTo>
                  <a:close/>
                </a:path>
              </a:pathLst>
            </a:custGeom>
            <a:grpFill/>
            <a:ln w="684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401" name="TextBox 400">
            <a:extLst>
              <a:ext uri="{FF2B5EF4-FFF2-40B4-BE49-F238E27FC236}">
                <a16:creationId xmlns:a16="http://schemas.microsoft.com/office/drawing/2014/main" id="{508FE816-9911-B481-B8F0-AABF0A44B7D8}"/>
              </a:ext>
            </a:extLst>
          </p:cNvPr>
          <p:cNvSpPr txBox="1"/>
          <p:nvPr/>
        </p:nvSpPr>
        <p:spPr>
          <a:xfrm>
            <a:off x="11148491" y="3508764"/>
            <a:ext cx="9546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</a:rPr>
              <a:t>Rejected / Override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AEAA3CD4-12E0-33A5-7FEE-0020C5373B32}"/>
              </a:ext>
            </a:extLst>
          </p:cNvPr>
          <p:cNvSpPr txBox="1"/>
          <p:nvPr/>
        </p:nvSpPr>
        <p:spPr>
          <a:xfrm>
            <a:off x="10541138" y="4313316"/>
            <a:ext cx="890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</a:rPr>
              <a:t>Approved</a:t>
            </a: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B0BFACF5-43BD-67D0-11BE-4E8644FF9110}"/>
              </a:ext>
            </a:extLst>
          </p:cNvPr>
          <p:cNvCxnSpPr>
            <a:cxnSpLocks/>
          </p:cNvCxnSpPr>
          <p:nvPr/>
        </p:nvCxnSpPr>
        <p:spPr>
          <a:xfrm>
            <a:off x="10944451" y="3186743"/>
            <a:ext cx="392305" cy="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438" name="Flowchart: Process 437">
            <a:extLst>
              <a:ext uri="{FF2B5EF4-FFF2-40B4-BE49-F238E27FC236}">
                <a16:creationId xmlns:a16="http://schemas.microsoft.com/office/drawing/2014/main" id="{D383E230-1347-2B28-A35A-74EF4AFA1332}"/>
              </a:ext>
            </a:extLst>
          </p:cNvPr>
          <p:cNvSpPr/>
          <p:nvPr/>
        </p:nvSpPr>
        <p:spPr>
          <a:xfrm>
            <a:off x="9009200" y="2886619"/>
            <a:ext cx="2981219" cy="1304134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B904715A-6C43-DAFA-B7C8-6BE2B0094DA8}"/>
              </a:ext>
            </a:extLst>
          </p:cNvPr>
          <p:cNvSpPr txBox="1"/>
          <p:nvPr/>
        </p:nvSpPr>
        <p:spPr>
          <a:xfrm>
            <a:off x="1147675" y="746362"/>
            <a:ext cx="2188755" cy="219456"/>
          </a:xfrm>
          <a:prstGeom prst="rect">
            <a:avLst/>
          </a:prstGeom>
          <a:gradFill flip="none" rotWithShape="1">
            <a:gsLst>
              <a:gs pos="0">
                <a:srgbClr val="FFEBEB"/>
              </a:gs>
              <a:gs pos="100000">
                <a:srgbClr val="F1ECFA"/>
              </a:gs>
            </a:gsLst>
            <a:lin ang="10800000" scaled="1"/>
            <a:tileRect/>
          </a:gra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 sz="1200" b="0">
                <a:latin typeface="Segoe UI"/>
              </a:rPr>
              <a:t>Sequentially processes tickets</a:t>
            </a:r>
          </a:p>
        </p:txBody>
      </p:sp>
      <p:grpSp>
        <p:nvGrpSpPr>
          <p:cNvPr id="441" name="Graphic 172" descr="Database outline">
            <a:extLst>
              <a:ext uri="{FF2B5EF4-FFF2-40B4-BE49-F238E27FC236}">
                <a16:creationId xmlns:a16="http://schemas.microsoft.com/office/drawing/2014/main" id="{90AD51F0-5B63-7CB3-2964-A0B1F817D8BF}"/>
              </a:ext>
            </a:extLst>
          </p:cNvPr>
          <p:cNvGrpSpPr/>
          <p:nvPr/>
        </p:nvGrpSpPr>
        <p:grpSpPr>
          <a:xfrm>
            <a:off x="5965702" y="900767"/>
            <a:ext cx="277811" cy="352053"/>
            <a:chOff x="6420991" y="1930381"/>
            <a:chExt cx="277811" cy="3520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34703073-93F7-C5B2-1363-0DD9CD13BCA7}"/>
                </a:ext>
              </a:extLst>
            </p:cNvPr>
            <p:cNvSpPr/>
            <p:nvPr/>
          </p:nvSpPr>
          <p:spPr>
            <a:xfrm>
              <a:off x="6420991" y="1930381"/>
              <a:ext cx="277811" cy="352053"/>
            </a:xfrm>
            <a:custGeom>
              <a:avLst/>
              <a:gdLst>
                <a:gd name="csX0" fmla="*/ 277812 w 277811"/>
                <a:gd name="csY0" fmla="*/ 311432 h 352053"/>
                <a:gd name="csX1" fmla="*/ 277812 w 277811"/>
                <a:gd name="csY1" fmla="*/ 40622 h 352053"/>
                <a:gd name="csX2" fmla="*/ 138906 w 277811"/>
                <a:gd name="csY2" fmla="*/ 0 h 352053"/>
                <a:gd name="csX3" fmla="*/ 0 w 277811"/>
                <a:gd name="csY3" fmla="*/ 40622 h 352053"/>
                <a:gd name="csX4" fmla="*/ 0 w 277811"/>
                <a:gd name="csY4" fmla="*/ 311432 h 352053"/>
                <a:gd name="csX5" fmla="*/ 138906 w 277811"/>
                <a:gd name="csY5" fmla="*/ 352054 h 352053"/>
                <a:gd name="csX6" fmla="*/ 277812 w 277811"/>
                <a:gd name="csY6" fmla="*/ 311432 h 352053"/>
                <a:gd name="csX7" fmla="*/ 138906 w 277811"/>
                <a:gd name="csY7" fmla="*/ 9027 h 352053"/>
                <a:gd name="csX8" fmla="*/ 268232 w 277811"/>
                <a:gd name="csY8" fmla="*/ 40622 h 352053"/>
                <a:gd name="csX9" fmla="*/ 138906 w 277811"/>
                <a:gd name="csY9" fmla="*/ 72216 h 352053"/>
                <a:gd name="csX10" fmla="*/ 9580 w 277811"/>
                <a:gd name="csY10" fmla="*/ 40622 h 352053"/>
                <a:gd name="csX11" fmla="*/ 138906 w 277811"/>
                <a:gd name="csY11" fmla="*/ 9027 h 352053"/>
                <a:gd name="csX12" fmla="*/ 9580 w 277811"/>
                <a:gd name="csY12" fmla="*/ 56238 h 352053"/>
                <a:gd name="csX13" fmla="*/ 138906 w 277811"/>
                <a:gd name="csY13" fmla="*/ 81243 h 352053"/>
                <a:gd name="csX14" fmla="*/ 268232 w 277811"/>
                <a:gd name="csY14" fmla="*/ 56238 h 352053"/>
                <a:gd name="csX15" fmla="*/ 268232 w 277811"/>
                <a:gd name="csY15" fmla="*/ 130892 h 352053"/>
                <a:gd name="csX16" fmla="*/ 138906 w 277811"/>
                <a:gd name="csY16" fmla="*/ 162486 h 352053"/>
                <a:gd name="csX17" fmla="*/ 9580 w 277811"/>
                <a:gd name="csY17" fmla="*/ 130892 h 352053"/>
                <a:gd name="csX18" fmla="*/ 9580 w 277811"/>
                <a:gd name="csY18" fmla="*/ 146509 h 352053"/>
                <a:gd name="csX19" fmla="*/ 138906 w 277811"/>
                <a:gd name="csY19" fmla="*/ 171513 h 352053"/>
                <a:gd name="csX20" fmla="*/ 268232 w 277811"/>
                <a:gd name="csY20" fmla="*/ 146509 h 352053"/>
                <a:gd name="csX21" fmla="*/ 268232 w 277811"/>
                <a:gd name="csY21" fmla="*/ 221162 h 352053"/>
                <a:gd name="csX22" fmla="*/ 138906 w 277811"/>
                <a:gd name="csY22" fmla="*/ 252757 h 352053"/>
                <a:gd name="csX23" fmla="*/ 9580 w 277811"/>
                <a:gd name="csY23" fmla="*/ 221162 h 352053"/>
                <a:gd name="csX24" fmla="*/ 9580 w 277811"/>
                <a:gd name="csY24" fmla="*/ 311432 h 352053"/>
                <a:gd name="csX25" fmla="*/ 9580 w 277811"/>
                <a:gd name="csY25" fmla="*/ 236779 h 352053"/>
                <a:gd name="csX26" fmla="*/ 138906 w 277811"/>
                <a:gd name="csY26" fmla="*/ 261784 h 352053"/>
                <a:gd name="csX27" fmla="*/ 268232 w 277811"/>
                <a:gd name="csY27" fmla="*/ 236779 h 352053"/>
                <a:gd name="csX28" fmla="*/ 268232 w 277811"/>
                <a:gd name="csY28" fmla="*/ 311432 h 352053"/>
                <a:gd name="csX29" fmla="*/ 138906 w 277811"/>
                <a:gd name="csY29" fmla="*/ 343027 h 352053"/>
                <a:gd name="csX30" fmla="*/ 9580 w 277811"/>
                <a:gd name="csY30" fmla="*/ 311432 h 352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77811" h="352053">
                  <a:moveTo>
                    <a:pt x="277812" y="311432"/>
                  </a:moveTo>
                  <a:lnTo>
                    <a:pt x="277812" y="40622"/>
                  </a:lnTo>
                  <a:cubicBezTo>
                    <a:pt x="277812" y="14236"/>
                    <a:pt x="206246" y="0"/>
                    <a:pt x="138906" y="0"/>
                  </a:cubicBezTo>
                  <a:cubicBezTo>
                    <a:pt x="71565" y="0"/>
                    <a:pt x="0" y="14236"/>
                    <a:pt x="0" y="40622"/>
                  </a:cubicBezTo>
                  <a:lnTo>
                    <a:pt x="0" y="311432"/>
                  </a:lnTo>
                  <a:cubicBezTo>
                    <a:pt x="0" y="337818"/>
                    <a:pt x="71565" y="352054"/>
                    <a:pt x="138906" y="352054"/>
                  </a:cubicBezTo>
                  <a:cubicBezTo>
                    <a:pt x="206246" y="352054"/>
                    <a:pt x="277812" y="337818"/>
                    <a:pt x="277812" y="311432"/>
                  </a:cubicBezTo>
                  <a:close/>
                  <a:moveTo>
                    <a:pt x="138906" y="9027"/>
                  </a:moveTo>
                  <a:cubicBezTo>
                    <a:pt x="212923" y="9027"/>
                    <a:pt x="268232" y="25727"/>
                    <a:pt x="268232" y="40622"/>
                  </a:cubicBezTo>
                  <a:cubicBezTo>
                    <a:pt x="268232" y="55516"/>
                    <a:pt x="212923" y="72216"/>
                    <a:pt x="138906" y="72216"/>
                  </a:cubicBezTo>
                  <a:cubicBezTo>
                    <a:pt x="64888" y="72216"/>
                    <a:pt x="9580" y="55516"/>
                    <a:pt x="9580" y="40622"/>
                  </a:cubicBezTo>
                  <a:cubicBezTo>
                    <a:pt x="9580" y="25727"/>
                    <a:pt x="64888" y="9027"/>
                    <a:pt x="138906" y="9027"/>
                  </a:cubicBezTo>
                  <a:close/>
                  <a:moveTo>
                    <a:pt x="9580" y="56238"/>
                  </a:moveTo>
                  <a:cubicBezTo>
                    <a:pt x="31273" y="72577"/>
                    <a:pt x="86375" y="81243"/>
                    <a:pt x="138906" y="81243"/>
                  </a:cubicBezTo>
                  <a:cubicBezTo>
                    <a:pt x="191436" y="81243"/>
                    <a:pt x="246539" y="72577"/>
                    <a:pt x="268232" y="56238"/>
                  </a:cubicBezTo>
                  <a:lnTo>
                    <a:pt x="268232" y="130892"/>
                  </a:lnTo>
                  <a:cubicBezTo>
                    <a:pt x="268232" y="145786"/>
                    <a:pt x="212923" y="162486"/>
                    <a:pt x="138906" y="162486"/>
                  </a:cubicBezTo>
                  <a:cubicBezTo>
                    <a:pt x="64888" y="162486"/>
                    <a:pt x="9580" y="145786"/>
                    <a:pt x="9580" y="130892"/>
                  </a:cubicBezTo>
                  <a:close/>
                  <a:moveTo>
                    <a:pt x="9580" y="146509"/>
                  </a:moveTo>
                  <a:cubicBezTo>
                    <a:pt x="31273" y="162847"/>
                    <a:pt x="86375" y="171513"/>
                    <a:pt x="138906" y="171513"/>
                  </a:cubicBezTo>
                  <a:cubicBezTo>
                    <a:pt x="191436" y="171513"/>
                    <a:pt x="246539" y="162847"/>
                    <a:pt x="268232" y="146509"/>
                  </a:cubicBezTo>
                  <a:lnTo>
                    <a:pt x="268232" y="221162"/>
                  </a:lnTo>
                  <a:cubicBezTo>
                    <a:pt x="268232" y="236057"/>
                    <a:pt x="212923" y="252757"/>
                    <a:pt x="138906" y="252757"/>
                  </a:cubicBezTo>
                  <a:cubicBezTo>
                    <a:pt x="64888" y="252757"/>
                    <a:pt x="9580" y="236057"/>
                    <a:pt x="9580" y="221162"/>
                  </a:cubicBezTo>
                  <a:close/>
                  <a:moveTo>
                    <a:pt x="9580" y="311432"/>
                  </a:moveTo>
                  <a:lnTo>
                    <a:pt x="9580" y="236779"/>
                  </a:lnTo>
                  <a:cubicBezTo>
                    <a:pt x="31273" y="253118"/>
                    <a:pt x="86375" y="261784"/>
                    <a:pt x="138906" y="261784"/>
                  </a:cubicBezTo>
                  <a:cubicBezTo>
                    <a:pt x="191436" y="261784"/>
                    <a:pt x="246539" y="253118"/>
                    <a:pt x="268232" y="236779"/>
                  </a:cubicBezTo>
                  <a:lnTo>
                    <a:pt x="268232" y="311432"/>
                  </a:lnTo>
                  <a:cubicBezTo>
                    <a:pt x="268232" y="326327"/>
                    <a:pt x="212923" y="343027"/>
                    <a:pt x="138906" y="343027"/>
                  </a:cubicBezTo>
                  <a:cubicBezTo>
                    <a:pt x="64888" y="343027"/>
                    <a:pt x="9580" y="326327"/>
                    <a:pt x="9580" y="31143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DA900CF8-54F0-701B-B1AA-21B525CF4117}"/>
                </a:ext>
              </a:extLst>
            </p:cNvPr>
            <p:cNvSpPr/>
            <p:nvPr/>
          </p:nvSpPr>
          <p:spPr>
            <a:xfrm>
              <a:off x="6646114" y="203870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E2C923E9-883F-BDB7-331F-5974FBD01B45}"/>
                </a:ext>
              </a:extLst>
            </p:cNvPr>
            <p:cNvSpPr/>
            <p:nvPr/>
          </p:nvSpPr>
          <p:spPr>
            <a:xfrm>
              <a:off x="6646114" y="212897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B74D6146-3C4F-CEF8-D662-11F6B7AEB0CF}"/>
                </a:ext>
              </a:extLst>
            </p:cNvPr>
            <p:cNvSpPr/>
            <p:nvPr/>
          </p:nvSpPr>
          <p:spPr>
            <a:xfrm>
              <a:off x="6646114" y="221924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446" name="TextBox 445">
            <a:extLst>
              <a:ext uri="{FF2B5EF4-FFF2-40B4-BE49-F238E27FC236}">
                <a16:creationId xmlns:a16="http://schemas.microsoft.com/office/drawing/2014/main" id="{9D933EC9-22FF-F562-619C-E2CF693685B7}"/>
              </a:ext>
            </a:extLst>
          </p:cNvPr>
          <p:cNvSpPr txBox="1"/>
          <p:nvPr/>
        </p:nvSpPr>
        <p:spPr>
          <a:xfrm>
            <a:off x="5905768" y="1421853"/>
            <a:ext cx="4323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8987">
              <a:defRPr/>
            </a:pPr>
            <a:r>
              <a:rPr lang="en-US" sz="1100" b="1">
                <a:solidFill>
                  <a:srgbClr val="000000"/>
                </a:solidFill>
                <a:latin typeface="Segoe UI"/>
                <a:cs typeface="Segoe UI"/>
              </a:rPr>
              <a:t>DB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580B3A89-63F8-34A8-AFE5-C9443F74E85C}"/>
              </a:ext>
            </a:extLst>
          </p:cNvPr>
          <p:cNvSpPr txBox="1"/>
          <p:nvPr/>
        </p:nvSpPr>
        <p:spPr>
          <a:xfrm>
            <a:off x="1392181" y="5311258"/>
            <a:ext cx="1945345" cy="608644"/>
          </a:xfrm>
          <a:prstGeom prst="rect">
            <a:avLst/>
          </a:prstGeom>
          <a:gradFill flip="none" rotWithShape="1">
            <a:gsLst>
              <a:gs pos="0">
                <a:srgbClr val="FFEBEB"/>
              </a:gs>
              <a:gs pos="100000">
                <a:srgbClr val="F1ECFA"/>
              </a:gs>
            </a:gsLst>
            <a:lin ang="10800000" scaled="1"/>
            <a:tileRect/>
          </a:gra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 b="1">
                <a:latin typeface="Segoe UI"/>
              </a:rPr>
              <a:t>Attach results to Jira ticket. Update to Done. Notify approver in Teams.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8593230F-7A10-393C-1B56-E9749AA96567}"/>
              </a:ext>
            </a:extLst>
          </p:cNvPr>
          <p:cNvSpPr txBox="1"/>
          <p:nvPr/>
        </p:nvSpPr>
        <p:spPr>
          <a:xfrm>
            <a:off x="10347279" y="2271645"/>
            <a:ext cx="1439755" cy="407968"/>
          </a:xfrm>
          <a:prstGeom prst="rect">
            <a:avLst/>
          </a:prstGeom>
          <a:gradFill flip="none" rotWithShape="1">
            <a:gsLst>
              <a:gs pos="0">
                <a:srgbClr val="FFEBEB"/>
              </a:gs>
              <a:gs pos="100000">
                <a:srgbClr val="F1ECFA"/>
              </a:gs>
            </a:gsLst>
            <a:lin ang="10800000" scaled="1"/>
            <a:tileRect/>
          </a:gra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 b="1">
                <a:latin typeface="Segoe UI"/>
              </a:rPr>
              <a:t>Update to rework, if rejected</a:t>
            </a:r>
          </a:p>
        </p:txBody>
      </p:sp>
      <p:sp>
        <p:nvSpPr>
          <p:cNvPr id="484" name="Flowchart: Process 483">
            <a:extLst>
              <a:ext uri="{FF2B5EF4-FFF2-40B4-BE49-F238E27FC236}">
                <a16:creationId xmlns:a16="http://schemas.microsoft.com/office/drawing/2014/main" id="{7F02A3B4-1CE8-B008-8FE3-AAB094CEE498}"/>
              </a:ext>
            </a:extLst>
          </p:cNvPr>
          <p:cNvSpPr/>
          <p:nvPr/>
        </p:nvSpPr>
        <p:spPr>
          <a:xfrm>
            <a:off x="5229775" y="4524837"/>
            <a:ext cx="3096202" cy="864513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21C7148-3369-8328-6B32-39CD150B6D9D}"/>
              </a:ext>
            </a:extLst>
          </p:cNvPr>
          <p:cNvSpPr txBox="1"/>
          <p:nvPr/>
        </p:nvSpPr>
        <p:spPr>
          <a:xfrm>
            <a:off x="1090014" y="3503462"/>
            <a:ext cx="11170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</a:rPr>
              <a:t>Validation Agent</a:t>
            </a:r>
          </a:p>
        </p:txBody>
      </p:sp>
      <p:grpSp>
        <p:nvGrpSpPr>
          <p:cNvPr id="493" name="Graphic 124" descr="Robot outline">
            <a:extLst>
              <a:ext uri="{FF2B5EF4-FFF2-40B4-BE49-F238E27FC236}">
                <a16:creationId xmlns:a16="http://schemas.microsoft.com/office/drawing/2014/main" id="{6EB18A6A-5251-5F18-24BC-C702DB243E06}"/>
              </a:ext>
            </a:extLst>
          </p:cNvPr>
          <p:cNvGrpSpPr/>
          <p:nvPr/>
        </p:nvGrpSpPr>
        <p:grpSpPr>
          <a:xfrm>
            <a:off x="3940062" y="854729"/>
            <a:ext cx="332462" cy="444131"/>
            <a:chOff x="3369983" y="1745261"/>
            <a:chExt cx="382878" cy="5114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A06F1C52-F985-B966-5FE4-69A1F30BC0F3}"/>
                </a:ext>
              </a:extLst>
            </p:cNvPr>
            <p:cNvSpPr/>
            <p:nvPr/>
          </p:nvSpPr>
          <p:spPr>
            <a:xfrm>
              <a:off x="3369983" y="1745261"/>
              <a:ext cx="382878" cy="511481"/>
            </a:xfrm>
            <a:custGeom>
              <a:avLst/>
              <a:gdLst>
                <a:gd name="csX0" fmla="*/ 354577 w 382878"/>
                <a:gd name="csY0" fmla="*/ 334369 h 511481"/>
                <a:gd name="csX1" fmla="*/ 354577 w 382878"/>
                <a:gd name="csY1" fmla="*/ 277543 h 511481"/>
                <a:gd name="csX2" fmla="*/ 332616 w 382878"/>
                <a:gd name="csY2" fmla="*/ 255790 h 511481"/>
                <a:gd name="csX3" fmla="*/ 304222 w 382878"/>
                <a:gd name="csY3" fmla="*/ 255790 h 511481"/>
                <a:gd name="csX4" fmla="*/ 304222 w 382878"/>
                <a:gd name="csY4" fmla="*/ 224609 h 511481"/>
                <a:gd name="csX5" fmla="*/ 232881 w 382878"/>
                <a:gd name="csY5" fmla="*/ 224609 h 511481"/>
                <a:gd name="csX6" fmla="*/ 232881 w 382878"/>
                <a:gd name="csY6" fmla="*/ 205900 h 511481"/>
                <a:gd name="csX7" fmla="*/ 251418 w 382878"/>
                <a:gd name="csY7" fmla="*/ 205900 h 511481"/>
                <a:gd name="csX8" fmla="*/ 285339 w 382878"/>
                <a:gd name="csY8" fmla="*/ 172292 h 511481"/>
                <a:gd name="csX9" fmla="*/ 285339 w 382878"/>
                <a:gd name="csY9" fmla="*/ 102307 h 511481"/>
                <a:gd name="csX10" fmla="*/ 251418 w 382878"/>
                <a:gd name="csY10" fmla="*/ 68700 h 511481"/>
                <a:gd name="csX11" fmla="*/ 203511 w 382878"/>
                <a:gd name="csY11" fmla="*/ 68700 h 511481"/>
                <a:gd name="csX12" fmla="*/ 203511 w 382878"/>
                <a:gd name="csY12" fmla="*/ 49105 h 511481"/>
                <a:gd name="csX13" fmla="*/ 221595 w 382878"/>
                <a:gd name="csY13" fmla="*/ 18715 h 511481"/>
                <a:gd name="csX14" fmla="*/ 190922 w 382878"/>
                <a:gd name="csY14" fmla="*/ 798 h 511481"/>
                <a:gd name="csX15" fmla="*/ 172838 w 382878"/>
                <a:gd name="csY15" fmla="*/ 31188 h 511481"/>
                <a:gd name="csX16" fmla="*/ 190922 w 382878"/>
                <a:gd name="csY16" fmla="*/ 49105 h 511481"/>
                <a:gd name="csX17" fmla="*/ 190922 w 382878"/>
                <a:gd name="csY17" fmla="*/ 68700 h 511481"/>
                <a:gd name="csX18" fmla="*/ 143009 w 382878"/>
                <a:gd name="csY18" fmla="*/ 68700 h 511481"/>
                <a:gd name="csX19" fmla="*/ 109095 w 382878"/>
                <a:gd name="csY19" fmla="*/ 102307 h 511481"/>
                <a:gd name="csX20" fmla="*/ 109095 w 382878"/>
                <a:gd name="csY20" fmla="*/ 172292 h 511481"/>
                <a:gd name="csX21" fmla="*/ 143009 w 382878"/>
                <a:gd name="csY21" fmla="*/ 205900 h 511481"/>
                <a:gd name="csX22" fmla="*/ 163642 w 382878"/>
                <a:gd name="csY22" fmla="*/ 205900 h 511481"/>
                <a:gd name="csX23" fmla="*/ 163642 w 382878"/>
                <a:gd name="csY23" fmla="*/ 224609 h 511481"/>
                <a:gd name="csX24" fmla="*/ 90211 w 382878"/>
                <a:gd name="csY24" fmla="*/ 224609 h 511481"/>
                <a:gd name="csX25" fmla="*/ 90211 w 382878"/>
                <a:gd name="csY25" fmla="*/ 261983 h 511481"/>
                <a:gd name="csX26" fmla="*/ 50267 w 382878"/>
                <a:gd name="csY26" fmla="*/ 261983 h 511481"/>
                <a:gd name="csX27" fmla="*/ 40901 w 382878"/>
                <a:gd name="csY27" fmla="*/ 252710 h 511481"/>
                <a:gd name="csX28" fmla="*/ 40901 w 382878"/>
                <a:gd name="csY28" fmla="*/ 195878 h 511481"/>
                <a:gd name="csX29" fmla="*/ 68626 w 382878"/>
                <a:gd name="csY29" fmla="*/ 155898 h 511481"/>
                <a:gd name="csX30" fmla="*/ 60483 w 382878"/>
                <a:gd name="csY30" fmla="*/ 139389 h 511481"/>
                <a:gd name="csX31" fmla="*/ 51079 w 382878"/>
                <a:gd name="csY31" fmla="*/ 147683 h 511481"/>
                <a:gd name="csX32" fmla="*/ 49231 w 382878"/>
                <a:gd name="csY32" fmla="*/ 178497 h 511481"/>
                <a:gd name="csX33" fmla="*/ 18131 w 382878"/>
                <a:gd name="csY33" fmla="*/ 176667 h 511481"/>
                <a:gd name="csX34" fmla="*/ 18014 w 382878"/>
                <a:gd name="csY34" fmla="*/ 147814 h 511481"/>
                <a:gd name="csX35" fmla="*/ 8535 w 382878"/>
                <a:gd name="csY35" fmla="*/ 139601 h 511481"/>
                <a:gd name="csX36" fmla="*/ 11859 w 382878"/>
                <a:gd name="csY36" fmla="*/ 187996 h 511481"/>
                <a:gd name="csX37" fmla="*/ 28312 w 382878"/>
                <a:gd name="csY37" fmla="*/ 195878 h 511481"/>
                <a:gd name="csX38" fmla="*/ 28312 w 382878"/>
                <a:gd name="csY38" fmla="*/ 252710 h 511481"/>
                <a:gd name="csX39" fmla="*/ 50267 w 382878"/>
                <a:gd name="csY39" fmla="*/ 274456 h 511481"/>
                <a:gd name="csX40" fmla="*/ 90211 w 382878"/>
                <a:gd name="csY40" fmla="*/ 274456 h 511481"/>
                <a:gd name="csX41" fmla="*/ 90211 w 382878"/>
                <a:gd name="csY41" fmla="*/ 405619 h 511481"/>
                <a:gd name="csX42" fmla="*/ 40011 w 382878"/>
                <a:gd name="csY42" fmla="*/ 461650 h 511481"/>
                <a:gd name="csX43" fmla="*/ 93359 w 382878"/>
                <a:gd name="csY43" fmla="*/ 511481 h 511481"/>
                <a:gd name="csX44" fmla="*/ 301075 w 382878"/>
                <a:gd name="csY44" fmla="*/ 511481 h 511481"/>
                <a:gd name="csX45" fmla="*/ 354517 w 382878"/>
                <a:gd name="csY45" fmla="*/ 458475 h 511481"/>
                <a:gd name="csX46" fmla="*/ 304222 w 382878"/>
                <a:gd name="csY46" fmla="*/ 405619 h 511481"/>
                <a:gd name="csX47" fmla="*/ 304222 w 382878"/>
                <a:gd name="csY47" fmla="*/ 268263 h 511481"/>
                <a:gd name="csX48" fmla="*/ 332616 w 382878"/>
                <a:gd name="csY48" fmla="*/ 268263 h 511481"/>
                <a:gd name="csX49" fmla="*/ 341988 w 382878"/>
                <a:gd name="csY49" fmla="*/ 277543 h 511481"/>
                <a:gd name="csX50" fmla="*/ 341988 w 382878"/>
                <a:gd name="csY50" fmla="*/ 334369 h 511481"/>
                <a:gd name="csX51" fmla="*/ 314263 w 382878"/>
                <a:gd name="csY51" fmla="*/ 374349 h 511481"/>
                <a:gd name="csX52" fmla="*/ 322400 w 382878"/>
                <a:gd name="csY52" fmla="*/ 390851 h 511481"/>
                <a:gd name="csX53" fmla="*/ 331804 w 382878"/>
                <a:gd name="csY53" fmla="*/ 382557 h 511481"/>
                <a:gd name="csX54" fmla="*/ 333657 w 382878"/>
                <a:gd name="csY54" fmla="*/ 351743 h 511481"/>
                <a:gd name="csX55" fmla="*/ 364758 w 382878"/>
                <a:gd name="csY55" fmla="*/ 353579 h 511481"/>
                <a:gd name="csX56" fmla="*/ 364869 w 382878"/>
                <a:gd name="csY56" fmla="*/ 382432 h 511481"/>
                <a:gd name="csX57" fmla="*/ 374348 w 382878"/>
                <a:gd name="csY57" fmla="*/ 390639 h 511481"/>
                <a:gd name="csX58" fmla="*/ 371016 w 382878"/>
                <a:gd name="csY58" fmla="*/ 342245 h 511481"/>
                <a:gd name="csX59" fmla="*/ 354577 w 382878"/>
                <a:gd name="csY59" fmla="*/ 334369 h 511481"/>
                <a:gd name="csX60" fmla="*/ 184628 w 382878"/>
                <a:gd name="csY60" fmla="*/ 25045 h 511481"/>
                <a:gd name="csX61" fmla="*/ 197217 w 382878"/>
                <a:gd name="csY61" fmla="*/ 12572 h 511481"/>
                <a:gd name="csX62" fmla="*/ 209805 w 382878"/>
                <a:gd name="csY62" fmla="*/ 25045 h 511481"/>
                <a:gd name="csX63" fmla="*/ 197217 w 382878"/>
                <a:gd name="csY63" fmla="*/ 37518 h 511481"/>
                <a:gd name="csX64" fmla="*/ 184621 w 382878"/>
                <a:gd name="csY64" fmla="*/ 25051 h 511481"/>
                <a:gd name="csX65" fmla="*/ 184621 w 382878"/>
                <a:gd name="csY65" fmla="*/ 25045 h 511481"/>
                <a:gd name="csX66" fmla="*/ 102800 w 382878"/>
                <a:gd name="csY66" fmla="*/ 331063 h 511481"/>
                <a:gd name="csX67" fmla="*/ 154257 w 382878"/>
                <a:gd name="csY67" fmla="*/ 331063 h 511481"/>
                <a:gd name="csX68" fmla="*/ 174764 w 382878"/>
                <a:gd name="csY68" fmla="*/ 287877 h 511481"/>
                <a:gd name="csX69" fmla="*/ 194032 w 382878"/>
                <a:gd name="csY69" fmla="*/ 361017 h 511481"/>
                <a:gd name="csX70" fmla="*/ 220034 w 382878"/>
                <a:gd name="csY70" fmla="*/ 308008 h 511481"/>
                <a:gd name="csX71" fmla="*/ 236399 w 382878"/>
                <a:gd name="csY71" fmla="*/ 346486 h 511481"/>
                <a:gd name="csX72" fmla="*/ 249089 w 382878"/>
                <a:gd name="csY72" fmla="*/ 333633 h 511481"/>
                <a:gd name="csX73" fmla="*/ 255207 w 382878"/>
                <a:gd name="csY73" fmla="*/ 331082 h 511481"/>
                <a:gd name="csX74" fmla="*/ 291614 w 382878"/>
                <a:gd name="csY74" fmla="*/ 331082 h 511481"/>
                <a:gd name="csX75" fmla="*/ 291614 w 382878"/>
                <a:gd name="csY75" fmla="*/ 405463 h 511481"/>
                <a:gd name="csX76" fmla="*/ 102781 w 382878"/>
                <a:gd name="csY76" fmla="*/ 405463 h 511481"/>
                <a:gd name="csX77" fmla="*/ 143009 w 382878"/>
                <a:gd name="csY77" fmla="*/ 193427 h 511481"/>
                <a:gd name="csX78" fmla="*/ 121683 w 382878"/>
                <a:gd name="csY78" fmla="*/ 172292 h 511481"/>
                <a:gd name="csX79" fmla="*/ 121683 w 382878"/>
                <a:gd name="csY79" fmla="*/ 102307 h 511481"/>
                <a:gd name="csX80" fmla="*/ 143009 w 382878"/>
                <a:gd name="csY80" fmla="*/ 81172 h 511481"/>
                <a:gd name="csX81" fmla="*/ 251418 w 382878"/>
                <a:gd name="csY81" fmla="*/ 81172 h 511481"/>
                <a:gd name="csX82" fmla="*/ 272750 w 382878"/>
                <a:gd name="csY82" fmla="*/ 102307 h 511481"/>
                <a:gd name="csX83" fmla="*/ 272750 w 382878"/>
                <a:gd name="csY83" fmla="*/ 172292 h 511481"/>
                <a:gd name="csX84" fmla="*/ 251418 w 382878"/>
                <a:gd name="csY84" fmla="*/ 193427 h 511481"/>
                <a:gd name="csX85" fmla="*/ 143009 w 382878"/>
                <a:gd name="csY85" fmla="*/ 193427 h 511481"/>
                <a:gd name="csX86" fmla="*/ 176231 w 382878"/>
                <a:gd name="csY86" fmla="*/ 205900 h 511481"/>
                <a:gd name="csX87" fmla="*/ 220292 w 382878"/>
                <a:gd name="csY87" fmla="*/ 205900 h 511481"/>
                <a:gd name="csX88" fmla="*/ 220292 w 382878"/>
                <a:gd name="csY88" fmla="*/ 224609 h 511481"/>
                <a:gd name="csX89" fmla="*/ 176231 w 382878"/>
                <a:gd name="csY89" fmla="*/ 224609 h 511481"/>
                <a:gd name="csX90" fmla="*/ 163642 w 382878"/>
                <a:gd name="csY90" fmla="*/ 237081 h 511481"/>
                <a:gd name="csX91" fmla="*/ 291633 w 382878"/>
                <a:gd name="csY91" fmla="*/ 237081 h 511481"/>
                <a:gd name="csX92" fmla="*/ 291633 w 382878"/>
                <a:gd name="csY92" fmla="*/ 318591 h 511481"/>
                <a:gd name="csX93" fmla="*/ 255226 w 382878"/>
                <a:gd name="csY93" fmla="*/ 318591 h 511481"/>
                <a:gd name="csX94" fmla="*/ 240667 w 382878"/>
                <a:gd name="csY94" fmla="*/ 324353 h 511481"/>
                <a:gd name="csX95" fmla="*/ 220840 w 382878"/>
                <a:gd name="csY95" fmla="*/ 277792 h 511481"/>
                <a:gd name="csX96" fmla="*/ 197607 w 382878"/>
                <a:gd name="csY96" fmla="*/ 325189 h 511481"/>
                <a:gd name="csX97" fmla="*/ 178170 w 382878"/>
                <a:gd name="csY97" fmla="*/ 251425 h 511481"/>
                <a:gd name="csX98" fmla="*/ 146269 w 382878"/>
                <a:gd name="csY98" fmla="*/ 318591 h 511481"/>
                <a:gd name="csX99" fmla="*/ 102800 w 382878"/>
                <a:gd name="csY99" fmla="*/ 318591 h 511481"/>
                <a:gd name="csX100" fmla="*/ 102800 w 382878"/>
                <a:gd name="csY100" fmla="*/ 237081 h 511481"/>
                <a:gd name="csX101" fmla="*/ 341988 w 382878"/>
                <a:gd name="csY101" fmla="*/ 458472 h 511481"/>
                <a:gd name="csX102" fmla="*/ 301075 w 382878"/>
                <a:gd name="csY102" fmla="*/ 499009 h 511481"/>
                <a:gd name="csX103" fmla="*/ 93359 w 382878"/>
                <a:gd name="csY103" fmla="*/ 499009 h 511481"/>
                <a:gd name="csX104" fmla="*/ 52445 w 382878"/>
                <a:gd name="csY104" fmla="*/ 458472 h 511481"/>
                <a:gd name="csX105" fmla="*/ 93359 w 382878"/>
                <a:gd name="csY105" fmla="*/ 417936 h 511481"/>
                <a:gd name="csX106" fmla="*/ 301075 w 382878"/>
                <a:gd name="csY106" fmla="*/ 417936 h 511481"/>
                <a:gd name="csX107" fmla="*/ 341988 w 382878"/>
                <a:gd name="csY107" fmla="*/ 458472 h 511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82878" h="511481">
                  <a:moveTo>
                    <a:pt x="354577" y="334369"/>
                  </a:moveTo>
                  <a:lnTo>
                    <a:pt x="354577" y="277543"/>
                  </a:lnTo>
                  <a:cubicBezTo>
                    <a:pt x="354563" y="265533"/>
                    <a:pt x="344738" y="255801"/>
                    <a:pt x="332616" y="255790"/>
                  </a:cubicBezTo>
                  <a:lnTo>
                    <a:pt x="304222" y="255790"/>
                  </a:lnTo>
                  <a:lnTo>
                    <a:pt x="304222" y="224609"/>
                  </a:lnTo>
                  <a:lnTo>
                    <a:pt x="232881" y="224609"/>
                  </a:lnTo>
                  <a:lnTo>
                    <a:pt x="232881" y="205900"/>
                  </a:lnTo>
                  <a:lnTo>
                    <a:pt x="251418" y="205900"/>
                  </a:lnTo>
                  <a:cubicBezTo>
                    <a:pt x="270144" y="205882"/>
                    <a:pt x="285321" y="190846"/>
                    <a:pt x="285339" y="172292"/>
                  </a:cubicBezTo>
                  <a:lnTo>
                    <a:pt x="285339" y="102307"/>
                  </a:lnTo>
                  <a:cubicBezTo>
                    <a:pt x="285321" y="83753"/>
                    <a:pt x="270144" y="68717"/>
                    <a:pt x="251418" y="68700"/>
                  </a:cubicBezTo>
                  <a:lnTo>
                    <a:pt x="203511" y="68700"/>
                  </a:lnTo>
                  <a:lnTo>
                    <a:pt x="203511" y="49105"/>
                  </a:lnTo>
                  <a:cubicBezTo>
                    <a:pt x="216975" y="45661"/>
                    <a:pt x="225071" y="32055"/>
                    <a:pt x="221595" y="18715"/>
                  </a:cubicBezTo>
                  <a:cubicBezTo>
                    <a:pt x="218118" y="5376"/>
                    <a:pt x="204386" y="-2646"/>
                    <a:pt x="190922" y="798"/>
                  </a:cubicBezTo>
                  <a:cubicBezTo>
                    <a:pt x="177458" y="4242"/>
                    <a:pt x="169362" y="17848"/>
                    <a:pt x="172838" y="31188"/>
                  </a:cubicBezTo>
                  <a:cubicBezTo>
                    <a:pt x="175128" y="39975"/>
                    <a:pt x="182053" y="46836"/>
                    <a:pt x="190922" y="49105"/>
                  </a:cubicBezTo>
                  <a:lnTo>
                    <a:pt x="190922" y="68700"/>
                  </a:lnTo>
                  <a:lnTo>
                    <a:pt x="143009" y="68700"/>
                  </a:lnTo>
                  <a:cubicBezTo>
                    <a:pt x="124285" y="68720"/>
                    <a:pt x="109112" y="83756"/>
                    <a:pt x="109095" y="102307"/>
                  </a:cubicBezTo>
                  <a:lnTo>
                    <a:pt x="109095" y="172292"/>
                  </a:lnTo>
                  <a:cubicBezTo>
                    <a:pt x="109112" y="190843"/>
                    <a:pt x="124285" y="205879"/>
                    <a:pt x="143009" y="205900"/>
                  </a:cubicBezTo>
                  <a:lnTo>
                    <a:pt x="163642" y="205900"/>
                  </a:lnTo>
                  <a:lnTo>
                    <a:pt x="163642" y="224609"/>
                  </a:lnTo>
                  <a:lnTo>
                    <a:pt x="90211" y="224609"/>
                  </a:lnTo>
                  <a:lnTo>
                    <a:pt x="90211" y="261983"/>
                  </a:lnTo>
                  <a:lnTo>
                    <a:pt x="50267" y="261983"/>
                  </a:lnTo>
                  <a:cubicBezTo>
                    <a:pt x="45098" y="261980"/>
                    <a:pt x="40908" y="257831"/>
                    <a:pt x="40901" y="252710"/>
                  </a:cubicBezTo>
                  <a:lnTo>
                    <a:pt x="40901" y="195878"/>
                  </a:lnTo>
                  <a:cubicBezTo>
                    <a:pt x="59700" y="192423"/>
                    <a:pt x="72113" y="174523"/>
                    <a:pt x="68626" y="155898"/>
                  </a:cubicBezTo>
                  <a:cubicBezTo>
                    <a:pt x="67477" y="149763"/>
                    <a:pt x="64662" y="144055"/>
                    <a:pt x="60483" y="139389"/>
                  </a:cubicBezTo>
                  <a:lnTo>
                    <a:pt x="51079" y="147683"/>
                  </a:lnTo>
                  <a:cubicBezTo>
                    <a:pt x="59157" y="156698"/>
                    <a:pt x="58330" y="170493"/>
                    <a:pt x="49231" y="178497"/>
                  </a:cubicBezTo>
                  <a:cubicBezTo>
                    <a:pt x="40133" y="186501"/>
                    <a:pt x="26209" y="185681"/>
                    <a:pt x="18131" y="176667"/>
                  </a:cubicBezTo>
                  <a:cubicBezTo>
                    <a:pt x="10767" y="168450"/>
                    <a:pt x="10717" y="156090"/>
                    <a:pt x="18014" y="147814"/>
                  </a:cubicBezTo>
                  <a:lnTo>
                    <a:pt x="8535" y="139601"/>
                  </a:lnTo>
                  <a:cubicBezTo>
                    <a:pt x="-4036" y="153875"/>
                    <a:pt x="-2548" y="175542"/>
                    <a:pt x="11859" y="187996"/>
                  </a:cubicBezTo>
                  <a:cubicBezTo>
                    <a:pt x="16532" y="192036"/>
                    <a:pt x="22214" y="194758"/>
                    <a:pt x="28312" y="195878"/>
                  </a:cubicBezTo>
                  <a:lnTo>
                    <a:pt x="28312" y="252710"/>
                  </a:lnTo>
                  <a:cubicBezTo>
                    <a:pt x="28326" y="264717"/>
                    <a:pt x="38148" y="274445"/>
                    <a:pt x="50267" y="274456"/>
                  </a:cubicBezTo>
                  <a:lnTo>
                    <a:pt x="90211" y="274456"/>
                  </a:lnTo>
                  <a:lnTo>
                    <a:pt x="90211" y="405619"/>
                  </a:lnTo>
                  <a:cubicBezTo>
                    <a:pt x="60732" y="407357"/>
                    <a:pt x="38256" y="432443"/>
                    <a:pt x="40011" y="461650"/>
                  </a:cubicBezTo>
                  <a:cubicBezTo>
                    <a:pt x="41691" y="489627"/>
                    <a:pt x="65072" y="511466"/>
                    <a:pt x="93359" y="511481"/>
                  </a:cubicBezTo>
                  <a:lnTo>
                    <a:pt x="301075" y="511481"/>
                  </a:lnTo>
                  <a:cubicBezTo>
                    <a:pt x="330606" y="511466"/>
                    <a:pt x="354533" y="487734"/>
                    <a:pt x="354517" y="458475"/>
                  </a:cubicBezTo>
                  <a:cubicBezTo>
                    <a:pt x="354502" y="430449"/>
                    <a:pt x="332459" y="407284"/>
                    <a:pt x="304222" y="405619"/>
                  </a:cubicBezTo>
                  <a:lnTo>
                    <a:pt x="304222" y="268263"/>
                  </a:lnTo>
                  <a:lnTo>
                    <a:pt x="332616" y="268263"/>
                  </a:lnTo>
                  <a:cubicBezTo>
                    <a:pt x="337787" y="268270"/>
                    <a:pt x="341978" y="272420"/>
                    <a:pt x="341988" y="277543"/>
                  </a:cubicBezTo>
                  <a:lnTo>
                    <a:pt x="341988" y="334369"/>
                  </a:lnTo>
                  <a:cubicBezTo>
                    <a:pt x="323189" y="337823"/>
                    <a:pt x="310776" y="355723"/>
                    <a:pt x="314263" y="374349"/>
                  </a:cubicBezTo>
                  <a:cubicBezTo>
                    <a:pt x="315411" y="380480"/>
                    <a:pt x="318224" y="386185"/>
                    <a:pt x="322400" y="390851"/>
                  </a:cubicBezTo>
                  <a:lnTo>
                    <a:pt x="331804" y="382557"/>
                  </a:lnTo>
                  <a:cubicBezTo>
                    <a:pt x="323728" y="373541"/>
                    <a:pt x="324557" y="359745"/>
                    <a:pt x="333657" y="351743"/>
                  </a:cubicBezTo>
                  <a:cubicBezTo>
                    <a:pt x="342757" y="343741"/>
                    <a:pt x="356681" y="344563"/>
                    <a:pt x="364758" y="353579"/>
                  </a:cubicBezTo>
                  <a:cubicBezTo>
                    <a:pt x="372120" y="361798"/>
                    <a:pt x="372168" y="374159"/>
                    <a:pt x="364869" y="382432"/>
                  </a:cubicBezTo>
                  <a:lnTo>
                    <a:pt x="374348" y="390639"/>
                  </a:lnTo>
                  <a:cubicBezTo>
                    <a:pt x="386916" y="376364"/>
                    <a:pt x="385424" y="354697"/>
                    <a:pt x="371016" y="342245"/>
                  </a:cubicBezTo>
                  <a:cubicBezTo>
                    <a:pt x="366347" y="338209"/>
                    <a:pt x="360670" y="335489"/>
                    <a:pt x="354577" y="334369"/>
                  </a:cubicBezTo>
                  <a:close/>
                  <a:moveTo>
                    <a:pt x="184628" y="25045"/>
                  </a:moveTo>
                  <a:cubicBezTo>
                    <a:pt x="184628" y="18156"/>
                    <a:pt x="190264" y="12572"/>
                    <a:pt x="197217" y="12572"/>
                  </a:cubicBezTo>
                  <a:cubicBezTo>
                    <a:pt x="204169" y="12572"/>
                    <a:pt x="209805" y="18156"/>
                    <a:pt x="209805" y="25045"/>
                  </a:cubicBezTo>
                  <a:cubicBezTo>
                    <a:pt x="209805" y="31934"/>
                    <a:pt x="204169" y="37518"/>
                    <a:pt x="197217" y="37518"/>
                  </a:cubicBezTo>
                  <a:cubicBezTo>
                    <a:pt x="190264" y="37521"/>
                    <a:pt x="184625" y="31940"/>
                    <a:pt x="184621" y="25051"/>
                  </a:cubicBezTo>
                  <a:cubicBezTo>
                    <a:pt x="184621" y="25049"/>
                    <a:pt x="184621" y="25047"/>
                    <a:pt x="184621" y="25045"/>
                  </a:cubicBezTo>
                  <a:close/>
                  <a:moveTo>
                    <a:pt x="102800" y="331063"/>
                  </a:moveTo>
                  <a:lnTo>
                    <a:pt x="154257" y="331063"/>
                  </a:lnTo>
                  <a:lnTo>
                    <a:pt x="174764" y="287877"/>
                  </a:lnTo>
                  <a:lnTo>
                    <a:pt x="194032" y="361017"/>
                  </a:lnTo>
                  <a:lnTo>
                    <a:pt x="220034" y="308008"/>
                  </a:lnTo>
                  <a:lnTo>
                    <a:pt x="236399" y="346486"/>
                  </a:lnTo>
                  <a:lnTo>
                    <a:pt x="249089" y="333633"/>
                  </a:lnTo>
                  <a:cubicBezTo>
                    <a:pt x="250769" y="332107"/>
                    <a:pt x="252931" y="331205"/>
                    <a:pt x="255207" y="331082"/>
                  </a:cubicBezTo>
                  <a:lnTo>
                    <a:pt x="291614" y="331082"/>
                  </a:lnTo>
                  <a:lnTo>
                    <a:pt x="291614" y="405463"/>
                  </a:lnTo>
                  <a:lnTo>
                    <a:pt x="102781" y="405463"/>
                  </a:lnTo>
                  <a:close/>
                  <a:moveTo>
                    <a:pt x="143009" y="193427"/>
                  </a:moveTo>
                  <a:cubicBezTo>
                    <a:pt x="131236" y="193409"/>
                    <a:pt x="121697" y="183956"/>
                    <a:pt x="121683" y="172292"/>
                  </a:cubicBezTo>
                  <a:lnTo>
                    <a:pt x="121683" y="102307"/>
                  </a:lnTo>
                  <a:cubicBezTo>
                    <a:pt x="121697" y="90643"/>
                    <a:pt x="131236" y="81190"/>
                    <a:pt x="143009" y="81172"/>
                  </a:cubicBezTo>
                  <a:lnTo>
                    <a:pt x="251418" y="81172"/>
                  </a:lnTo>
                  <a:cubicBezTo>
                    <a:pt x="263192" y="81190"/>
                    <a:pt x="272732" y="90642"/>
                    <a:pt x="272750" y="102307"/>
                  </a:cubicBezTo>
                  <a:lnTo>
                    <a:pt x="272750" y="172292"/>
                  </a:lnTo>
                  <a:cubicBezTo>
                    <a:pt x="272732" y="183958"/>
                    <a:pt x="263192" y="193409"/>
                    <a:pt x="251418" y="193427"/>
                  </a:cubicBezTo>
                  <a:lnTo>
                    <a:pt x="143009" y="193427"/>
                  </a:lnTo>
                  <a:close/>
                  <a:moveTo>
                    <a:pt x="176231" y="205900"/>
                  </a:moveTo>
                  <a:lnTo>
                    <a:pt x="220292" y="205900"/>
                  </a:lnTo>
                  <a:lnTo>
                    <a:pt x="220292" y="224609"/>
                  </a:lnTo>
                  <a:lnTo>
                    <a:pt x="176231" y="224609"/>
                  </a:lnTo>
                  <a:close/>
                  <a:moveTo>
                    <a:pt x="163642" y="237081"/>
                  </a:moveTo>
                  <a:lnTo>
                    <a:pt x="291633" y="237081"/>
                  </a:lnTo>
                  <a:lnTo>
                    <a:pt x="291633" y="318591"/>
                  </a:lnTo>
                  <a:lnTo>
                    <a:pt x="255226" y="318591"/>
                  </a:lnTo>
                  <a:cubicBezTo>
                    <a:pt x="249829" y="318700"/>
                    <a:pt x="244655" y="320748"/>
                    <a:pt x="240667" y="324353"/>
                  </a:cubicBezTo>
                  <a:lnTo>
                    <a:pt x="220840" y="277792"/>
                  </a:lnTo>
                  <a:lnTo>
                    <a:pt x="197607" y="325189"/>
                  </a:lnTo>
                  <a:lnTo>
                    <a:pt x="178170" y="251425"/>
                  </a:lnTo>
                  <a:lnTo>
                    <a:pt x="146269" y="318591"/>
                  </a:lnTo>
                  <a:lnTo>
                    <a:pt x="102800" y="318591"/>
                  </a:lnTo>
                  <a:lnTo>
                    <a:pt x="102800" y="237081"/>
                  </a:lnTo>
                  <a:close/>
                  <a:moveTo>
                    <a:pt x="341988" y="458472"/>
                  </a:moveTo>
                  <a:cubicBezTo>
                    <a:pt x="341961" y="480848"/>
                    <a:pt x="323659" y="498981"/>
                    <a:pt x="301075" y="499009"/>
                  </a:cubicBezTo>
                  <a:lnTo>
                    <a:pt x="93359" y="499009"/>
                  </a:lnTo>
                  <a:cubicBezTo>
                    <a:pt x="70762" y="499009"/>
                    <a:pt x="52445" y="480860"/>
                    <a:pt x="52445" y="458472"/>
                  </a:cubicBezTo>
                  <a:cubicBezTo>
                    <a:pt x="52445" y="436084"/>
                    <a:pt x="70762" y="417936"/>
                    <a:pt x="93359" y="417936"/>
                  </a:cubicBezTo>
                  <a:lnTo>
                    <a:pt x="301075" y="417936"/>
                  </a:lnTo>
                  <a:cubicBezTo>
                    <a:pt x="323659" y="417963"/>
                    <a:pt x="341961" y="436096"/>
                    <a:pt x="341988" y="458472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038E8DB0-419B-6BB2-9F8F-A4579E6121FC}"/>
                </a:ext>
              </a:extLst>
            </p:cNvPr>
            <p:cNvSpPr/>
            <p:nvPr/>
          </p:nvSpPr>
          <p:spPr>
            <a:xfrm>
              <a:off x="3571599" y="1855744"/>
              <a:ext cx="54132" cy="53632"/>
            </a:xfrm>
            <a:custGeom>
              <a:avLst/>
              <a:gdLst>
                <a:gd name="csX0" fmla="*/ 54132 w 54132"/>
                <a:gd name="csY0" fmla="*/ 26816 h 53632"/>
                <a:gd name="csX1" fmla="*/ 27066 w 54132"/>
                <a:gd name="csY1" fmla="*/ 0 h 53632"/>
                <a:gd name="csX2" fmla="*/ 0 w 54132"/>
                <a:gd name="csY2" fmla="*/ 26816 h 53632"/>
                <a:gd name="csX3" fmla="*/ 27066 w 54132"/>
                <a:gd name="csY3" fmla="*/ 53633 h 53632"/>
                <a:gd name="csX4" fmla="*/ 54132 w 54132"/>
                <a:gd name="csY4" fmla="*/ 26816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54132" y="26816"/>
                  </a:moveTo>
                  <a:cubicBezTo>
                    <a:pt x="54132" y="12006"/>
                    <a:pt x="42014" y="0"/>
                    <a:pt x="27066" y="0"/>
                  </a:cubicBez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22D212FF-AA3D-5C88-C2AF-E630AC1C942C}"/>
                </a:ext>
              </a:extLst>
            </p:cNvPr>
            <p:cNvSpPr/>
            <p:nvPr/>
          </p:nvSpPr>
          <p:spPr>
            <a:xfrm>
              <a:off x="3589223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714E7B74-9AB8-8AD8-2334-EC73AE3601CA}"/>
                </a:ext>
              </a:extLst>
            </p:cNvPr>
            <p:cNvSpPr/>
            <p:nvPr/>
          </p:nvSpPr>
          <p:spPr>
            <a:xfrm>
              <a:off x="3508655" y="1855744"/>
              <a:ext cx="54132" cy="53632"/>
            </a:xfrm>
            <a:custGeom>
              <a:avLst/>
              <a:gdLst>
                <a:gd name="csX0" fmla="*/ 27066 w 54132"/>
                <a:gd name="csY0" fmla="*/ 0 h 53632"/>
                <a:gd name="csX1" fmla="*/ 0 w 54132"/>
                <a:gd name="csY1" fmla="*/ 26816 h 53632"/>
                <a:gd name="csX2" fmla="*/ 27066 w 54132"/>
                <a:gd name="csY2" fmla="*/ 53633 h 53632"/>
                <a:gd name="csX3" fmla="*/ 54132 w 54132"/>
                <a:gd name="csY3" fmla="*/ 26816 h 53632"/>
                <a:gd name="csX4" fmla="*/ 27066 w 54132"/>
                <a:gd name="csY4" fmla="*/ 0 h 53632"/>
                <a:gd name="csX5" fmla="*/ 27066 w 54132"/>
                <a:gd name="csY5" fmla="*/ 45525 h 53632"/>
                <a:gd name="csX6" fmla="*/ 8183 w 54132"/>
                <a:gd name="csY6" fmla="*/ 26816 h 53632"/>
                <a:gd name="csX7" fmla="*/ 27066 w 54132"/>
                <a:gd name="csY7" fmla="*/ 8107 h 53632"/>
                <a:gd name="csX8" fmla="*/ 45949 w 54132"/>
                <a:gd name="csY8" fmla="*/ 26816 h 53632"/>
                <a:gd name="csX9" fmla="*/ 27066 w 54132"/>
                <a:gd name="csY9" fmla="*/ 45525 h 53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132" h="53632">
                  <a:moveTo>
                    <a:pt x="27066" y="0"/>
                  </a:moveTo>
                  <a:cubicBezTo>
                    <a:pt x="12118" y="0"/>
                    <a:pt x="0" y="12006"/>
                    <a:pt x="0" y="26816"/>
                  </a:cubicBezTo>
                  <a:cubicBezTo>
                    <a:pt x="0" y="41626"/>
                    <a:pt x="12118" y="53633"/>
                    <a:pt x="27066" y="53633"/>
                  </a:cubicBezTo>
                  <a:cubicBezTo>
                    <a:pt x="42014" y="53633"/>
                    <a:pt x="54132" y="41626"/>
                    <a:pt x="54132" y="26816"/>
                  </a:cubicBezTo>
                  <a:cubicBezTo>
                    <a:pt x="54132" y="12006"/>
                    <a:pt x="42014" y="0"/>
                    <a:pt x="27066" y="0"/>
                  </a:cubicBezTo>
                  <a:close/>
                  <a:moveTo>
                    <a:pt x="27066" y="45525"/>
                  </a:moveTo>
                  <a:cubicBezTo>
                    <a:pt x="16637" y="45525"/>
                    <a:pt x="8183" y="37149"/>
                    <a:pt x="8183" y="26816"/>
                  </a:cubicBezTo>
                  <a:cubicBezTo>
                    <a:pt x="8183" y="16483"/>
                    <a:pt x="16637" y="8107"/>
                    <a:pt x="27066" y="8107"/>
                  </a:cubicBezTo>
                  <a:cubicBezTo>
                    <a:pt x="37495" y="8107"/>
                    <a:pt x="45949" y="16483"/>
                    <a:pt x="45949" y="26816"/>
                  </a:cubicBezTo>
                  <a:cubicBezTo>
                    <a:pt x="45949" y="37149"/>
                    <a:pt x="37495" y="45525"/>
                    <a:pt x="27066" y="45525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0932238E-4DD0-8960-A128-64223C1BD8CD}"/>
                </a:ext>
              </a:extLst>
            </p:cNvPr>
            <p:cNvSpPr/>
            <p:nvPr/>
          </p:nvSpPr>
          <p:spPr>
            <a:xfrm>
              <a:off x="3526279" y="1873206"/>
              <a:ext cx="18883" cy="18709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99" name="Oval 498">
              <a:extLst>
                <a:ext uri="{FF2B5EF4-FFF2-40B4-BE49-F238E27FC236}">
                  <a16:creationId xmlns:a16="http://schemas.microsoft.com/office/drawing/2014/main" id="{EC24A259-41D9-CAC2-836D-805276CD7558}"/>
                </a:ext>
              </a:extLst>
            </p:cNvPr>
            <p:cNvSpPr/>
            <p:nvPr/>
          </p:nvSpPr>
          <p:spPr>
            <a:xfrm>
              <a:off x="355461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82223E3-1392-AAF2-4164-B0BD7DBB256E}"/>
                </a:ext>
              </a:extLst>
            </p:cNvPr>
            <p:cNvSpPr/>
            <p:nvPr/>
          </p:nvSpPr>
          <p:spPr>
            <a:xfrm>
              <a:off x="3463341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01" name="Oval 500">
              <a:extLst>
                <a:ext uri="{FF2B5EF4-FFF2-40B4-BE49-F238E27FC236}">
                  <a16:creationId xmlns:a16="http://schemas.microsoft.com/office/drawing/2014/main" id="{89865402-56F2-86CD-BBEE-251496B9E1BF}"/>
                </a:ext>
              </a:extLst>
            </p:cNvPr>
            <p:cNvSpPr/>
            <p:nvPr/>
          </p:nvSpPr>
          <p:spPr>
            <a:xfrm>
              <a:off x="3645880" y="2191261"/>
              <a:ext cx="25177" cy="24945"/>
            </a:xfrm>
            <a:prstGeom prst="ellipse">
              <a:avLst/>
            </a:prstGeom>
            <a:grpFill/>
            <a:ln w="625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504" name="Graphic 112" descr="Decision chart outline">
            <a:extLst>
              <a:ext uri="{FF2B5EF4-FFF2-40B4-BE49-F238E27FC236}">
                <a16:creationId xmlns:a16="http://schemas.microsoft.com/office/drawing/2014/main" id="{A2CB8AAD-428C-7FCF-379B-5F38D3C1E75F}"/>
              </a:ext>
            </a:extLst>
          </p:cNvPr>
          <p:cNvGrpSpPr/>
          <p:nvPr/>
        </p:nvGrpSpPr>
        <p:grpSpPr>
          <a:xfrm>
            <a:off x="10562989" y="3012151"/>
            <a:ext cx="316355" cy="338181"/>
            <a:chOff x="9262075" y="1953190"/>
            <a:chExt cx="316355" cy="3381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A6CE1B-CE1E-A5CF-35CB-EAC51233DD8A}"/>
                </a:ext>
              </a:extLst>
            </p:cNvPr>
            <p:cNvSpPr/>
            <p:nvPr/>
          </p:nvSpPr>
          <p:spPr>
            <a:xfrm>
              <a:off x="9262075" y="2233633"/>
              <a:ext cx="116552" cy="57738"/>
            </a:xfrm>
            <a:custGeom>
              <a:avLst/>
              <a:gdLst>
                <a:gd name="csX0" fmla="*/ 0 w 116552"/>
                <a:gd name="csY0" fmla="*/ 57738 h 57738"/>
                <a:gd name="csX1" fmla="*/ 116552 w 116552"/>
                <a:gd name="csY1" fmla="*/ 57738 h 57738"/>
                <a:gd name="csX2" fmla="*/ 116552 w 116552"/>
                <a:gd name="csY2" fmla="*/ 0 h 57738"/>
                <a:gd name="csX3" fmla="*/ 0 w 116552"/>
                <a:gd name="csY3" fmla="*/ 0 h 57738"/>
                <a:gd name="csX4" fmla="*/ 8325 w 116552"/>
                <a:gd name="csY4" fmla="*/ 8248 h 57738"/>
                <a:gd name="csX5" fmla="*/ 108227 w 116552"/>
                <a:gd name="csY5" fmla="*/ 8248 h 57738"/>
                <a:gd name="csX6" fmla="*/ 108227 w 116552"/>
                <a:gd name="csY6" fmla="*/ 49490 h 57738"/>
                <a:gd name="csX7" fmla="*/ 8325 w 116552"/>
                <a:gd name="csY7" fmla="*/ 49490 h 57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552" h="57738">
                  <a:moveTo>
                    <a:pt x="0" y="57738"/>
                  </a:moveTo>
                  <a:lnTo>
                    <a:pt x="116552" y="57738"/>
                  </a:lnTo>
                  <a:lnTo>
                    <a:pt x="116552" y="0"/>
                  </a:lnTo>
                  <a:lnTo>
                    <a:pt x="0" y="0"/>
                  </a:lnTo>
                  <a:close/>
                  <a:moveTo>
                    <a:pt x="8325" y="8248"/>
                  </a:moveTo>
                  <a:lnTo>
                    <a:pt x="108227" y="8248"/>
                  </a:lnTo>
                  <a:lnTo>
                    <a:pt x="108227" y="49490"/>
                  </a:lnTo>
                  <a:lnTo>
                    <a:pt x="8325" y="49490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E08CD10A-60CD-C3C0-6AB5-9B65B6DF7ACE}"/>
                </a:ext>
              </a:extLst>
            </p:cNvPr>
            <p:cNvSpPr/>
            <p:nvPr/>
          </p:nvSpPr>
          <p:spPr>
            <a:xfrm>
              <a:off x="9461879" y="2233633"/>
              <a:ext cx="116552" cy="57738"/>
            </a:xfrm>
            <a:custGeom>
              <a:avLst/>
              <a:gdLst>
                <a:gd name="csX0" fmla="*/ 0 w 116552"/>
                <a:gd name="csY0" fmla="*/ 0 h 57738"/>
                <a:gd name="csX1" fmla="*/ 0 w 116552"/>
                <a:gd name="csY1" fmla="*/ 57738 h 57738"/>
                <a:gd name="csX2" fmla="*/ 116552 w 116552"/>
                <a:gd name="csY2" fmla="*/ 57738 h 57738"/>
                <a:gd name="csX3" fmla="*/ 116552 w 116552"/>
                <a:gd name="csY3" fmla="*/ 0 h 57738"/>
                <a:gd name="csX4" fmla="*/ 108227 w 116552"/>
                <a:gd name="csY4" fmla="*/ 49490 h 57738"/>
                <a:gd name="csX5" fmla="*/ 8325 w 116552"/>
                <a:gd name="csY5" fmla="*/ 49490 h 57738"/>
                <a:gd name="csX6" fmla="*/ 8325 w 116552"/>
                <a:gd name="csY6" fmla="*/ 8248 h 57738"/>
                <a:gd name="csX7" fmla="*/ 108227 w 116552"/>
                <a:gd name="csY7" fmla="*/ 8248 h 57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552" h="57738">
                  <a:moveTo>
                    <a:pt x="0" y="0"/>
                  </a:moveTo>
                  <a:lnTo>
                    <a:pt x="0" y="57738"/>
                  </a:lnTo>
                  <a:lnTo>
                    <a:pt x="116552" y="57738"/>
                  </a:lnTo>
                  <a:lnTo>
                    <a:pt x="116552" y="0"/>
                  </a:lnTo>
                  <a:close/>
                  <a:moveTo>
                    <a:pt x="108227" y="49490"/>
                  </a:moveTo>
                  <a:lnTo>
                    <a:pt x="8325" y="49490"/>
                  </a:lnTo>
                  <a:lnTo>
                    <a:pt x="8325" y="8248"/>
                  </a:lnTo>
                  <a:lnTo>
                    <a:pt x="108227" y="8248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8582E6A7-1BB5-7329-F045-4E7A4063E798}"/>
                </a:ext>
              </a:extLst>
            </p:cNvPr>
            <p:cNvSpPr/>
            <p:nvPr/>
          </p:nvSpPr>
          <p:spPr>
            <a:xfrm>
              <a:off x="9291264" y="2091704"/>
              <a:ext cx="257977" cy="133679"/>
            </a:xfrm>
            <a:custGeom>
              <a:avLst/>
              <a:gdLst>
                <a:gd name="csX0" fmla="*/ 168175 w 257977"/>
                <a:gd name="csY0" fmla="*/ 47073 h 133679"/>
                <a:gd name="csX1" fmla="*/ 224728 w 257977"/>
                <a:gd name="csY1" fmla="*/ 47073 h 133679"/>
                <a:gd name="csX2" fmla="*/ 224728 w 257977"/>
                <a:gd name="csY2" fmla="*/ 119502 h 133679"/>
                <a:gd name="csX3" fmla="*/ 224657 w 257977"/>
                <a:gd name="csY3" fmla="*/ 119531 h 133679"/>
                <a:gd name="csX4" fmla="*/ 206858 w 257977"/>
                <a:gd name="csY4" fmla="*/ 101896 h 133679"/>
                <a:gd name="csX5" fmla="*/ 200972 w 257977"/>
                <a:gd name="csY5" fmla="*/ 101997 h 133679"/>
                <a:gd name="csX6" fmla="*/ 200972 w 257977"/>
                <a:gd name="csY6" fmla="*/ 107727 h 133679"/>
                <a:gd name="csX7" fmla="*/ 225947 w 257977"/>
                <a:gd name="csY7" fmla="*/ 132472 h 133679"/>
                <a:gd name="csX8" fmla="*/ 231833 w 257977"/>
                <a:gd name="csY8" fmla="*/ 132472 h 133679"/>
                <a:gd name="csX9" fmla="*/ 256809 w 257977"/>
                <a:gd name="csY9" fmla="*/ 107727 h 133679"/>
                <a:gd name="csX10" fmla="*/ 256706 w 257977"/>
                <a:gd name="csY10" fmla="*/ 101896 h 133679"/>
                <a:gd name="csX11" fmla="*/ 250923 w 257977"/>
                <a:gd name="csY11" fmla="*/ 101896 h 133679"/>
                <a:gd name="csX12" fmla="*/ 233124 w 257977"/>
                <a:gd name="csY12" fmla="*/ 119531 h 133679"/>
                <a:gd name="csX13" fmla="*/ 233053 w 257977"/>
                <a:gd name="csY13" fmla="*/ 119502 h 133679"/>
                <a:gd name="csX14" fmla="*/ 233053 w 257977"/>
                <a:gd name="csY14" fmla="*/ 38825 h 133679"/>
                <a:gd name="csX15" fmla="*/ 168175 w 257977"/>
                <a:gd name="csY15" fmla="*/ 38825 h 133679"/>
                <a:gd name="csX16" fmla="*/ 128989 w 257977"/>
                <a:gd name="csY16" fmla="*/ 0 h 133679"/>
                <a:gd name="csX17" fmla="*/ 89802 w 257977"/>
                <a:gd name="csY17" fmla="*/ 38825 h 133679"/>
                <a:gd name="csX18" fmla="*/ 24924 w 257977"/>
                <a:gd name="csY18" fmla="*/ 38825 h 133679"/>
                <a:gd name="csX19" fmla="*/ 24924 w 257977"/>
                <a:gd name="csY19" fmla="*/ 119502 h 133679"/>
                <a:gd name="csX20" fmla="*/ 24854 w 257977"/>
                <a:gd name="csY20" fmla="*/ 119531 h 133679"/>
                <a:gd name="csX21" fmla="*/ 7054 w 257977"/>
                <a:gd name="csY21" fmla="*/ 101896 h 133679"/>
                <a:gd name="csX22" fmla="*/ 1169 w 257977"/>
                <a:gd name="csY22" fmla="*/ 101997 h 133679"/>
                <a:gd name="csX23" fmla="*/ 1169 w 257977"/>
                <a:gd name="csY23" fmla="*/ 107727 h 133679"/>
                <a:gd name="csX24" fmla="*/ 26144 w 257977"/>
                <a:gd name="csY24" fmla="*/ 132472 h 133679"/>
                <a:gd name="csX25" fmla="*/ 32030 w 257977"/>
                <a:gd name="csY25" fmla="*/ 132472 h 133679"/>
                <a:gd name="csX26" fmla="*/ 57005 w 257977"/>
                <a:gd name="csY26" fmla="*/ 107727 h 133679"/>
                <a:gd name="csX27" fmla="*/ 57108 w 257977"/>
                <a:gd name="csY27" fmla="*/ 101896 h 133679"/>
                <a:gd name="csX28" fmla="*/ 51222 w 257977"/>
                <a:gd name="csY28" fmla="*/ 101794 h 133679"/>
                <a:gd name="csX29" fmla="*/ 51119 w 257977"/>
                <a:gd name="csY29" fmla="*/ 101896 h 133679"/>
                <a:gd name="csX30" fmla="*/ 33320 w 257977"/>
                <a:gd name="csY30" fmla="*/ 119531 h 133679"/>
                <a:gd name="csX31" fmla="*/ 33249 w 257977"/>
                <a:gd name="csY31" fmla="*/ 119502 h 133679"/>
                <a:gd name="csX32" fmla="*/ 33249 w 257977"/>
                <a:gd name="csY32" fmla="*/ 47073 h 133679"/>
                <a:gd name="csX33" fmla="*/ 89802 w 257977"/>
                <a:gd name="csY33" fmla="*/ 47073 h 133679"/>
                <a:gd name="csX34" fmla="*/ 128989 w 257977"/>
                <a:gd name="csY34" fmla="*/ 85898 h 133679"/>
                <a:gd name="csX35" fmla="*/ 128989 w 257977"/>
                <a:gd name="csY35" fmla="*/ 11663 h 133679"/>
                <a:gd name="csX36" fmla="*/ 160566 w 257977"/>
                <a:gd name="csY36" fmla="*/ 42949 h 133679"/>
                <a:gd name="csX37" fmla="*/ 128989 w 257977"/>
                <a:gd name="csY37" fmla="*/ 74235 h 133679"/>
                <a:gd name="csX38" fmla="*/ 97411 w 257977"/>
                <a:gd name="csY38" fmla="*/ 42949 h 133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257977" h="133679">
                  <a:moveTo>
                    <a:pt x="168175" y="47073"/>
                  </a:moveTo>
                  <a:lnTo>
                    <a:pt x="224728" y="47073"/>
                  </a:lnTo>
                  <a:lnTo>
                    <a:pt x="224728" y="119502"/>
                  </a:lnTo>
                  <a:cubicBezTo>
                    <a:pt x="224728" y="119555"/>
                    <a:pt x="224695" y="119568"/>
                    <a:pt x="224657" y="119531"/>
                  </a:cubicBezTo>
                  <a:lnTo>
                    <a:pt x="206858" y="101896"/>
                  </a:lnTo>
                  <a:cubicBezTo>
                    <a:pt x="205204" y="100313"/>
                    <a:pt x="202569" y="100359"/>
                    <a:pt x="200972" y="101997"/>
                  </a:cubicBezTo>
                  <a:cubicBezTo>
                    <a:pt x="199414" y="103595"/>
                    <a:pt x="199414" y="106129"/>
                    <a:pt x="200972" y="107727"/>
                  </a:cubicBezTo>
                  <a:lnTo>
                    <a:pt x="225947" y="132472"/>
                  </a:lnTo>
                  <a:cubicBezTo>
                    <a:pt x="227573" y="134082"/>
                    <a:pt x="230208" y="134082"/>
                    <a:pt x="231833" y="132472"/>
                  </a:cubicBezTo>
                  <a:lnTo>
                    <a:pt x="256809" y="107727"/>
                  </a:lnTo>
                  <a:cubicBezTo>
                    <a:pt x="258406" y="106089"/>
                    <a:pt x="258360" y="103478"/>
                    <a:pt x="256706" y="101896"/>
                  </a:cubicBezTo>
                  <a:cubicBezTo>
                    <a:pt x="255093" y="100352"/>
                    <a:pt x="252536" y="100352"/>
                    <a:pt x="250923" y="101896"/>
                  </a:cubicBezTo>
                  <a:lnTo>
                    <a:pt x="233124" y="119531"/>
                  </a:lnTo>
                  <a:cubicBezTo>
                    <a:pt x="233086" y="119568"/>
                    <a:pt x="233053" y="119555"/>
                    <a:pt x="233053" y="119502"/>
                  </a:cubicBezTo>
                  <a:lnTo>
                    <a:pt x="233053" y="38825"/>
                  </a:lnTo>
                  <a:lnTo>
                    <a:pt x="168175" y="38825"/>
                  </a:lnTo>
                  <a:lnTo>
                    <a:pt x="128989" y="0"/>
                  </a:lnTo>
                  <a:lnTo>
                    <a:pt x="89802" y="38825"/>
                  </a:lnTo>
                  <a:lnTo>
                    <a:pt x="24924" y="38825"/>
                  </a:lnTo>
                  <a:lnTo>
                    <a:pt x="24924" y="119502"/>
                  </a:lnTo>
                  <a:cubicBezTo>
                    <a:pt x="24924" y="119555"/>
                    <a:pt x="24891" y="119568"/>
                    <a:pt x="24854" y="119531"/>
                  </a:cubicBezTo>
                  <a:lnTo>
                    <a:pt x="7054" y="101896"/>
                  </a:lnTo>
                  <a:cubicBezTo>
                    <a:pt x="5401" y="100313"/>
                    <a:pt x="2766" y="100359"/>
                    <a:pt x="1169" y="101997"/>
                  </a:cubicBezTo>
                  <a:cubicBezTo>
                    <a:pt x="-390" y="103595"/>
                    <a:pt x="-390" y="106129"/>
                    <a:pt x="1169" y="107727"/>
                  </a:cubicBezTo>
                  <a:lnTo>
                    <a:pt x="26144" y="132472"/>
                  </a:lnTo>
                  <a:cubicBezTo>
                    <a:pt x="27769" y="134082"/>
                    <a:pt x="30404" y="134082"/>
                    <a:pt x="32030" y="132472"/>
                  </a:cubicBezTo>
                  <a:lnTo>
                    <a:pt x="57005" y="107727"/>
                  </a:lnTo>
                  <a:cubicBezTo>
                    <a:pt x="58659" y="106145"/>
                    <a:pt x="58705" y="103534"/>
                    <a:pt x="57108" y="101896"/>
                  </a:cubicBezTo>
                  <a:cubicBezTo>
                    <a:pt x="55511" y="100257"/>
                    <a:pt x="52875" y="100212"/>
                    <a:pt x="51222" y="101794"/>
                  </a:cubicBezTo>
                  <a:cubicBezTo>
                    <a:pt x="51187" y="101828"/>
                    <a:pt x="51153" y="101862"/>
                    <a:pt x="51119" y="101896"/>
                  </a:cubicBezTo>
                  <a:lnTo>
                    <a:pt x="33320" y="119531"/>
                  </a:lnTo>
                  <a:cubicBezTo>
                    <a:pt x="33283" y="119568"/>
                    <a:pt x="33249" y="119555"/>
                    <a:pt x="33249" y="119502"/>
                  </a:cubicBezTo>
                  <a:lnTo>
                    <a:pt x="33249" y="47073"/>
                  </a:lnTo>
                  <a:lnTo>
                    <a:pt x="89802" y="47073"/>
                  </a:lnTo>
                  <a:lnTo>
                    <a:pt x="128989" y="85898"/>
                  </a:lnTo>
                  <a:close/>
                  <a:moveTo>
                    <a:pt x="128989" y="11663"/>
                  </a:moveTo>
                  <a:lnTo>
                    <a:pt x="160566" y="42949"/>
                  </a:lnTo>
                  <a:lnTo>
                    <a:pt x="128989" y="74235"/>
                  </a:lnTo>
                  <a:lnTo>
                    <a:pt x="97411" y="42949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D8389FBB-2D0F-C9A5-6139-437F3340AA88}"/>
                </a:ext>
              </a:extLst>
            </p:cNvPr>
            <p:cNvSpPr/>
            <p:nvPr/>
          </p:nvSpPr>
          <p:spPr>
            <a:xfrm>
              <a:off x="9361977" y="1953190"/>
              <a:ext cx="116552" cy="130219"/>
            </a:xfrm>
            <a:custGeom>
              <a:avLst/>
              <a:gdLst>
                <a:gd name="csX0" fmla="*/ 54113 w 116552"/>
                <a:gd name="csY0" fmla="*/ 116042 h 130219"/>
                <a:gd name="csX1" fmla="*/ 54043 w 116552"/>
                <a:gd name="csY1" fmla="*/ 116071 h 130219"/>
                <a:gd name="csX2" fmla="*/ 36244 w 116552"/>
                <a:gd name="csY2" fmla="*/ 98436 h 130219"/>
                <a:gd name="csX3" fmla="*/ 30358 w 116552"/>
                <a:gd name="csY3" fmla="*/ 98334 h 130219"/>
                <a:gd name="csX4" fmla="*/ 30255 w 116552"/>
                <a:gd name="csY4" fmla="*/ 104166 h 130219"/>
                <a:gd name="csX5" fmla="*/ 30358 w 116552"/>
                <a:gd name="csY5" fmla="*/ 104267 h 130219"/>
                <a:gd name="csX6" fmla="*/ 55333 w 116552"/>
                <a:gd name="csY6" fmla="*/ 129012 h 130219"/>
                <a:gd name="csX7" fmla="*/ 61219 w 116552"/>
                <a:gd name="csY7" fmla="*/ 129012 h 130219"/>
                <a:gd name="csX8" fmla="*/ 86194 w 116552"/>
                <a:gd name="csY8" fmla="*/ 104267 h 130219"/>
                <a:gd name="csX9" fmla="*/ 86297 w 116552"/>
                <a:gd name="csY9" fmla="*/ 98436 h 130219"/>
                <a:gd name="csX10" fmla="*/ 80411 w 116552"/>
                <a:gd name="csY10" fmla="*/ 98334 h 130219"/>
                <a:gd name="csX11" fmla="*/ 80309 w 116552"/>
                <a:gd name="csY11" fmla="*/ 98436 h 130219"/>
                <a:gd name="csX12" fmla="*/ 62509 w 116552"/>
                <a:gd name="csY12" fmla="*/ 116071 h 130219"/>
                <a:gd name="csX13" fmla="*/ 62439 w 116552"/>
                <a:gd name="csY13" fmla="*/ 116042 h 130219"/>
                <a:gd name="csX14" fmla="*/ 62439 w 116552"/>
                <a:gd name="csY14" fmla="*/ 57738 h 130219"/>
                <a:gd name="csX15" fmla="*/ 116552 w 116552"/>
                <a:gd name="csY15" fmla="*/ 57738 h 130219"/>
                <a:gd name="csX16" fmla="*/ 116552 w 116552"/>
                <a:gd name="csY16" fmla="*/ 0 h 130219"/>
                <a:gd name="csX17" fmla="*/ 0 w 116552"/>
                <a:gd name="csY17" fmla="*/ 0 h 130219"/>
                <a:gd name="csX18" fmla="*/ 0 w 116552"/>
                <a:gd name="csY18" fmla="*/ 57738 h 130219"/>
                <a:gd name="csX19" fmla="*/ 54113 w 116552"/>
                <a:gd name="csY19" fmla="*/ 57738 h 130219"/>
                <a:gd name="csX20" fmla="*/ 8325 w 116552"/>
                <a:gd name="csY20" fmla="*/ 8248 h 130219"/>
                <a:gd name="csX21" fmla="*/ 108227 w 116552"/>
                <a:gd name="csY21" fmla="*/ 8248 h 130219"/>
                <a:gd name="csX22" fmla="*/ 108227 w 116552"/>
                <a:gd name="csY22" fmla="*/ 49490 h 130219"/>
                <a:gd name="csX23" fmla="*/ 8325 w 116552"/>
                <a:gd name="csY23" fmla="*/ 49490 h 130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6552" h="130219">
                  <a:moveTo>
                    <a:pt x="54113" y="116042"/>
                  </a:moveTo>
                  <a:cubicBezTo>
                    <a:pt x="54113" y="116095"/>
                    <a:pt x="54080" y="116108"/>
                    <a:pt x="54043" y="116071"/>
                  </a:cubicBezTo>
                  <a:lnTo>
                    <a:pt x="36244" y="98436"/>
                  </a:lnTo>
                  <a:cubicBezTo>
                    <a:pt x="34646" y="96797"/>
                    <a:pt x="32011" y="96752"/>
                    <a:pt x="30358" y="98334"/>
                  </a:cubicBezTo>
                  <a:cubicBezTo>
                    <a:pt x="28704" y="99917"/>
                    <a:pt x="28658" y="102528"/>
                    <a:pt x="30255" y="104166"/>
                  </a:cubicBezTo>
                  <a:cubicBezTo>
                    <a:pt x="30289" y="104200"/>
                    <a:pt x="30323" y="104234"/>
                    <a:pt x="30358" y="104267"/>
                  </a:cubicBezTo>
                  <a:lnTo>
                    <a:pt x="55333" y="129012"/>
                  </a:lnTo>
                  <a:cubicBezTo>
                    <a:pt x="56959" y="130622"/>
                    <a:pt x="59593" y="130622"/>
                    <a:pt x="61219" y="129012"/>
                  </a:cubicBezTo>
                  <a:lnTo>
                    <a:pt x="86194" y="104267"/>
                  </a:lnTo>
                  <a:cubicBezTo>
                    <a:pt x="87848" y="102685"/>
                    <a:pt x="87894" y="100074"/>
                    <a:pt x="86297" y="98436"/>
                  </a:cubicBezTo>
                  <a:cubicBezTo>
                    <a:pt x="84700" y="96797"/>
                    <a:pt x="82064" y="96752"/>
                    <a:pt x="80411" y="98334"/>
                  </a:cubicBezTo>
                  <a:cubicBezTo>
                    <a:pt x="80376" y="98368"/>
                    <a:pt x="80342" y="98401"/>
                    <a:pt x="80309" y="98436"/>
                  </a:cubicBezTo>
                  <a:lnTo>
                    <a:pt x="62509" y="116071"/>
                  </a:lnTo>
                  <a:cubicBezTo>
                    <a:pt x="62472" y="116108"/>
                    <a:pt x="62439" y="116095"/>
                    <a:pt x="62439" y="116042"/>
                  </a:cubicBezTo>
                  <a:lnTo>
                    <a:pt x="62439" y="57738"/>
                  </a:lnTo>
                  <a:lnTo>
                    <a:pt x="116552" y="57738"/>
                  </a:lnTo>
                  <a:lnTo>
                    <a:pt x="116552" y="0"/>
                  </a:lnTo>
                  <a:lnTo>
                    <a:pt x="0" y="0"/>
                  </a:lnTo>
                  <a:lnTo>
                    <a:pt x="0" y="57738"/>
                  </a:lnTo>
                  <a:lnTo>
                    <a:pt x="54113" y="57738"/>
                  </a:lnTo>
                  <a:close/>
                  <a:moveTo>
                    <a:pt x="8325" y="8248"/>
                  </a:moveTo>
                  <a:lnTo>
                    <a:pt x="108227" y="8248"/>
                  </a:lnTo>
                  <a:lnTo>
                    <a:pt x="108227" y="49490"/>
                  </a:lnTo>
                  <a:lnTo>
                    <a:pt x="8325" y="49490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260BFFA6-7879-C9BA-7922-95E14E38B527}"/>
              </a:ext>
            </a:extLst>
          </p:cNvPr>
          <p:cNvGrpSpPr/>
          <p:nvPr/>
        </p:nvGrpSpPr>
        <p:grpSpPr>
          <a:xfrm>
            <a:off x="10178259" y="3003052"/>
            <a:ext cx="289543" cy="327517"/>
            <a:chOff x="603204" y="1802482"/>
            <a:chExt cx="371194" cy="419877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8A54276F-5C4A-4E13-A34E-EA5B250022D4}"/>
                </a:ext>
              </a:extLst>
            </p:cNvPr>
            <p:cNvSpPr/>
            <p:nvPr/>
          </p:nvSpPr>
          <p:spPr>
            <a:xfrm>
              <a:off x="693002" y="1831377"/>
              <a:ext cx="191484" cy="189694"/>
            </a:xfrm>
            <a:custGeom>
              <a:avLst/>
              <a:gdLst>
                <a:gd name="csX0" fmla="*/ 95799 w 191484"/>
                <a:gd name="csY0" fmla="*/ 189694 h 189694"/>
                <a:gd name="csX1" fmla="*/ 114653 w 191484"/>
                <a:gd name="csY1" fmla="*/ 187825 h 189694"/>
                <a:gd name="csX2" fmla="*/ 105911 w 191484"/>
                <a:gd name="csY2" fmla="*/ 177531 h 189694"/>
                <a:gd name="csX3" fmla="*/ 11697 w 191484"/>
                <a:gd name="csY3" fmla="*/ 104792 h 189694"/>
                <a:gd name="csX4" fmla="*/ 85114 w 191484"/>
                <a:gd name="csY4" fmla="*/ 11448 h 189694"/>
                <a:gd name="csX5" fmla="*/ 179327 w 191484"/>
                <a:gd name="csY5" fmla="*/ 84186 h 189694"/>
                <a:gd name="csX6" fmla="*/ 174493 w 191484"/>
                <a:gd name="csY6" fmla="*/ 124132 h 189694"/>
                <a:gd name="csX7" fmla="*/ 188139 w 191484"/>
                <a:gd name="csY7" fmla="*/ 119623 h 189694"/>
                <a:gd name="csX8" fmla="*/ 120737 w 191484"/>
                <a:gd name="csY8" fmla="*/ 3314 h 189694"/>
                <a:gd name="csX9" fmla="*/ 3345 w 191484"/>
                <a:gd name="csY9" fmla="*/ 70095 h 189694"/>
                <a:gd name="csX10" fmla="*/ 70747 w 191484"/>
                <a:gd name="csY10" fmla="*/ 186404 h 189694"/>
                <a:gd name="csX11" fmla="*/ 95799 w 191484"/>
                <a:gd name="csY11" fmla="*/ 189694 h 1896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484" h="189694">
                  <a:moveTo>
                    <a:pt x="95799" y="189694"/>
                  </a:moveTo>
                  <a:cubicBezTo>
                    <a:pt x="102131" y="189691"/>
                    <a:pt x="108447" y="189065"/>
                    <a:pt x="114653" y="187825"/>
                  </a:cubicBezTo>
                  <a:cubicBezTo>
                    <a:pt x="111089" y="184992"/>
                    <a:pt x="108119" y="181495"/>
                    <a:pt x="105911" y="177531"/>
                  </a:cubicBezTo>
                  <a:cubicBezTo>
                    <a:pt x="59621" y="183221"/>
                    <a:pt x="17440" y="150655"/>
                    <a:pt x="11697" y="104792"/>
                  </a:cubicBezTo>
                  <a:cubicBezTo>
                    <a:pt x="5955" y="58930"/>
                    <a:pt x="38824" y="17138"/>
                    <a:pt x="85114" y="11448"/>
                  </a:cubicBezTo>
                  <a:cubicBezTo>
                    <a:pt x="131403" y="5758"/>
                    <a:pt x="173584" y="38324"/>
                    <a:pt x="179327" y="84186"/>
                  </a:cubicBezTo>
                  <a:cubicBezTo>
                    <a:pt x="181018" y="97693"/>
                    <a:pt x="179359" y="111404"/>
                    <a:pt x="174493" y="124132"/>
                  </a:cubicBezTo>
                  <a:lnTo>
                    <a:pt x="188139" y="119623"/>
                  </a:lnTo>
                  <a:cubicBezTo>
                    <a:pt x="201943" y="69064"/>
                    <a:pt x="171766" y="16991"/>
                    <a:pt x="120737" y="3314"/>
                  </a:cubicBezTo>
                  <a:cubicBezTo>
                    <a:pt x="69707" y="-10363"/>
                    <a:pt x="17149" y="19536"/>
                    <a:pt x="3345" y="70095"/>
                  </a:cubicBezTo>
                  <a:cubicBezTo>
                    <a:pt x="-10459" y="120654"/>
                    <a:pt x="19718" y="172727"/>
                    <a:pt x="70747" y="186404"/>
                  </a:cubicBezTo>
                  <a:cubicBezTo>
                    <a:pt x="78914" y="188593"/>
                    <a:pt x="87339" y="189699"/>
                    <a:pt x="95799" y="189694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B1966183-64F0-BBEE-7D32-2B3D901438AD}"/>
                </a:ext>
              </a:extLst>
            </p:cNvPr>
            <p:cNvSpPr/>
            <p:nvPr/>
          </p:nvSpPr>
          <p:spPr>
            <a:xfrm>
              <a:off x="603204" y="2038411"/>
              <a:ext cx="371194" cy="183948"/>
            </a:xfrm>
            <a:custGeom>
              <a:avLst/>
              <a:gdLst>
                <a:gd name="csX0" fmla="*/ 351122 w 371194"/>
                <a:gd name="csY0" fmla="*/ 54762 h 183948"/>
                <a:gd name="csX1" fmla="*/ 261452 w 371194"/>
                <a:gd name="csY1" fmla="*/ 11376 h 183948"/>
                <a:gd name="csX2" fmla="*/ 185597 w 371194"/>
                <a:gd name="csY2" fmla="*/ 0 h 183948"/>
                <a:gd name="csX3" fmla="*/ 109829 w 371194"/>
                <a:gd name="csY3" fmla="*/ 11353 h 183948"/>
                <a:gd name="csX4" fmla="*/ 20165 w 371194"/>
                <a:gd name="csY4" fmla="*/ 54716 h 183948"/>
                <a:gd name="csX5" fmla="*/ 0 w 371194"/>
                <a:gd name="csY5" fmla="*/ 94852 h 183948"/>
                <a:gd name="csX6" fmla="*/ 0 w 371194"/>
                <a:gd name="csY6" fmla="*/ 183948 h 183948"/>
                <a:gd name="csX7" fmla="*/ 11609 w 371194"/>
                <a:gd name="csY7" fmla="*/ 183948 h 183948"/>
                <a:gd name="csX8" fmla="*/ 11609 w 371194"/>
                <a:gd name="csY8" fmla="*/ 94852 h 183948"/>
                <a:gd name="csX9" fmla="*/ 27206 w 371194"/>
                <a:gd name="csY9" fmla="*/ 63860 h 183948"/>
                <a:gd name="csX10" fmla="*/ 112975 w 371194"/>
                <a:gd name="csY10" fmla="*/ 22452 h 183948"/>
                <a:gd name="csX11" fmla="*/ 185597 w 371194"/>
                <a:gd name="csY11" fmla="*/ 11502 h 183948"/>
                <a:gd name="csX12" fmla="*/ 258155 w 371194"/>
                <a:gd name="csY12" fmla="*/ 22429 h 183948"/>
                <a:gd name="csX13" fmla="*/ 343785 w 371194"/>
                <a:gd name="csY13" fmla="*/ 63716 h 183948"/>
                <a:gd name="csX14" fmla="*/ 359585 w 371194"/>
                <a:gd name="csY14" fmla="*/ 94864 h 183948"/>
                <a:gd name="csX15" fmla="*/ 359585 w 371194"/>
                <a:gd name="csY15" fmla="*/ 183948 h 183948"/>
                <a:gd name="csX16" fmla="*/ 371194 w 371194"/>
                <a:gd name="csY16" fmla="*/ 183948 h 183948"/>
                <a:gd name="csX17" fmla="*/ 371194 w 371194"/>
                <a:gd name="csY17" fmla="*/ 94852 h 183948"/>
                <a:gd name="csX18" fmla="*/ 351122 w 371194"/>
                <a:gd name="csY18" fmla="*/ 54762 h 183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71194" h="183948">
                  <a:moveTo>
                    <a:pt x="351122" y="54762"/>
                  </a:moveTo>
                  <a:cubicBezTo>
                    <a:pt x="324494" y="34452"/>
                    <a:pt x="293991" y="19693"/>
                    <a:pt x="261452" y="11376"/>
                  </a:cubicBezTo>
                  <a:cubicBezTo>
                    <a:pt x="236872" y="3899"/>
                    <a:pt x="211310" y="66"/>
                    <a:pt x="185597" y="0"/>
                  </a:cubicBezTo>
                  <a:cubicBezTo>
                    <a:pt x="159944" y="427"/>
                    <a:pt x="134463" y="4245"/>
                    <a:pt x="109829" y="11353"/>
                  </a:cubicBezTo>
                  <a:cubicBezTo>
                    <a:pt x="77690" y="20701"/>
                    <a:pt x="47375" y="35362"/>
                    <a:pt x="20165" y="54716"/>
                  </a:cubicBezTo>
                  <a:cubicBezTo>
                    <a:pt x="7696" y="64411"/>
                    <a:pt x="290" y="79150"/>
                    <a:pt x="0" y="94852"/>
                  </a:cubicBezTo>
                  <a:lnTo>
                    <a:pt x="0" y="183948"/>
                  </a:lnTo>
                  <a:lnTo>
                    <a:pt x="11609" y="183948"/>
                  </a:lnTo>
                  <a:lnTo>
                    <a:pt x="11609" y="94852"/>
                  </a:lnTo>
                  <a:cubicBezTo>
                    <a:pt x="11862" y="82729"/>
                    <a:pt x="17586" y="71356"/>
                    <a:pt x="27206" y="63860"/>
                  </a:cubicBezTo>
                  <a:cubicBezTo>
                    <a:pt x="53242" y="45377"/>
                    <a:pt x="82239" y="31378"/>
                    <a:pt x="112975" y="22452"/>
                  </a:cubicBezTo>
                  <a:cubicBezTo>
                    <a:pt x="136585" y="15623"/>
                    <a:pt x="161006" y="11940"/>
                    <a:pt x="185597" y="11502"/>
                  </a:cubicBezTo>
                  <a:cubicBezTo>
                    <a:pt x="210195" y="11580"/>
                    <a:pt x="234645" y="15263"/>
                    <a:pt x="258155" y="22429"/>
                  </a:cubicBezTo>
                  <a:cubicBezTo>
                    <a:pt x="289218" y="30324"/>
                    <a:pt x="318347" y="44368"/>
                    <a:pt x="343785" y="63716"/>
                  </a:cubicBezTo>
                  <a:cubicBezTo>
                    <a:pt x="353510" y="71217"/>
                    <a:pt x="359312" y="82656"/>
                    <a:pt x="359585" y="94864"/>
                  </a:cubicBezTo>
                  <a:lnTo>
                    <a:pt x="359585" y="183948"/>
                  </a:lnTo>
                  <a:lnTo>
                    <a:pt x="371194" y="183948"/>
                  </a:lnTo>
                  <a:lnTo>
                    <a:pt x="371194" y="94852"/>
                  </a:lnTo>
                  <a:cubicBezTo>
                    <a:pt x="370921" y="79180"/>
                    <a:pt x="363551" y="64459"/>
                    <a:pt x="351122" y="54762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093ED341-4BFA-1236-E5F4-6B3C2C0603A9}"/>
                </a:ext>
              </a:extLst>
            </p:cNvPr>
            <p:cNvSpPr/>
            <p:nvPr/>
          </p:nvSpPr>
          <p:spPr>
            <a:xfrm>
              <a:off x="695870" y="1802482"/>
              <a:ext cx="238047" cy="207088"/>
            </a:xfrm>
            <a:custGeom>
              <a:avLst/>
              <a:gdLst>
                <a:gd name="csX0" fmla="*/ 10007 w 238047"/>
                <a:gd name="csY0" fmla="*/ 46057 h 207088"/>
                <a:gd name="csX1" fmla="*/ 174104 w 238047"/>
                <a:gd name="csY1" fmla="*/ 44377 h 207088"/>
                <a:gd name="csX2" fmla="*/ 203220 w 238047"/>
                <a:gd name="csY2" fmla="*/ 90846 h 207088"/>
                <a:gd name="csX3" fmla="*/ 203220 w 238047"/>
                <a:gd name="csY3" fmla="*/ 160767 h 207088"/>
                <a:gd name="csX4" fmla="*/ 147234 w 238047"/>
                <a:gd name="csY4" fmla="*/ 179257 h 207088"/>
                <a:gd name="csX5" fmla="*/ 122856 w 238047"/>
                <a:gd name="csY5" fmla="*/ 176362 h 207088"/>
                <a:gd name="csX6" fmla="*/ 119933 w 238047"/>
                <a:gd name="csY6" fmla="*/ 200515 h 207088"/>
                <a:gd name="csX7" fmla="*/ 144312 w 238047"/>
                <a:gd name="csY7" fmla="*/ 203411 h 207088"/>
                <a:gd name="csX8" fmla="*/ 150943 w 238047"/>
                <a:gd name="csY8" fmla="*/ 190155 h 207088"/>
                <a:gd name="csX9" fmla="*/ 221975 w 238047"/>
                <a:gd name="csY9" fmla="*/ 166697 h 207088"/>
                <a:gd name="csX10" fmla="*/ 238048 w 238047"/>
                <a:gd name="csY10" fmla="*/ 149576 h 207088"/>
                <a:gd name="csX11" fmla="*/ 238048 w 238047"/>
                <a:gd name="csY11" fmla="*/ 103567 h 207088"/>
                <a:gd name="csX12" fmla="*/ 220634 w 238047"/>
                <a:gd name="csY12" fmla="*/ 86314 h 207088"/>
                <a:gd name="csX13" fmla="*/ 213860 w 238047"/>
                <a:gd name="csY13" fmla="*/ 86314 h 207088"/>
                <a:gd name="csX14" fmla="*/ 52381 w 238047"/>
                <a:gd name="csY14" fmla="*/ 6571 h 207088"/>
                <a:gd name="csX15" fmla="*/ 1718 w 238047"/>
                <a:gd name="csY15" fmla="*/ 38005 h 207088"/>
                <a:gd name="csX16" fmla="*/ 1682 w 238047"/>
                <a:gd name="csY16" fmla="*/ 46138 h 207088"/>
                <a:gd name="csX17" fmla="*/ 9891 w 238047"/>
                <a:gd name="csY17" fmla="*/ 46174 h 207088"/>
                <a:gd name="csX18" fmla="*/ 10007 w 238047"/>
                <a:gd name="csY18" fmla="*/ 46057 h 207088"/>
                <a:gd name="csX19" fmla="*/ 226438 w 238047"/>
                <a:gd name="csY19" fmla="*/ 103567 h 207088"/>
                <a:gd name="csX20" fmla="*/ 226438 w 238047"/>
                <a:gd name="csY20" fmla="*/ 149576 h 207088"/>
                <a:gd name="csX21" fmla="*/ 220634 w 238047"/>
                <a:gd name="csY21" fmla="*/ 155327 h 207088"/>
                <a:gd name="csX22" fmla="*/ 214829 w 238047"/>
                <a:gd name="csY22" fmla="*/ 155327 h 207088"/>
                <a:gd name="csX23" fmla="*/ 214829 w 238047"/>
                <a:gd name="csY23" fmla="*/ 97816 h 207088"/>
                <a:gd name="csX24" fmla="*/ 220634 w 238047"/>
                <a:gd name="csY24" fmla="*/ 97816 h 207088"/>
                <a:gd name="csX25" fmla="*/ 226438 w 238047"/>
                <a:gd name="csY25" fmla="*/ 103567 h 207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38047" h="207088">
                  <a:moveTo>
                    <a:pt x="10007" y="46057"/>
                  </a:moveTo>
                  <a:cubicBezTo>
                    <a:pt x="54853" y="697"/>
                    <a:pt x="128322" y="-56"/>
                    <a:pt x="174104" y="44377"/>
                  </a:cubicBezTo>
                  <a:cubicBezTo>
                    <a:pt x="187441" y="57321"/>
                    <a:pt x="197429" y="73261"/>
                    <a:pt x="203220" y="90846"/>
                  </a:cubicBezTo>
                  <a:lnTo>
                    <a:pt x="203220" y="160767"/>
                  </a:lnTo>
                  <a:lnTo>
                    <a:pt x="147234" y="179257"/>
                  </a:lnTo>
                  <a:cubicBezTo>
                    <a:pt x="141309" y="171788"/>
                    <a:pt x="130394" y="170491"/>
                    <a:pt x="122856" y="176362"/>
                  </a:cubicBezTo>
                  <a:cubicBezTo>
                    <a:pt x="115317" y="182232"/>
                    <a:pt x="114009" y="193046"/>
                    <a:pt x="119933" y="200515"/>
                  </a:cubicBezTo>
                  <a:cubicBezTo>
                    <a:pt x="125859" y="207985"/>
                    <a:pt x="136773" y="209281"/>
                    <a:pt x="144312" y="203411"/>
                  </a:cubicBezTo>
                  <a:cubicBezTo>
                    <a:pt x="148425" y="200208"/>
                    <a:pt x="150862" y="195338"/>
                    <a:pt x="150943" y="190155"/>
                  </a:cubicBezTo>
                  <a:lnTo>
                    <a:pt x="221975" y="166697"/>
                  </a:lnTo>
                  <a:cubicBezTo>
                    <a:pt x="231014" y="166006"/>
                    <a:pt x="238005" y="158558"/>
                    <a:pt x="238048" y="149576"/>
                  </a:cubicBezTo>
                  <a:lnTo>
                    <a:pt x="238048" y="103567"/>
                  </a:lnTo>
                  <a:cubicBezTo>
                    <a:pt x="238048" y="94038"/>
                    <a:pt x="230251" y="86314"/>
                    <a:pt x="220634" y="86314"/>
                  </a:cubicBezTo>
                  <a:lnTo>
                    <a:pt x="213860" y="86314"/>
                  </a:lnTo>
                  <a:cubicBezTo>
                    <a:pt x="191494" y="20114"/>
                    <a:pt x="119198" y="-15588"/>
                    <a:pt x="52381" y="6571"/>
                  </a:cubicBezTo>
                  <a:cubicBezTo>
                    <a:pt x="33219" y="12926"/>
                    <a:pt x="15855" y="23700"/>
                    <a:pt x="1718" y="38005"/>
                  </a:cubicBezTo>
                  <a:cubicBezTo>
                    <a:pt x="-558" y="40241"/>
                    <a:pt x="-575" y="43883"/>
                    <a:pt x="1682" y="46138"/>
                  </a:cubicBezTo>
                  <a:cubicBezTo>
                    <a:pt x="3939" y="48394"/>
                    <a:pt x="7614" y="48410"/>
                    <a:pt x="9891" y="46174"/>
                  </a:cubicBezTo>
                  <a:cubicBezTo>
                    <a:pt x="9930" y="46135"/>
                    <a:pt x="9969" y="46096"/>
                    <a:pt x="10007" y="46057"/>
                  </a:cubicBezTo>
                  <a:close/>
                  <a:moveTo>
                    <a:pt x="226438" y="103567"/>
                  </a:moveTo>
                  <a:lnTo>
                    <a:pt x="226438" y="149576"/>
                  </a:lnTo>
                  <a:cubicBezTo>
                    <a:pt x="226438" y="152752"/>
                    <a:pt x="223840" y="155327"/>
                    <a:pt x="220634" y="155327"/>
                  </a:cubicBezTo>
                  <a:lnTo>
                    <a:pt x="214829" y="155327"/>
                  </a:lnTo>
                  <a:lnTo>
                    <a:pt x="214829" y="97816"/>
                  </a:lnTo>
                  <a:lnTo>
                    <a:pt x="220634" y="97816"/>
                  </a:lnTo>
                  <a:cubicBezTo>
                    <a:pt x="223840" y="97816"/>
                    <a:pt x="226438" y="100391"/>
                    <a:pt x="226438" y="103567"/>
                  </a:cubicBez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524" name="Flowchart: Process 523">
            <a:extLst>
              <a:ext uri="{FF2B5EF4-FFF2-40B4-BE49-F238E27FC236}">
                <a16:creationId xmlns:a16="http://schemas.microsoft.com/office/drawing/2014/main" id="{CD74ACFC-1934-C9F8-F17F-DC6D75A1A490}"/>
              </a:ext>
            </a:extLst>
          </p:cNvPr>
          <p:cNvSpPr/>
          <p:nvPr/>
        </p:nvSpPr>
        <p:spPr>
          <a:xfrm>
            <a:off x="5268975" y="5728542"/>
            <a:ext cx="3088293" cy="1032746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grpSp>
        <p:nvGrpSpPr>
          <p:cNvPr id="543" name="Graphic 191" descr="Checklist outline">
            <a:extLst>
              <a:ext uri="{FF2B5EF4-FFF2-40B4-BE49-F238E27FC236}">
                <a16:creationId xmlns:a16="http://schemas.microsoft.com/office/drawing/2014/main" id="{399D6893-B47D-5E61-D051-4B0A398EAB6E}"/>
              </a:ext>
            </a:extLst>
          </p:cNvPr>
          <p:cNvGrpSpPr/>
          <p:nvPr/>
        </p:nvGrpSpPr>
        <p:grpSpPr>
          <a:xfrm>
            <a:off x="4338927" y="3119717"/>
            <a:ext cx="230320" cy="347413"/>
            <a:chOff x="5303412" y="4817084"/>
            <a:chExt cx="262986" cy="34741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9C0941BF-4DAA-8211-E749-8A259A619852}"/>
                </a:ext>
              </a:extLst>
            </p:cNvPr>
            <p:cNvSpPr/>
            <p:nvPr/>
          </p:nvSpPr>
          <p:spPr>
            <a:xfrm>
              <a:off x="5348528" y="486612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B5F331D5-233C-B6D8-5F66-D6525D5EA324}"/>
                </a:ext>
              </a:extLst>
            </p:cNvPr>
            <p:cNvSpPr/>
            <p:nvPr/>
          </p:nvSpPr>
          <p:spPr>
            <a:xfrm>
              <a:off x="5439289" y="489090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FE5BFF8-524B-E3F8-7E27-E0FDDD51CAC9}"/>
                </a:ext>
              </a:extLst>
            </p:cNvPr>
            <p:cNvSpPr/>
            <p:nvPr/>
          </p:nvSpPr>
          <p:spPr>
            <a:xfrm>
              <a:off x="5348528" y="493126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3946508D-177E-F246-B377-03AA2E87DB2E}"/>
                </a:ext>
              </a:extLst>
            </p:cNvPr>
            <p:cNvSpPr/>
            <p:nvPr/>
          </p:nvSpPr>
          <p:spPr>
            <a:xfrm>
              <a:off x="5439289" y="495604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DC792BE4-5474-D0F7-5560-A799FBD57EA4}"/>
                </a:ext>
              </a:extLst>
            </p:cNvPr>
            <p:cNvSpPr/>
            <p:nvPr/>
          </p:nvSpPr>
          <p:spPr>
            <a:xfrm>
              <a:off x="5348528" y="499640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A0335887-61BD-7F34-A3C2-1DDC468FA761}"/>
                </a:ext>
              </a:extLst>
            </p:cNvPr>
            <p:cNvSpPr/>
            <p:nvPr/>
          </p:nvSpPr>
          <p:spPr>
            <a:xfrm>
              <a:off x="5439289" y="502118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D7152AD7-61F0-C733-EDF5-B39C22BCF780}"/>
                </a:ext>
              </a:extLst>
            </p:cNvPr>
            <p:cNvSpPr/>
            <p:nvPr/>
          </p:nvSpPr>
          <p:spPr>
            <a:xfrm>
              <a:off x="5348528" y="506154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61B0FB7A-A0CE-549D-D57A-B373B406509B}"/>
                </a:ext>
              </a:extLst>
            </p:cNvPr>
            <p:cNvSpPr/>
            <p:nvPr/>
          </p:nvSpPr>
          <p:spPr>
            <a:xfrm>
              <a:off x="5439289" y="508632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40E54553-FD09-2576-D4E6-CBBBB177EBBC}"/>
                </a:ext>
              </a:extLst>
            </p:cNvPr>
            <p:cNvSpPr/>
            <p:nvPr/>
          </p:nvSpPr>
          <p:spPr>
            <a:xfrm>
              <a:off x="5303412" y="4817084"/>
              <a:ext cx="262986" cy="347413"/>
            </a:xfrm>
            <a:custGeom>
              <a:avLst/>
              <a:gdLst>
                <a:gd name="csX0" fmla="*/ 0 w 262986"/>
                <a:gd name="csY0" fmla="*/ 347413 h 347413"/>
                <a:gd name="csX1" fmla="*/ 262986 w 262986"/>
                <a:gd name="csY1" fmla="*/ 347413 h 347413"/>
                <a:gd name="csX2" fmla="*/ 262986 w 262986"/>
                <a:gd name="csY2" fmla="*/ 0 h 347413"/>
                <a:gd name="csX3" fmla="*/ 0 w 262986"/>
                <a:gd name="csY3" fmla="*/ 0 h 347413"/>
                <a:gd name="csX4" fmla="*/ 8766 w 262986"/>
                <a:gd name="csY4" fmla="*/ 8685 h 347413"/>
                <a:gd name="csX5" fmla="*/ 254220 w 262986"/>
                <a:gd name="csY5" fmla="*/ 8685 h 347413"/>
                <a:gd name="csX6" fmla="*/ 254220 w 262986"/>
                <a:gd name="csY6" fmla="*/ 338728 h 347413"/>
                <a:gd name="csX7" fmla="*/ 8766 w 262986"/>
                <a:gd name="csY7" fmla="*/ 338728 h 347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62986" h="347413">
                  <a:moveTo>
                    <a:pt x="0" y="347413"/>
                  </a:moveTo>
                  <a:lnTo>
                    <a:pt x="262986" y="347413"/>
                  </a:lnTo>
                  <a:lnTo>
                    <a:pt x="262986" y="0"/>
                  </a:lnTo>
                  <a:lnTo>
                    <a:pt x="0" y="0"/>
                  </a:lnTo>
                  <a:close/>
                  <a:moveTo>
                    <a:pt x="8766" y="8685"/>
                  </a:moveTo>
                  <a:lnTo>
                    <a:pt x="254220" y="8685"/>
                  </a:lnTo>
                  <a:lnTo>
                    <a:pt x="254220" y="338728"/>
                  </a:lnTo>
                  <a:lnTo>
                    <a:pt x="8766" y="338728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563" name="Flowchart: Process 562">
            <a:extLst>
              <a:ext uri="{FF2B5EF4-FFF2-40B4-BE49-F238E27FC236}">
                <a16:creationId xmlns:a16="http://schemas.microsoft.com/office/drawing/2014/main" id="{848D1904-AC5D-7F3A-DA01-087666C8FCD9}"/>
              </a:ext>
            </a:extLst>
          </p:cNvPr>
          <p:cNvSpPr/>
          <p:nvPr/>
        </p:nvSpPr>
        <p:spPr>
          <a:xfrm>
            <a:off x="5180649" y="3185340"/>
            <a:ext cx="3109087" cy="1152726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grpSp>
        <p:nvGrpSpPr>
          <p:cNvPr id="564" name="Graphic 129" descr="Robot outline">
            <a:extLst>
              <a:ext uri="{FF2B5EF4-FFF2-40B4-BE49-F238E27FC236}">
                <a16:creationId xmlns:a16="http://schemas.microsoft.com/office/drawing/2014/main" id="{5C4E6567-4B9E-FE60-7E36-2581F70200E7}"/>
              </a:ext>
            </a:extLst>
          </p:cNvPr>
          <p:cNvGrpSpPr/>
          <p:nvPr/>
        </p:nvGrpSpPr>
        <p:grpSpPr>
          <a:xfrm>
            <a:off x="1483486" y="3059894"/>
            <a:ext cx="301862" cy="403253"/>
            <a:chOff x="4994881" y="5383980"/>
            <a:chExt cx="301862" cy="4032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E91C315-F35E-B94B-E72F-2F07CF61C502}"/>
                </a:ext>
              </a:extLst>
            </p:cNvPr>
            <p:cNvSpPr/>
            <p:nvPr/>
          </p:nvSpPr>
          <p:spPr>
            <a:xfrm>
              <a:off x="4994881" y="5383980"/>
              <a:ext cx="301862" cy="403253"/>
            </a:xfrm>
            <a:custGeom>
              <a:avLst/>
              <a:gdLst>
                <a:gd name="csX0" fmla="*/ 279550 w 301862"/>
                <a:gd name="csY0" fmla="*/ 263617 h 403253"/>
                <a:gd name="csX1" fmla="*/ 279550 w 301862"/>
                <a:gd name="csY1" fmla="*/ 218816 h 403253"/>
                <a:gd name="csX2" fmla="*/ 262235 w 301862"/>
                <a:gd name="csY2" fmla="*/ 201666 h 403253"/>
                <a:gd name="csX3" fmla="*/ 239849 w 301862"/>
                <a:gd name="csY3" fmla="*/ 201666 h 403253"/>
                <a:gd name="csX4" fmla="*/ 239849 w 301862"/>
                <a:gd name="csY4" fmla="*/ 177082 h 403253"/>
                <a:gd name="csX5" fmla="*/ 183604 w 301862"/>
                <a:gd name="csY5" fmla="*/ 177082 h 403253"/>
                <a:gd name="csX6" fmla="*/ 183604 w 301862"/>
                <a:gd name="csY6" fmla="*/ 162332 h 403253"/>
                <a:gd name="csX7" fmla="*/ 198218 w 301862"/>
                <a:gd name="csY7" fmla="*/ 162332 h 403253"/>
                <a:gd name="csX8" fmla="*/ 224962 w 301862"/>
                <a:gd name="csY8" fmla="*/ 135835 h 403253"/>
                <a:gd name="csX9" fmla="*/ 224962 w 301862"/>
                <a:gd name="csY9" fmla="*/ 80659 h 403253"/>
                <a:gd name="csX10" fmla="*/ 198218 w 301862"/>
                <a:gd name="csY10" fmla="*/ 54163 h 403253"/>
                <a:gd name="csX11" fmla="*/ 160449 w 301862"/>
                <a:gd name="csY11" fmla="*/ 54163 h 403253"/>
                <a:gd name="csX12" fmla="*/ 160449 w 301862"/>
                <a:gd name="csY12" fmla="*/ 38714 h 403253"/>
                <a:gd name="csX13" fmla="*/ 174706 w 301862"/>
                <a:gd name="csY13" fmla="*/ 14755 h 403253"/>
                <a:gd name="csX14" fmla="*/ 150523 w 301862"/>
                <a:gd name="csY14" fmla="*/ 629 h 403253"/>
                <a:gd name="csX15" fmla="*/ 136266 w 301862"/>
                <a:gd name="csY15" fmla="*/ 24589 h 403253"/>
                <a:gd name="csX16" fmla="*/ 150523 w 301862"/>
                <a:gd name="csY16" fmla="*/ 38714 h 403253"/>
                <a:gd name="csX17" fmla="*/ 150523 w 301862"/>
                <a:gd name="csY17" fmla="*/ 54163 h 403253"/>
                <a:gd name="csX18" fmla="*/ 112749 w 301862"/>
                <a:gd name="csY18" fmla="*/ 54163 h 403253"/>
                <a:gd name="csX19" fmla="*/ 86010 w 301862"/>
                <a:gd name="csY19" fmla="*/ 80659 h 403253"/>
                <a:gd name="csX20" fmla="*/ 86010 w 301862"/>
                <a:gd name="csY20" fmla="*/ 135835 h 403253"/>
                <a:gd name="csX21" fmla="*/ 112749 w 301862"/>
                <a:gd name="csY21" fmla="*/ 162332 h 403253"/>
                <a:gd name="csX22" fmla="*/ 129016 w 301862"/>
                <a:gd name="csY22" fmla="*/ 162332 h 403253"/>
                <a:gd name="csX23" fmla="*/ 129016 w 301862"/>
                <a:gd name="csY23" fmla="*/ 177082 h 403253"/>
                <a:gd name="csX24" fmla="*/ 71123 w 301862"/>
                <a:gd name="csY24" fmla="*/ 177082 h 403253"/>
                <a:gd name="csX25" fmla="*/ 71123 w 301862"/>
                <a:gd name="csY25" fmla="*/ 206548 h 403253"/>
                <a:gd name="csX26" fmla="*/ 39631 w 301862"/>
                <a:gd name="csY26" fmla="*/ 206548 h 403253"/>
                <a:gd name="csX27" fmla="*/ 32246 w 301862"/>
                <a:gd name="csY27" fmla="*/ 199237 h 403253"/>
                <a:gd name="csX28" fmla="*/ 32246 w 301862"/>
                <a:gd name="csY28" fmla="*/ 154431 h 403253"/>
                <a:gd name="csX29" fmla="*/ 54105 w 301862"/>
                <a:gd name="csY29" fmla="*/ 122910 h 403253"/>
                <a:gd name="csX30" fmla="*/ 47685 w 301862"/>
                <a:gd name="csY30" fmla="*/ 109895 h 403253"/>
                <a:gd name="csX31" fmla="*/ 40271 w 301862"/>
                <a:gd name="csY31" fmla="*/ 116434 h 403253"/>
                <a:gd name="csX32" fmla="*/ 38814 w 301862"/>
                <a:gd name="csY32" fmla="*/ 140728 h 403253"/>
                <a:gd name="csX33" fmla="*/ 14294 w 301862"/>
                <a:gd name="csY33" fmla="*/ 139285 h 403253"/>
                <a:gd name="csX34" fmla="*/ 14202 w 301862"/>
                <a:gd name="csY34" fmla="*/ 116537 h 403253"/>
                <a:gd name="csX35" fmla="*/ 6729 w 301862"/>
                <a:gd name="csY35" fmla="*/ 110062 h 403253"/>
                <a:gd name="csX36" fmla="*/ 9350 w 301862"/>
                <a:gd name="csY36" fmla="*/ 148217 h 403253"/>
                <a:gd name="csX37" fmla="*/ 22321 w 301862"/>
                <a:gd name="csY37" fmla="*/ 154431 h 403253"/>
                <a:gd name="csX38" fmla="*/ 22321 w 301862"/>
                <a:gd name="csY38" fmla="*/ 199237 h 403253"/>
                <a:gd name="csX39" fmla="*/ 39631 w 301862"/>
                <a:gd name="csY39" fmla="*/ 216382 h 403253"/>
                <a:gd name="csX40" fmla="*/ 71123 w 301862"/>
                <a:gd name="csY40" fmla="*/ 216382 h 403253"/>
                <a:gd name="csX41" fmla="*/ 71123 w 301862"/>
                <a:gd name="csY41" fmla="*/ 319791 h 403253"/>
                <a:gd name="csX42" fmla="*/ 31545 w 301862"/>
                <a:gd name="csY42" fmla="*/ 363967 h 403253"/>
                <a:gd name="csX43" fmla="*/ 73604 w 301862"/>
                <a:gd name="csY43" fmla="*/ 403254 h 403253"/>
                <a:gd name="csX44" fmla="*/ 237368 w 301862"/>
                <a:gd name="csY44" fmla="*/ 403254 h 403253"/>
                <a:gd name="csX45" fmla="*/ 279502 w 301862"/>
                <a:gd name="csY45" fmla="*/ 361463 h 403253"/>
                <a:gd name="csX46" fmla="*/ 239849 w 301862"/>
                <a:gd name="csY46" fmla="*/ 319791 h 403253"/>
                <a:gd name="csX47" fmla="*/ 239849 w 301862"/>
                <a:gd name="csY47" fmla="*/ 211500 h 403253"/>
                <a:gd name="csX48" fmla="*/ 262235 w 301862"/>
                <a:gd name="csY48" fmla="*/ 211500 h 403253"/>
                <a:gd name="csX49" fmla="*/ 269625 w 301862"/>
                <a:gd name="csY49" fmla="*/ 218816 h 403253"/>
                <a:gd name="csX50" fmla="*/ 269625 w 301862"/>
                <a:gd name="csY50" fmla="*/ 263617 h 403253"/>
                <a:gd name="csX51" fmla="*/ 247765 w 301862"/>
                <a:gd name="csY51" fmla="*/ 295138 h 403253"/>
                <a:gd name="csX52" fmla="*/ 254181 w 301862"/>
                <a:gd name="csY52" fmla="*/ 308149 h 403253"/>
                <a:gd name="csX53" fmla="*/ 261595 w 301862"/>
                <a:gd name="csY53" fmla="*/ 301609 h 403253"/>
                <a:gd name="csX54" fmla="*/ 263056 w 301862"/>
                <a:gd name="csY54" fmla="*/ 277316 h 403253"/>
                <a:gd name="csX55" fmla="*/ 287576 w 301862"/>
                <a:gd name="csY55" fmla="*/ 278763 h 403253"/>
                <a:gd name="csX56" fmla="*/ 287663 w 301862"/>
                <a:gd name="csY56" fmla="*/ 301511 h 403253"/>
                <a:gd name="csX57" fmla="*/ 295137 w 301862"/>
                <a:gd name="csY57" fmla="*/ 307981 h 403253"/>
                <a:gd name="csX58" fmla="*/ 292510 w 301862"/>
                <a:gd name="csY58" fmla="*/ 269827 h 403253"/>
                <a:gd name="csX59" fmla="*/ 279550 w 301862"/>
                <a:gd name="csY59" fmla="*/ 263617 h 403253"/>
                <a:gd name="csX60" fmla="*/ 145561 w 301862"/>
                <a:gd name="csY60" fmla="*/ 19746 h 403253"/>
                <a:gd name="csX61" fmla="*/ 155486 w 301862"/>
                <a:gd name="csY61" fmla="*/ 9912 h 403253"/>
                <a:gd name="csX62" fmla="*/ 165411 w 301862"/>
                <a:gd name="csY62" fmla="*/ 19746 h 403253"/>
                <a:gd name="csX63" fmla="*/ 155486 w 301862"/>
                <a:gd name="csY63" fmla="*/ 29579 h 403253"/>
                <a:gd name="csX64" fmla="*/ 145556 w 301862"/>
                <a:gd name="csY64" fmla="*/ 19750 h 403253"/>
                <a:gd name="csX65" fmla="*/ 145556 w 301862"/>
                <a:gd name="csY65" fmla="*/ 19746 h 403253"/>
                <a:gd name="csX66" fmla="*/ 81048 w 301862"/>
                <a:gd name="csY66" fmla="*/ 261011 h 403253"/>
                <a:gd name="csX67" fmla="*/ 121617 w 301862"/>
                <a:gd name="csY67" fmla="*/ 261011 h 403253"/>
                <a:gd name="csX68" fmla="*/ 137785 w 301862"/>
                <a:gd name="csY68" fmla="*/ 226963 h 403253"/>
                <a:gd name="csX69" fmla="*/ 152975 w 301862"/>
                <a:gd name="csY69" fmla="*/ 284627 h 403253"/>
                <a:gd name="csX70" fmla="*/ 173475 w 301862"/>
                <a:gd name="csY70" fmla="*/ 242834 h 403253"/>
                <a:gd name="csX71" fmla="*/ 186378 w 301862"/>
                <a:gd name="csY71" fmla="*/ 273171 h 403253"/>
                <a:gd name="csX72" fmla="*/ 196382 w 301862"/>
                <a:gd name="csY72" fmla="*/ 263037 h 403253"/>
                <a:gd name="csX73" fmla="*/ 201206 w 301862"/>
                <a:gd name="csY73" fmla="*/ 261026 h 403253"/>
                <a:gd name="csX74" fmla="*/ 229909 w 301862"/>
                <a:gd name="csY74" fmla="*/ 261026 h 403253"/>
                <a:gd name="csX75" fmla="*/ 229909 w 301862"/>
                <a:gd name="csY75" fmla="*/ 319669 h 403253"/>
                <a:gd name="csX76" fmla="*/ 81033 w 301862"/>
                <a:gd name="csY76" fmla="*/ 319669 h 403253"/>
                <a:gd name="csX77" fmla="*/ 112749 w 301862"/>
                <a:gd name="csY77" fmla="*/ 152498 h 403253"/>
                <a:gd name="csX78" fmla="*/ 95936 w 301862"/>
                <a:gd name="csY78" fmla="*/ 135835 h 403253"/>
                <a:gd name="csX79" fmla="*/ 95936 w 301862"/>
                <a:gd name="csY79" fmla="*/ 80659 h 403253"/>
                <a:gd name="csX80" fmla="*/ 112749 w 301862"/>
                <a:gd name="csY80" fmla="*/ 63996 h 403253"/>
                <a:gd name="csX81" fmla="*/ 198218 w 301862"/>
                <a:gd name="csY81" fmla="*/ 63996 h 403253"/>
                <a:gd name="csX82" fmla="*/ 215037 w 301862"/>
                <a:gd name="csY82" fmla="*/ 80659 h 403253"/>
                <a:gd name="csX83" fmla="*/ 215037 w 301862"/>
                <a:gd name="csY83" fmla="*/ 135835 h 403253"/>
                <a:gd name="csX84" fmla="*/ 198218 w 301862"/>
                <a:gd name="csY84" fmla="*/ 152498 h 403253"/>
                <a:gd name="csX85" fmla="*/ 112749 w 301862"/>
                <a:gd name="csY85" fmla="*/ 152498 h 403253"/>
                <a:gd name="csX86" fmla="*/ 138941 w 301862"/>
                <a:gd name="csY86" fmla="*/ 162332 h 403253"/>
                <a:gd name="csX87" fmla="*/ 173679 w 301862"/>
                <a:gd name="csY87" fmla="*/ 162332 h 403253"/>
                <a:gd name="csX88" fmla="*/ 173679 w 301862"/>
                <a:gd name="csY88" fmla="*/ 177082 h 403253"/>
                <a:gd name="csX89" fmla="*/ 138941 w 301862"/>
                <a:gd name="csY89" fmla="*/ 177082 h 403253"/>
                <a:gd name="csX90" fmla="*/ 129016 w 301862"/>
                <a:gd name="csY90" fmla="*/ 186916 h 403253"/>
                <a:gd name="csX91" fmla="*/ 229924 w 301862"/>
                <a:gd name="csY91" fmla="*/ 186916 h 403253"/>
                <a:gd name="csX92" fmla="*/ 229924 w 301862"/>
                <a:gd name="csY92" fmla="*/ 251178 h 403253"/>
                <a:gd name="csX93" fmla="*/ 201221 w 301862"/>
                <a:gd name="csY93" fmla="*/ 251178 h 403253"/>
                <a:gd name="csX94" fmla="*/ 189742 w 301862"/>
                <a:gd name="csY94" fmla="*/ 255721 h 403253"/>
                <a:gd name="csX95" fmla="*/ 174110 w 301862"/>
                <a:gd name="csY95" fmla="*/ 219012 h 403253"/>
                <a:gd name="csX96" fmla="*/ 155794 w 301862"/>
                <a:gd name="csY96" fmla="*/ 256380 h 403253"/>
                <a:gd name="csX97" fmla="*/ 140469 w 301862"/>
                <a:gd name="csY97" fmla="*/ 198224 h 403253"/>
                <a:gd name="csX98" fmla="*/ 115319 w 301862"/>
                <a:gd name="csY98" fmla="*/ 251178 h 403253"/>
                <a:gd name="csX99" fmla="*/ 81048 w 301862"/>
                <a:gd name="csY99" fmla="*/ 251178 h 403253"/>
                <a:gd name="csX100" fmla="*/ 81048 w 301862"/>
                <a:gd name="csY100" fmla="*/ 186916 h 403253"/>
                <a:gd name="csX101" fmla="*/ 269625 w 301862"/>
                <a:gd name="csY101" fmla="*/ 361461 h 403253"/>
                <a:gd name="csX102" fmla="*/ 237368 w 301862"/>
                <a:gd name="csY102" fmla="*/ 393420 h 403253"/>
                <a:gd name="csX103" fmla="*/ 73604 w 301862"/>
                <a:gd name="csY103" fmla="*/ 393420 h 403253"/>
                <a:gd name="csX104" fmla="*/ 41348 w 301862"/>
                <a:gd name="csY104" fmla="*/ 361461 h 403253"/>
                <a:gd name="csX105" fmla="*/ 73604 w 301862"/>
                <a:gd name="csY105" fmla="*/ 329502 h 403253"/>
                <a:gd name="csX106" fmla="*/ 237368 w 301862"/>
                <a:gd name="csY106" fmla="*/ 329502 h 403253"/>
                <a:gd name="csX107" fmla="*/ 269625 w 301862"/>
                <a:gd name="csY107" fmla="*/ 361461 h 403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01862" h="403253">
                  <a:moveTo>
                    <a:pt x="279550" y="263617"/>
                  </a:moveTo>
                  <a:lnTo>
                    <a:pt x="279550" y="218816"/>
                  </a:lnTo>
                  <a:cubicBezTo>
                    <a:pt x="279539" y="209347"/>
                    <a:pt x="271792" y="201674"/>
                    <a:pt x="262235" y="201666"/>
                  </a:cubicBezTo>
                  <a:lnTo>
                    <a:pt x="239849" y="201666"/>
                  </a:lnTo>
                  <a:lnTo>
                    <a:pt x="239849" y="177082"/>
                  </a:lnTo>
                  <a:lnTo>
                    <a:pt x="183604" y="177082"/>
                  </a:lnTo>
                  <a:lnTo>
                    <a:pt x="183604" y="162332"/>
                  </a:lnTo>
                  <a:lnTo>
                    <a:pt x="198218" y="162332"/>
                  </a:lnTo>
                  <a:cubicBezTo>
                    <a:pt x="212983" y="162318"/>
                    <a:pt x="224948" y="150463"/>
                    <a:pt x="224962" y="135835"/>
                  </a:cubicBezTo>
                  <a:lnTo>
                    <a:pt x="224962" y="80659"/>
                  </a:lnTo>
                  <a:cubicBezTo>
                    <a:pt x="224948" y="66032"/>
                    <a:pt x="212983" y="54177"/>
                    <a:pt x="198218" y="54163"/>
                  </a:cubicBezTo>
                  <a:lnTo>
                    <a:pt x="160449" y="54163"/>
                  </a:lnTo>
                  <a:lnTo>
                    <a:pt x="160449" y="38714"/>
                  </a:lnTo>
                  <a:cubicBezTo>
                    <a:pt x="171063" y="35999"/>
                    <a:pt x="177447" y="25272"/>
                    <a:pt x="174706" y="14755"/>
                  </a:cubicBezTo>
                  <a:cubicBezTo>
                    <a:pt x="171965" y="4238"/>
                    <a:pt x="161138" y="-2086"/>
                    <a:pt x="150523" y="629"/>
                  </a:cubicBezTo>
                  <a:cubicBezTo>
                    <a:pt x="139909" y="3345"/>
                    <a:pt x="133525" y="14072"/>
                    <a:pt x="136266" y="24589"/>
                  </a:cubicBezTo>
                  <a:cubicBezTo>
                    <a:pt x="138071" y="31516"/>
                    <a:pt x="143531" y="36926"/>
                    <a:pt x="150523" y="38714"/>
                  </a:cubicBezTo>
                  <a:lnTo>
                    <a:pt x="150523" y="54163"/>
                  </a:lnTo>
                  <a:lnTo>
                    <a:pt x="112749" y="54163"/>
                  </a:lnTo>
                  <a:cubicBezTo>
                    <a:pt x="97987" y="54179"/>
                    <a:pt x="86024" y="66033"/>
                    <a:pt x="86010" y="80659"/>
                  </a:cubicBezTo>
                  <a:lnTo>
                    <a:pt x="86010" y="135835"/>
                  </a:lnTo>
                  <a:cubicBezTo>
                    <a:pt x="86024" y="150461"/>
                    <a:pt x="97987" y="162316"/>
                    <a:pt x="112749" y="162332"/>
                  </a:cubicBezTo>
                  <a:lnTo>
                    <a:pt x="129016" y="162332"/>
                  </a:lnTo>
                  <a:lnTo>
                    <a:pt x="129016" y="177082"/>
                  </a:lnTo>
                  <a:lnTo>
                    <a:pt x="71123" y="177082"/>
                  </a:lnTo>
                  <a:lnTo>
                    <a:pt x="71123" y="206548"/>
                  </a:lnTo>
                  <a:lnTo>
                    <a:pt x="39631" y="206548"/>
                  </a:lnTo>
                  <a:cubicBezTo>
                    <a:pt x="35555" y="206546"/>
                    <a:pt x="32252" y="203275"/>
                    <a:pt x="32246" y="199237"/>
                  </a:cubicBezTo>
                  <a:lnTo>
                    <a:pt x="32246" y="154431"/>
                  </a:lnTo>
                  <a:cubicBezTo>
                    <a:pt x="47067" y="151707"/>
                    <a:pt x="56854" y="137595"/>
                    <a:pt x="54105" y="122910"/>
                  </a:cubicBezTo>
                  <a:cubicBezTo>
                    <a:pt x="53199" y="118074"/>
                    <a:pt x="50979" y="113574"/>
                    <a:pt x="47685" y="109895"/>
                  </a:cubicBezTo>
                  <a:lnTo>
                    <a:pt x="40271" y="116434"/>
                  </a:lnTo>
                  <a:cubicBezTo>
                    <a:pt x="46640" y="123541"/>
                    <a:pt x="45988" y="134417"/>
                    <a:pt x="38814" y="140728"/>
                  </a:cubicBezTo>
                  <a:cubicBezTo>
                    <a:pt x="31641" y="147038"/>
                    <a:pt x="20663" y="146392"/>
                    <a:pt x="14294" y="139285"/>
                  </a:cubicBezTo>
                  <a:cubicBezTo>
                    <a:pt x="8489" y="132806"/>
                    <a:pt x="8449" y="123062"/>
                    <a:pt x="14202" y="116537"/>
                  </a:cubicBezTo>
                  <a:lnTo>
                    <a:pt x="6729" y="110062"/>
                  </a:lnTo>
                  <a:cubicBezTo>
                    <a:pt x="-3182" y="121315"/>
                    <a:pt x="-2009" y="138398"/>
                    <a:pt x="9350" y="148217"/>
                  </a:cubicBezTo>
                  <a:cubicBezTo>
                    <a:pt x="13034" y="151402"/>
                    <a:pt x="17513" y="153548"/>
                    <a:pt x="22321" y="154431"/>
                  </a:cubicBezTo>
                  <a:lnTo>
                    <a:pt x="22321" y="199237"/>
                  </a:lnTo>
                  <a:cubicBezTo>
                    <a:pt x="22332" y="208703"/>
                    <a:pt x="30076" y="216374"/>
                    <a:pt x="39631" y="216382"/>
                  </a:cubicBezTo>
                  <a:lnTo>
                    <a:pt x="71123" y="216382"/>
                  </a:lnTo>
                  <a:lnTo>
                    <a:pt x="71123" y="319791"/>
                  </a:lnTo>
                  <a:cubicBezTo>
                    <a:pt x="47881" y="321162"/>
                    <a:pt x="30161" y="340940"/>
                    <a:pt x="31545" y="363967"/>
                  </a:cubicBezTo>
                  <a:cubicBezTo>
                    <a:pt x="32869" y="386023"/>
                    <a:pt x="51303" y="403242"/>
                    <a:pt x="73604" y="403254"/>
                  </a:cubicBezTo>
                  <a:lnTo>
                    <a:pt x="237368" y="403254"/>
                  </a:lnTo>
                  <a:cubicBezTo>
                    <a:pt x="260651" y="403241"/>
                    <a:pt x="279515" y="384531"/>
                    <a:pt x="279502" y="361463"/>
                  </a:cubicBezTo>
                  <a:cubicBezTo>
                    <a:pt x="279490" y="339368"/>
                    <a:pt x="262111" y="321104"/>
                    <a:pt x="239849" y="319791"/>
                  </a:cubicBezTo>
                  <a:lnTo>
                    <a:pt x="239849" y="211500"/>
                  </a:lnTo>
                  <a:lnTo>
                    <a:pt x="262235" y="211500"/>
                  </a:lnTo>
                  <a:cubicBezTo>
                    <a:pt x="266312" y="211505"/>
                    <a:pt x="269616" y="214777"/>
                    <a:pt x="269625" y="218816"/>
                  </a:cubicBezTo>
                  <a:lnTo>
                    <a:pt x="269625" y="263617"/>
                  </a:lnTo>
                  <a:cubicBezTo>
                    <a:pt x="254803" y="266341"/>
                    <a:pt x="245017" y="280453"/>
                    <a:pt x="247765" y="295138"/>
                  </a:cubicBezTo>
                  <a:cubicBezTo>
                    <a:pt x="248671" y="299972"/>
                    <a:pt x="250888" y="304470"/>
                    <a:pt x="254181" y="308149"/>
                  </a:cubicBezTo>
                  <a:lnTo>
                    <a:pt x="261595" y="301609"/>
                  </a:lnTo>
                  <a:cubicBezTo>
                    <a:pt x="255228" y="294501"/>
                    <a:pt x="255882" y="283624"/>
                    <a:pt x="263056" y="277316"/>
                  </a:cubicBezTo>
                  <a:cubicBezTo>
                    <a:pt x="270230" y="271007"/>
                    <a:pt x="281209" y="271655"/>
                    <a:pt x="287576" y="278763"/>
                  </a:cubicBezTo>
                  <a:cubicBezTo>
                    <a:pt x="293381" y="285243"/>
                    <a:pt x="293418" y="294988"/>
                    <a:pt x="287663" y="301511"/>
                  </a:cubicBezTo>
                  <a:lnTo>
                    <a:pt x="295137" y="307981"/>
                  </a:lnTo>
                  <a:cubicBezTo>
                    <a:pt x="305046" y="296726"/>
                    <a:pt x="303869" y="279644"/>
                    <a:pt x="292510" y="269827"/>
                  </a:cubicBezTo>
                  <a:cubicBezTo>
                    <a:pt x="288829" y="266645"/>
                    <a:pt x="284353" y="264501"/>
                    <a:pt x="279550" y="263617"/>
                  </a:cubicBezTo>
                  <a:close/>
                  <a:moveTo>
                    <a:pt x="145561" y="19746"/>
                  </a:moveTo>
                  <a:cubicBezTo>
                    <a:pt x="145561" y="14315"/>
                    <a:pt x="150004" y="9912"/>
                    <a:pt x="155486" y="9912"/>
                  </a:cubicBezTo>
                  <a:cubicBezTo>
                    <a:pt x="160968" y="9912"/>
                    <a:pt x="165411" y="14315"/>
                    <a:pt x="165411" y="19746"/>
                  </a:cubicBezTo>
                  <a:cubicBezTo>
                    <a:pt x="165411" y="25177"/>
                    <a:pt x="160968" y="29579"/>
                    <a:pt x="155486" y="29579"/>
                  </a:cubicBezTo>
                  <a:cubicBezTo>
                    <a:pt x="150004" y="29582"/>
                    <a:pt x="145559" y="25182"/>
                    <a:pt x="145556" y="19750"/>
                  </a:cubicBezTo>
                  <a:cubicBezTo>
                    <a:pt x="145556" y="19749"/>
                    <a:pt x="145556" y="19747"/>
                    <a:pt x="145556" y="19746"/>
                  </a:cubicBezTo>
                  <a:close/>
                  <a:moveTo>
                    <a:pt x="81048" y="261011"/>
                  </a:moveTo>
                  <a:lnTo>
                    <a:pt x="121617" y="261011"/>
                  </a:lnTo>
                  <a:lnTo>
                    <a:pt x="137785" y="226963"/>
                  </a:lnTo>
                  <a:lnTo>
                    <a:pt x="152975" y="284627"/>
                  </a:lnTo>
                  <a:lnTo>
                    <a:pt x="173475" y="242834"/>
                  </a:lnTo>
                  <a:lnTo>
                    <a:pt x="186378" y="273171"/>
                  </a:lnTo>
                  <a:lnTo>
                    <a:pt x="196382" y="263037"/>
                  </a:lnTo>
                  <a:cubicBezTo>
                    <a:pt x="197707" y="261834"/>
                    <a:pt x="199411" y="261123"/>
                    <a:pt x="201206" y="261026"/>
                  </a:cubicBezTo>
                  <a:lnTo>
                    <a:pt x="229909" y="261026"/>
                  </a:lnTo>
                  <a:lnTo>
                    <a:pt x="229909" y="319669"/>
                  </a:lnTo>
                  <a:lnTo>
                    <a:pt x="81033" y="319669"/>
                  </a:lnTo>
                  <a:close/>
                  <a:moveTo>
                    <a:pt x="112749" y="152498"/>
                  </a:moveTo>
                  <a:cubicBezTo>
                    <a:pt x="103467" y="152485"/>
                    <a:pt x="95946" y="145032"/>
                    <a:pt x="95936" y="135835"/>
                  </a:cubicBezTo>
                  <a:lnTo>
                    <a:pt x="95936" y="80659"/>
                  </a:lnTo>
                  <a:cubicBezTo>
                    <a:pt x="95946" y="71463"/>
                    <a:pt x="103467" y="64010"/>
                    <a:pt x="112749" y="63996"/>
                  </a:cubicBezTo>
                  <a:lnTo>
                    <a:pt x="198218" y="63996"/>
                  </a:lnTo>
                  <a:cubicBezTo>
                    <a:pt x="207501" y="64010"/>
                    <a:pt x="215023" y="71462"/>
                    <a:pt x="215037" y="80659"/>
                  </a:cubicBezTo>
                  <a:lnTo>
                    <a:pt x="215037" y="135835"/>
                  </a:lnTo>
                  <a:cubicBezTo>
                    <a:pt x="215023" y="145033"/>
                    <a:pt x="207501" y="152485"/>
                    <a:pt x="198218" y="152498"/>
                  </a:cubicBezTo>
                  <a:lnTo>
                    <a:pt x="112749" y="152498"/>
                  </a:lnTo>
                  <a:close/>
                  <a:moveTo>
                    <a:pt x="138941" y="162332"/>
                  </a:moveTo>
                  <a:lnTo>
                    <a:pt x="173679" y="162332"/>
                  </a:lnTo>
                  <a:lnTo>
                    <a:pt x="173679" y="177082"/>
                  </a:lnTo>
                  <a:lnTo>
                    <a:pt x="138941" y="177082"/>
                  </a:lnTo>
                  <a:close/>
                  <a:moveTo>
                    <a:pt x="129016" y="186916"/>
                  </a:moveTo>
                  <a:lnTo>
                    <a:pt x="229924" y="186916"/>
                  </a:lnTo>
                  <a:lnTo>
                    <a:pt x="229924" y="251178"/>
                  </a:lnTo>
                  <a:lnTo>
                    <a:pt x="201221" y="251178"/>
                  </a:lnTo>
                  <a:cubicBezTo>
                    <a:pt x="196965" y="251264"/>
                    <a:pt x="192887" y="252879"/>
                    <a:pt x="189742" y="255721"/>
                  </a:cubicBezTo>
                  <a:lnTo>
                    <a:pt x="174110" y="219012"/>
                  </a:lnTo>
                  <a:lnTo>
                    <a:pt x="155794" y="256380"/>
                  </a:lnTo>
                  <a:lnTo>
                    <a:pt x="140469" y="198224"/>
                  </a:lnTo>
                  <a:lnTo>
                    <a:pt x="115319" y="251178"/>
                  </a:lnTo>
                  <a:lnTo>
                    <a:pt x="81048" y="251178"/>
                  </a:lnTo>
                  <a:lnTo>
                    <a:pt x="81048" y="186916"/>
                  </a:lnTo>
                  <a:close/>
                  <a:moveTo>
                    <a:pt x="269625" y="361461"/>
                  </a:moveTo>
                  <a:cubicBezTo>
                    <a:pt x="269603" y="379102"/>
                    <a:pt x="255174" y="393398"/>
                    <a:pt x="237368" y="393420"/>
                  </a:cubicBezTo>
                  <a:lnTo>
                    <a:pt x="73604" y="393420"/>
                  </a:lnTo>
                  <a:cubicBezTo>
                    <a:pt x="55789" y="393420"/>
                    <a:pt x="41348" y="379112"/>
                    <a:pt x="41348" y="361461"/>
                  </a:cubicBezTo>
                  <a:cubicBezTo>
                    <a:pt x="41348" y="343810"/>
                    <a:pt x="55789" y="329502"/>
                    <a:pt x="73604" y="329502"/>
                  </a:cubicBezTo>
                  <a:lnTo>
                    <a:pt x="237368" y="329502"/>
                  </a:lnTo>
                  <a:cubicBezTo>
                    <a:pt x="255174" y="329524"/>
                    <a:pt x="269603" y="343820"/>
                    <a:pt x="269625" y="361461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9D4E353D-0595-71DC-0272-A457163EC939}"/>
                </a:ext>
              </a:extLst>
            </p:cNvPr>
            <p:cNvSpPr/>
            <p:nvPr/>
          </p:nvSpPr>
          <p:spPr>
            <a:xfrm>
              <a:off x="5153836" y="5471085"/>
              <a:ext cx="42677" cy="42284"/>
            </a:xfrm>
            <a:custGeom>
              <a:avLst/>
              <a:gdLst>
                <a:gd name="csX0" fmla="*/ 42678 w 42677"/>
                <a:gd name="csY0" fmla="*/ 21142 h 42284"/>
                <a:gd name="csX1" fmla="*/ 21339 w 42677"/>
                <a:gd name="csY1" fmla="*/ 0 h 42284"/>
                <a:gd name="csX2" fmla="*/ 0 w 42677"/>
                <a:gd name="csY2" fmla="*/ 21142 h 42284"/>
                <a:gd name="csX3" fmla="*/ 21339 w 42677"/>
                <a:gd name="csY3" fmla="*/ 42284 h 42284"/>
                <a:gd name="csX4" fmla="*/ 42678 w 42677"/>
                <a:gd name="csY4" fmla="*/ 21142 h 42284"/>
                <a:gd name="csX5" fmla="*/ 21339 w 42677"/>
                <a:gd name="csY5" fmla="*/ 35892 h 42284"/>
                <a:gd name="csX6" fmla="*/ 6451 w 42677"/>
                <a:gd name="csY6" fmla="*/ 21142 h 42284"/>
                <a:gd name="csX7" fmla="*/ 21339 w 42677"/>
                <a:gd name="csY7" fmla="*/ 6392 h 42284"/>
                <a:gd name="csX8" fmla="*/ 36227 w 42677"/>
                <a:gd name="csY8" fmla="*/ 21142 h 42284"/>
                <a:gd name="csX9" fmla="*/ 21339 w 42677"/>
                <a:gd name="csY9" fmla="*/ 35892 h 42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77" h="42284">
                  <a:moveTo>
                    <a:pt x="42678" y="21142"/>
                  </a:moveTo>
                  <a:cubicBezTo>
                    <a:pt x="42678" y="9466"/>
                    <a:pt x="33124" y="0"/>
                    <a:pt x="21339" y="0"/>
                  </a:cubicBezTo>
                  <a:cubicBezTo>
                    <a:pt x="9554" y="0"/>
                    <a:pt x="0" y="9466"/>
                    <a:pt x="0" y="21142"/>
                  </a:cubicBezTo>
                  <a:cubicBezTo>
                    <a:pt x="0" y="32818"/>
                    <a:pt x="9554" y="42284"/>
                    <a:pt x="21339" y="42284"/>
                  </a:cubicBezTo>
                  <a:cubicBezTo>
                    <a:pt x="33124" y="42284"/>
                    <a:pt x="42678" y="32818"/>
                    <a:pt x="42678" y="21142"/>
                  </a:cubicBezTo>
                  <a:close/>
                  <a:moveTo>
                    <a:pt x="21339" y="35892"/>
                  </a:moveTo>
                  <a:cubicBezTo>
                    <a:pt x="13116" y="35892"/>
                    <a:pt x="6451" y="29289"/>
                    <a:pt x="6451" y="21142"/>
                  </a:cubicBezTo>
                  <a:cubicBezTo>
                    <a:pt x="6451" y="12996"/>
                    <a:pt x="13116" y="6392"/>
                    <a:pt x="21339" y="6392"/>
                  </a:cubicBezTo>
                  <a:cubicBezTo>
                    <a:pt x="29561" y="6392"/>
                    <a:pt x="36227" y="12996"/>
                    <a:pt x="36227" y="21142"/>
                  </a:cubicBezTo>
                  <a:cubicBezTo>
                    <a:pt x="36227" y="29289"/>
                    <a:pt x="29561" y="35892"/>
                    <a:pt x="21339" y="35892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8143CB98-B526-FA4B-B065-386FAE35F469}"/>
                </a:ext>
              </a:extLst>
            </p:cNvPr>
            <p:cNvSpPr/>
            <p:nvPr/>
          </p:nvSpPr>
          <p:spPr>
            <a:xfrm>
              <a:off x="5167731" y="5484852"/>
              <a:ext cx="14887" cy="14750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ADAF363-77A6-675A-6617-3027FFCD051F}"/>
                </a:ext>
              </a:extLst>
            </p:cNvPr>
            <p:cNvSpPr/>
            <p:nvPr/>
          </p:nvSpPr>
          <p:spPr>
            <a:xfrm>
              <a:off x="5104210" y="5471085"/>
              <a:ext cx="42677" cy="42284"/>
            </a:xfrm>
            <a:custGeom>
              <a:avLst/>
              <a:gdLst>
                <a:gd name="csX0" fmla="*/ 21339 w 42677"/>
                <a:gd name="csY0" fmla="*/ 0 h 42284"/>
                <a:gd name="csX1" fmla="*/ 0 w 42677"/>
                <a:gd name="csY1" fmla="*/ 21142 h 42284"/>
                <a:gd name="csX2" fmla="*/ 21339 w 42677"/>
                <a:gd name="csY2" fmla="*/ 42284 h 42284"/>
                <a:gd name="csX3" fmla="*/ 42678 w 42677"/>
                <a:gd name="csY3" fmla="*/ 21142 h 42284"/>
                <a:gd name="csX4" fmla="*/ 21339 w 42677"/>
                <a:gd name="csY4" fmla="*/ 0 h 42284"/>
                <a:gd name="csX5" fmla="*/ 21339 w 42677"/>
                <a:gd name="csY5" fmla="*/ 35892 h 42284"/>
                <a:gd name="csX6" fmla="*/ 6451 w 42677"/>
                <a:gd name="csY6" fmla="*/ 21142 h 42284"/>
                <a:gd name="csX7" fmla="*/ 21339 w 42677"/>
                <a:gd name="csY7" fmla="*/ 6392 h 42284"/>
                <a:gd name="csX8" fmla="*/ 36227 w 42677"/>
                <a:gd name="csY8" fmla="*/ 21142 h 42284"/>
                <a:gd name="csX9" fmla="*/ 21339 w 42677"/>
                <a:gd name="csY9" fmla="*/ 35892 h 42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77" h="42284">
                  <a:moveTo>
                    <a:pt x="21339" y="0"/>
                  </a:moveTo>
                  <a:cubicBezTo>
                    <a:pt x="9554" y="0"/>
                    <a:pt x="0" y="9466"/>
                    <a:pt x="0" y="21142"/>
                  </a:cubicBezTo>
                  <a:cubicBezTo>
                    <a:pt x="0" y="32818"/>
                    <a:pt x="9554" y="42284"/>
                    <a:pt x="21339" y="42284"/>
                  </a:cubicBezTo>
                  <a:cubicBezTo>
                    <a:pt x="33124" y="42284"/>
                    <a:pt x="42678" y="32818"/>
                    <a:pt x="42678" y="21142"/>
                  </a:cubicBezTo>
                  <a:cubicBezTo>
                    <a:pt x="42678" y="9466"/>
                    <a:pt x="33124" y="0"/>
                    <a:pt x="21339" y="0"/>
                  </a:cubicBezTo>
                  <a:close/>
                  <a:moveTo>
                    <a:pt x="21339" y="35892"/>
                  </a:moveTo>
                  <a:cubicBezTo>
                    <a:pt x="13116" y="35892"/>
                    <a:pt x="6451" y="29289"/>
                    <a:pt x="6451" y="21142"/>
                  </a:cubicBezTo>
                  <a:cubicBezTo>
                    <a:pt x="6451" y="12996"/>
                    <a:pt x="13116" y="6392"/>
                    <a:pt x="21339" y="6392"/>
                  </a:cubicBezTo>
                  <a:cubicBezTo>
                    <a:pt x="29561" y="6392"/>
                    <a:pt x="36227" y="12996"/>
                    <a:pt x="36227" y="21142"/>
                  </a:cubicBezTo>
                  <a:cubicBezTo>
                    <a:pt x="36227" y="29289"/>
                    <a:pt x="29561" y="35892"/>
                    <a:pt x="21339" y="35892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69" name="Oval 568">
              <a:extLst>
                <a:ext uri="{FF2B5EF4-FFF2-40B4-BE49-F238E27FC236}">
                  <a16:creationId xmlns:a16="http://schemas.microsoft.com/office/drawing/2014/main" id="{2BFAD910-20B3-3712-99C3-10DFCECA7030}"/>
                </a:ext>
              </a:extLst>
            </p:cNvPr>
            <p:cNvSpPr/>
            <p:nvPr/>
          </p:nvSpPr>
          <p:spPr>
            <a:xfrm>
              <a:off x="5118105" y="5484852"/>
              <a:ext cx="14887" cy="14750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70" name="Oval 569">
              <a:extLst>
                <a:ext uri="{FF2B5EF4-FFF2-40B4-BE49-F238E27FC236}">
                  <a16:creationId xmlns:a16="http://schemas.microsoft.com/office/drawing/2014/main" id="{53031F73-21FF-B5D5-ACD8-7536BBC6E968}"/>
                </a:ext>
              </a:extLst>
            </p:cNvPr>
            <p:cNvSpPr/>
            <p:nvPr/>
          </p:nvSpPr>
          <p:spPr>
            <a:xfrm>
              <a:off x="5140442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2C5D3D40-54B3-7056-7500-6FCE953BA52B}"/>
                </a:ext>
              </a:extLst>
            </p:cNvPr>
            <p:cNvSpPr/>
            <p:nvPr/>
          </p:nvSpPr>
          <p:spPr>
            <a:xfrm>
              <a:off x="5068485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7CC64ABB-DE8A-C561-C294-1D3F8B762496}"/>
                </a:ext>
              </a:extLst>
            </p:cNvPr>
            <p:cNvSpPr/>
            <p:nvPr/>
          </p:nvSpPr>
          <p:spPr>
            <a:xfrm>
              <a:off x="5212398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4A5852-9D19-66BE-BBF1-787D10CC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EE46-54D6-4306-A6BD-73AF3F3AD20B}" type="slidenum">
              <a:rPr lang="en-IN" smtClean="0"/>
              <a:pPr/>
              <a:t>3</a:t>
            </a:fld>
            <a:endParaRPr lang="en-IN"/>
          </a:p>
        </p:txBody>
      </p:sp>
      <p:grpSp>
        <p:nvGrpSpPr>
          <p:cNvPr id="15" name="Graphic 129" descr="Robot outline">
            <a:extLst>
              <a:ext uri="{FF2B5EF4-FFF2-40B4-BE49-F238E27FC236}">
                <a16:creationId xmlns:a16="http://schemas.microsoft.com/office/drawing/2014/main" id="{7BA13333-B79C-1F6A-0993-2DD0BBC0C63C}"/>
              </a:ext>
            </a:extLst>
          </p:cNvPr>
          <p:cNvGrpSpPr/>
          <p:nvPr/>
        </p:nvGrpSpPr>
        <p:grpSpPr>
          <a:xfrm>
            <a:off x="3065567" y="3098529"/>
            <a:ext cx="264367" cy="403253"/>
            <a:chOff x="4994881" y="5383980"/>
            <a:chExt cx="301862" cy="4032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7292975-5072-7A8B-4C94-D5583328E282}"/>
                </a:ext>
              </a:extLst>
            </p:cNvPr>
            <p:cNvSpPr/>
            <p:nvPr/>
          </p:nvSpPr>
          <p:spPr>
            <a:xfrm>
              <a:off x="4994881" y="5383980"/>
              <a:ext cx="301862" cy="403253"/>
            </a:xfrm>
            <a:custGeom>
              <a:avLst/>
              <a:gdLst>
                <a:gd name="csX0" fmla="*/ 279550 w 301862"/>
                <a:gd name="csY0" fmla="*/ 263617 h 403253"/>
                <a:gd name="csX1" fmla="*/ 279550 w 301862"/>
                <a:gd name="csY1" fmla="*/ 218816 h 403253"/>
                <a:gd name="csX2" fmla="*/ 262235 w 301862"/>
                <a:gd name="csY2" fmla="*/ 201666 h 403253"/>
                <a:gd name="csX3" fmla="*/ 239849 w 301862"/>
                <a:gd name="csY3" fmla="*/ 201666 h 403253"/>
                <a:gd name="csX4" fmla="*/ 239849 w 301862"/>
                <a:gd name="csY4" fmla="*/ 177082 h 403253"/>
                <a:gd name="csX5" fmla="*/ 183604 w 301862"/>
                <a:gd name="csY5" fmla="*/ 177082 h 403253"/>
                <a:gd name="csX6" fmla="*/ 183604 w 301862"/>
                <a:gd name="csY6" fmla="*/ 162332 h 403253"/>
                <a:gd name="csX7" fmla="*/ 198218 w 301862"/>
                <a:gd name="csY7" fmla="*/ 162332 h 403253"/>
                <a:gd name="csX8" fmla="*/ 224962 w 301862"/>
                <a:gd name="csY8" fmla="*/ 135835 h 403253"/>
                <a:gd name="csX9" fmla="*/ 224962 w 301862"/>
                <a:gd name="csY9" fmla="*/ 80659 h 403253"/>
                <a:gd name="csX10" fmla="*/ 198218 w 301862"/>
                <a:gd name="csY10" fmla="*/ 54163 h 403253"/>
                <a:gd name="csX11" fmla="*/ 160449 w 301862"/>
                <a:gd name="csY11" fmla="*/ 54163 h 403253"/>
                <a:gd name="csX12" fmla="*/ 160449 w 301862"/>
                <a:gd name="csY12" fmla="*/ 38714 h 403253"/>
                <a:gd name="csX13" fmla="*/ 174706 w 301862"/>
                <a:gd name="csY13" fmla="*/ 14755 h 403253"/>
                <a:gd name="csX14" fmla="*/ 150523 w 301862"/>
                <a:gd name="csY14" fmla="*/ 629 h 403253"/>
                <a:gd name="csX15" fmla="*/ 136266 w 301862"/>
                <a:gd name="csY15" fmla="*/ 24589 h 403253"/>
                <a:gd name="csX16" fmla="*/ 150523 w 301862"/>
                <a:gd name="csY16" fmla="*/ 38714 h 403253"/>
                <a:gd name="csX17" fmla="*/ 150523 w 301862"/>
                <a:gd name="csY17" fmla="*/ 54163 h 403253"/>
                <a:gd name="csX18" fmla="*/ 112749 w 301862"/>
                <a:gd name="csY18" fmla="*/ 54163 h 403253"/>
                <a:gd name="csX19" fmla="*/ 86010 w 301862"/>
                <a:gd name="csY19" fmla="*/ 80659 h 403253"/>
                <a:gd name="csX20" fmla="*/ 86010 w 301862"/>
                <a:gd name="csY20" fmla="*/ 135835 h 403253"/>
                <a:gd name="csX21" fmla="*/ 112749 w 301862"/>
                <a:gd name="csY21" fmla="*/ 162332 h 403253"/>
                <a:gd name="csX22" fmla="*/ 129016 w 301862"/>
                <a:gd name="csY22" fmla="*/ 162332 h 403253"/>
                <a:gd name="csX23" fmla="*/ 129016 w 301862"/>
                <a:gd name="csY23" fmla="*/ 177082 h 403253"/>
                <a:gd name="csX24" fmla="*/ 71123 w 301862"/>
                <a:gd name="csY24" fmla="*/ 177082 h 403253"/>
                <a:gd name="csX25" fmla="*/ 71123 w 301862"/>
                <a:gd name="csY25" fmla="*/ 206548 h 403253"/>
                <a:gd name="csX26" fmla="*/ 39631 w 301862"/>
                <a:gd name="csY26" fmla="*/ 206548 h 403253"/>
                <a:gd name="csX27" fmla="*/ 32246 w 301862"/>
                <a:gd name="csY27" fmla="*/ 199237 h 403253"/>
                <a:gd name="csX28" fmla="*/ 32246 w 301862"/>
                <a:gd name="csY28" fmla="*/ 154431 h 403253"/>
                <a:gd name="csX29" fmla="*/ 54105 w 301862"/>
                <a:gd name="csY29" fmla="*/ 122910 h 403253"/>
                <a:gd name="csX30" fmla="*/ 47685 w 301862"/>
                <a:gd name="csY30" fmla="*/ 109895 h 403253"/>
                <a:gd name="csX31" fmla="*/ 40271 w 301862"/>
                <a:gd name="csY31" fmla="*/ 116434 h 403253"/>
                <a:gd name="csX32" fmla="*/ 38814 w 301862"/>
                <a:gd name="csY32" fmla="*/ 140728 h 403253"/>
                <a:gd name="csX33" fmla="*/ 14294 w 301862"/>
                <a:gd name="csY33" fmla="*/ 139285 h 403253"/>
                <a:gd name="csX34" fmla="*/ 14202 w 301862"/>
                <a:gd name="csY34" fmla="*/ 116537 h 403253"/>
                <a:gd name="csX35" fmla="*/ 6729 w 301862"/>
                <a:gd name="csY35" fmla="*/ 110062 h 403253"/>
                <a:gd name="csX36" fmla="*/ 9350 w 301862"/>
                <a:gd name="csY36" fmla="*/ 148217 h 403253"/>
                <a:gd name="csX37" fmla="*/ 22321 w 301862"/>
                <a:gd name="csY37" fmla="*/ 154431 h 403253"/>
                <a:gd name="csX38" fmla="*/ 22321 w 301862"/>
                <a:gd name="csY38" fmla="*/ 199237 h 403253"/>
                <a:gd name="csX39" fmla="*/ 39631 w 301862"/>
                <a:gd name="csY39" fmla="*/ 216382 h 403253"/>
                <a:gd name="csX40" fmla="*/ 71123 w 301862"/>
                <a:gd name="csY40" fmla="*/ 216382 h 403253"/>
                <a:gd name="csX41" fmla="*/ 71123 w 301862"/>
                <a:gd name="csY41" fmla="*/ 319791 h 403253"/>
                <a:gd name="csX42" fmla="*/ 31545 w 301862"/>
                <a:gd name="csY42" fmla="*/ 363967 h 403253"/>
                <a:gd name="csX43" fmla="*/ 73604 w 301862"/>
                <a:gd name="csY43" fmla="*/ 403254 h 403253"/>
                <a:gd name="csX44" fmla="*/ 237368 w 301862"/>
                <a:gd name="csY44" fmla="*/ 403254 h 403253"/>
                <a:gd name="csX45" fmla="*/ 279502 w 301862"/>
                <a:gd name="csY45" fmla="*/ 361463 h 403253"/>
                <a:gd name="csX46" fmla="*/ 239849 w 301862"/>
                <a:gd name="csY46" fmla="*/ 319791 h 403253"/>
                <a:gd name="csX47" fmla="*/ 239849 w 301862"/>
                <a:gd name="csY47" fmla="*/ 211500 h 403253"/>
                <a:gd name="csX48" fmla="*/ 262235 w 301862"/>
                <a:gd name="csY48" fmla="*/ 211500 h 403253"/>
                <a:gd name="csX49" fmla="*/ 269625 w 301862"/>
                <a:gd name="csY49" fmla="*/ 218816 h 403253"/>
                <a:gd name="csX50" fmla="*/ 269625 w 301862"/>
                <a:gd name="csY50" fmla="*/ 263617 h 403253"/>
                <a:gd name="csX51" fmla="*/ 247765 w 301862"/>
                <a:gd name="csY51" fmla="*/ 295138 h 403253"/>
                <a:gd name="csX52" fmla="*/ 254181 w 301862"/>
                <a:gd name="csY52" fmla="*/ 308149 h 403253"/>
                <a:gd name="csX53" fmla="*/ 261595 w 301862"/>
                <a:gd name="csY53" fmla="*/ 301609 h 403253"/>
                <a:gd name="csX54" fmla="*/ 263056 w 301862"/>
                <a:gd name="csY54" fmla="*/ 277316 h 403253"/>
                <a:gd name="csX55" fmla="*/ 287576 w 301862"/>
                <a:gd name="csY55" fmla="*/ 278763 h 403253"/>
                <a:gd name="csX56" fmla="*/ 287663 w 301862"/>
                <a:gd name="csY56" fmla="*/ 301511 h 403253"/>
                <a:gd name="csX57" fmla="*/ 295137 w 301862"/>
                <a:gd name="csY57" fmla="*/ 307981 h 403253"/>
                <a:gd name="csX58" fmla="*/ 292510 w 301862"/>
                <a:gd name="csY58" fmla="*/ 269827 h 403253"/>
                <a:gd name="csX59" fmla="*/ 279550 w 301862"/>
                <a:gd name="csY59" fmla="*/ 263617 h 403253"/>
                <a:gd name="csX60" fmla="*/ 145561 w 301862"/>
                <a:gd name="csY60" fmla="*/ 19746 h 403253"/>
                <a:gd name="csX61" fmla="*/ 155486 w 301862"/>
                <a:gd name="csY61" fmla="*/ 9912 h 403253"/>
                <a:gd name="csX62" fmla="*/ 165411 w 301862"/>
                <a:gd name="csY62" fmla="*/ 19746 h 403253"/>
                <a:gd name="csX63" fmla="*/ 155486 w 301862"/>
                <a:gd name="csY63" fmla="*/ 29579 h 403253"/>
                <a:gd name="csX64" fmla="*/ 145556 w 301862"/>
                <a:gd name="csY64" fmla="*/ 19750 h 403253"/>
                <a:gd name="csX65" fmla="*/ 145556 w 301862"/>
                <a:gd name="csY65" fmla="*/ 19746 h 403253"/>
                <a:gd name="csX66" fmla="*/ 81048 w 301862"/>
                <a:gd name="csY66" fmla="*/ 261011 h 403253"/>
                <a:gd name="csX67" fmla="*/ 121617 w 301862"/>
                <a:gd name="csY67" fmla="*/ 261011 h 403253"/>
                <a:gd name="csX68" fmla="*/ 137785 w 301862"/>
                <a:gd name="csY68" fmla="*/ 226963 h 403253"/>
                <a:gd name="csX69" fmla="*/ 152975 w 301862"/>
                <a:gd name="csY69" fmla="*/ 284627 h 403253"/>
                <a:gd name="csX70" fmla="*/ 173475 w 301862"/>
                <a:gd name="csY70" fmla="*/ 242834 h 403253"/>
                <a:gd name="csX71" fmla="*/ 186378 w 301862"/>
                <a:gd name="csY71" fmla="*/ 273171 h 403253"/>
                <a:gd name="csX72" fmla="*/ 196382 w 301862"/>
                <a:gd name="csY72" fmla="*/ 263037 h 403253"/>
                <a:gd name="csX73" fmla="*/ 201206 w 301862"/>
                <a:gd name="csY73" fmla="*/ 261026 h 403253"/>
                <a:gd name="csX74" fmla="*/ 229909 w 301862"/>
                <a:gd name="csY74" fmla="*/ 261026 h 403253"/>
                <a:gd name="csX75" fmla="*/ 229909 w 301862"/>
                <a:gd name="csY75" fmla="*/ 319669 h 403253"/>
                <a:gd name="csX76" fmla="*/ 81033 w 301862"/>
                <a:gd name="csY76" fmla="*/ 319669 h 403253"/>
                <a:gd name="csX77" fmla="*/ 112749 w 301862"/>
                <a:gd name="csY77" fmla="*/ 152498 h 403253"/>
                <a:gd name="csX78" fmla="*/ 95936 w 301862"/>
                <a:gd name="csY78" fmla="*/ 135835 h 403253"/>
                <a:gd name="csX79" fmla="*/ 95936 w 301862"/>
                <a:gd name="csY79" fmla="*/ 80659 h 403253"/>
                <a:gd name="csX80" fmla="*/ 112749 w 301862"/>
                <a:gd name="csY80" fmla="*/ 63996 h 403253"/>
                <a:gd name="csX81" fmla="*/ 198218 w 301862"/>
                <a:gd name="csY81" fmla="*/ 63996 h 403253"/>
                <a:gd name="csX82" fmla="*/ 215037 w 301862"/>
                <a:gd name="csY82" fmla="*/ 80659 h 403253"/>
                <a:gd name="csX83" fmla="*/ 215037 w 301862"/>
                <a:gd name="csY83" fmla="*/ 135835 h 403253"/>
                <a:gd name="csX84" fmla="*/ 198218 w 301862"/>
                <a:gd name="csY84" fmla="*/ 152498 h 403253"/>
                <a:gd name="csX85" fmla="*/ 112749 w 301862"/>
                <a:gd name="csY85" fmla="*/ 152498 h 403253"/>
                <a:gd name="csX86" fmla="*/ 138941 w 301862"/>
                <a:gd name="csY86" fmla="*/ 162332 h 403253"/>
                <a:gd name="csX87" fmla="*/ 173679 w 301862"/>
                <a:gd name="csY87" fmla="*/ 162332 h 403253"/>
                <a:gd name="csX88" fmla="*/ 173679 w 301862"/>
                <a:gd name="csY88" fmla="*/ 177082 h 403253"/>
                <a:gd name="csX89" fmla="*/ 138941 w 301862"/>
                <a:gd name="csY89" fmla="*/ 177082 h 403253"/>
                <a:gd name="csX90" fmla="*/ 129016 w 301862"/>
                <a:gd name="csY90" fmla="*/ 186916 h 403253"/>
                <a:gd name="csX91" fmla="*/ 229924 w 301862"/>
                <a:gd name="csY91" fmla="*/ 186916 h 403253"/>
                <a:gd name="csX92" fmla="*/ 229924 w 301862"/>
                <a:gd name="csY92" fmla="*/ 251178 h 403253"/>
                <a:gd name="csX93" fmla="*/ 201221 w 301862"/>
                <a:gd name="csY93" fmla="*/ 251178 h 403253"/>
                <a:gd name="csX94" fmla="*/ 189742 w 301862"/>
                <a:gd name="csY94" fmla="*/ 255721 h 403253"/>
                <a:gd name="csX95" fmla="*/ 174110 w 301862"/>
                <a:gd name="csY95" fmla="*/ 219012 h 403253"/>
                <a:gd name="csX96" fmla="*/ 155794 w 301862"/>
                <a:gd name="csY96" fmla="*/ 256380 h 403253"/>
                <a:gd name="csX97" fmla="*/ 140469 w 301862"/>
                <a:gd name="csY97" fmla="*/ 198224 h 403253"/>
                <a:gd name="csX98" fmla="*/ 115319 w 301862"/>
                <a:gd name="csY98" fmla="*/ 251178 h 403253"/>
                <a:gd name="csX99" fmla="*/ 81048 w 301862"/>
                <a:gd name="csY99" fmla="*/ 251178 h 403253"/>
                <a:gd name="csX100" fmla="*/ 81048 w 301862"/>
                <a:gd name="csY100" fmla="*/ 186916 h 403253"/>
                <a:gd name="csX101" fmla="*/ 269625 w 301862"/>
                <a:gd name="csY101" fmla="*/ 361461 h 403253"/>
                <a:gd name="csX102" fmla="*/ 237368 w 301862"/>
                <a:gd name="csY102" fmla="*/ 393420 h 403253"/>
                <a:gd name="csX103" fmla="*/ 73604 w 301862"/>
                <a:gd name="csY103" fmla="*/ 393420 h 403253"/>
                <a:gd name="csX104" fmla="*/ 41348 w 301862"/>
                <a:gd name="csY104" fmla="*/ 361461 h 403253"/>
                <a:gd name="csX105" fmla="*/ 73604 w 301862"/>
                <a:gd name="csY105" fmla="*/ 329502 h 403253"/>
                <a:gd name="csX106" fmla="*/ 237368 w 301862"/>
                <a:gd name="csY106" fmla="*/ 329502 h 403253"/>
                <a:gd name="csX107" fmla="*/ 269625 w 301862"/>
                <a:gd name="csY107" fmla="*/ 361461 h 403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01862" h="403253">
                  <a:moveTo>
                    <a:pt x="279550" y="263617"/>
                  </a:moveTo>
                  <a:lnTo>
                    <a:pt x="279550" y="218816"/>
                  </a:lnTo>
                  <a:cubicBezTo>
                    <a:pt x="279539" y="209347"/>
                    <a:pt x="271792" y="201674"/>
                    <a:pt x="262235" y="201666"/>
                  </a:cubicBezTo>
                  <a:lnTo>
                    <a:pt x="239849" y="201666"/>
                  </a:lnTo>
                  <a:lnTo>
                    <a:pt x="239849" y="177082"/>
                  </a:lnTo>
                  <a:lnTo>
                    <a:pt x="183604" y="177082"/>
                  </a:lnTo>
                  <a:lnTo>
                    <a:pt x="183604" y="162332"/>
                  </a:lnTo>
                  <a:lnTo>
                    <a:pt x="198218" y="162332"/>
                  </a:lnTo>
                  <a:cubicBezTo>
                    <a:pt x="212983" y="162318"/>
                    <a:pt x="224948" y="150463"/>
                    <a:pt x="224962" y="135835"/>
                  </a:cubicBezTo>
                  <a:lnTo>
                    <a:pt x="224962" y="80659"/>
                  </a:lnTo>
                  <a:cubicBezTo>
                    <a:pt x="224948" y="66032"/>
                    <a:pt x="212983" y="54177"/>
                    <a:pt x="198218" y="54163"/>
                  </a:cubicBezTo>
                  <a:lnTo>
                    <a:pt x="160449" y="54163"/>
                  </a:lnTo>
                  <a:lnTo>
                    <a:pt x="160449" y="38714"/>
                  </a:lnTo>
                  <a:cubicBezTo>
                    <a:pt x="171063" y="35999"/>
                    <a:pt x="177447" y="25272"/>
                    <a:pt x="174706" y="14755"/>
                  </a:cubicBezTo>
                  <a:cubicBezTo>
                    <a:pt x="171965" y="4238"/>
                    <a:pt x="161138" y="-2086"/>
                    <a:pt x="150523" y="629"/>
                  </a:cubicBezTo>
                  <a:cubicBezTo>
                    <a:pt x="139909" y="3345"/>
                    <a:pt x="133525" y="14072"/>
                    <a:pt x="136266" y="24589"/>
                  </a:cubicBezTo>
                  <a:cubicBezTo>
                    <a:pt x="138071" y="31516"/>
                    <a:pt x="143531" y="36926"/>
                    <a:pt x="150523" y="38714"/>
                  </a:cubicBezTo>
                  <a:lnTo>
                    <a:pt x="150523" y="54163"/>
                  </a:lnTo>
                  <a:lnTo>
                    <a:pt x="112749" y="54163"/>
                  </a:lnTo>
                  <a:cubicBezTo>
                    <a:pt x="97987" y="54179"/>
                    <a:pt x="86024" y="66033"/>
                    <a:pt x="86010" y="80659"/>
                  </a:cubicBezTo>
                  <a:lnTo>
                    <a:pt x="86010" y="135835"/>
                  </a:lnTo>
                  <a:cubicBezTo>
                    <a:pt x="86024" y="150461"/>
                    <a:pt x="97987" y="162316"/>
                    <a:pt x="112749" y="162332"/>
                  </a:cubicBezTo>
                  <a:lnTo>
                    <a:pt x="129016" y="162332"/>
                  </a:lnTo>
                  <a:lnTo>
                    <a:pt x="129016" y="177082"/>
                  </a:lnTo>
                  <a:lnTo>
                    <a:pt x="71123" y="177082"/>
                  </a:lnTo>
                  <a:lnTo>
                    <a:pt x="71123" y="206548"/>
                  </a:lnTo>
                  <a:lnTo>
                    <a:pt x="39631" y="206548"/>
                  </a:lnTo>
                  <a:cubicBezTo>
                    <a:pt x="35555" y="206546"/>
                    <a:pt x="32252" y="203275"/>
                    <a:pt x="32246" y="199237"/>
                  </a:cubicBezTo>
                  <a:lnTo>
                    <a:pt x="32246" y="154431"/>
                  </a:lnTo>
                  <a:cubicBezTo>
                    <a:pt x="47067" y="151707"/>
                    <a:pt x="56854" y="137595"/>
                    <a:pt x="54105" y="122910"/>
                  </a:cubicBezTo>
                  <a:cubicBezTo>
                    <a:pt x="53199" y="118074"/>
                    <a:pt x="50979" y="113574"/>
                    <a:pt x="47685" y="109895"/>
                  </a:cubicBezTo>
                  <a:lnTo>
                    <a:pt x="40271" y="116434"/>
                  </a:lnTo>
                  <a:cubicBezTo>
                    <a:pt x="46640" y="123541"/>
                    <a:pt x="45988" y="134417"/>
                    <a:pt x="38814" y="140728"/>
                  </a:cubicBezTo>
                  <a:cubicBezTo>
                    <a:pt x="31641" y="147038"/>
                    <a:pt x="20663" y="146392"/>
                    <a:pt x="14294" y="139285"/>
                  </a:cubicBezTo>
                  <a:cubicBezTo>
                    <a:pt x="8489" y="132806"/>
                    <a:pt x="8449" y="123062"/>
                    <a:pt x="14202" y="116537"/>
                  </a:cubicBezTo>
                  <a:lnTo>
                    <a:pt x="6729" y="110062"/>
                  </a:lnTo>
                  <a:cubicBezTo>
                    <a:pt x="-3182" y="121315"/>
                    <a:pt x="-2009" y="138398"/>
                    <a:pt x="9350" y="148217"/>
                  </a:cubicBezTo>
                  <a:cubicBezTo>
                    <a:pt x="13034" y="151402"/>
                    <a:pt x="17513" y="153548"/>
                    <a:pt x="22321" y="154431"/>
                  </a:cubicBezTo>
                  <a:lnTo>
                    <a:pt x="22321" y="199237"/>
                  </a:lnTo>
                  <a:cubicBezTo>
                    <a:pt x="22332" y="208703"/>
                    <a:pt x="30076" y="216374"/>
                    <a:pt x="39631" y="216382"/>
                  </a:cubicBezTo>
                  <a:lnTo>
                    <a:pt x="71123" y="216382"/>
                  </a:lnTo>
                  <a:lnTo>
                    <a:pt x="71123" y="319791"/>
                  </a:lnTo>
                  <a:cubicBezTo>
                    <a:pt x="47881" y="321162"/>
                    <a:pt x="30161" y="340940"/>
                    <a:pt x="31545" y="363967"/>
                  </a:cubicBezTo>
                  <a:cubicBezTo>
                    <a:pt x="32869" y="386023"/>
                    <a:pt x="51303" y="403242"/>
                    <a:pt x="73604" y="403254"/>
                  </a:cubicBezTo>
                  <a:lnTo>
                    <a:pt x="237368" y="403254"/>
                  </a:lnTo>
                  <a:cubicBezTo>
                    <a:pt x="260651" y="403241"/>
                    <a:pt x="279515" y="384531"/>
                    <a:pt x="279502" y="361463"/>
                  </a:cubicBezTo>
                  <a:cubicBezTo>
                    <a:pt x="279490" y="339368"/>
                    <a:pt x="262111" y="321104"/>
                    <a:pt x="239849" y="319791"/>
                  </a:cubicBezTo>
                  <a:lnTo>
                    <a:pt x="239849" y="211500"/>
                  </a:lnTo>
                  <a:lnTo>
                    <a:pt x="262235" y="211500"/>
                  </a:lnTo>
                  <a:cubicBezTo>
                    <a:pt x="266312" y="211505"/>
                    <a:pt x="269616" y="214777"/>
                    <a:pt x="269625" y="218816"/>
                  </a:cubicBezTo>
                  <a:lnTo>
                    <a:pt x="269625" y="263617"/>
                  </a:lnTo>
                  <a:cubicBezTo>
                    <a:pt x="254803" y="266341"/>
                    <a:pt x="245017" y="280453"/>
                    <a:pt x="247765" y="295138"/>
                  </a:cubicBezTo>
                  <a:cubicBezTo>
                    <a:pt x="248671" y="299972"/>
                    <a:pt x="250888" y="304470"/>
                    <a:pt x="254181" y="308149"/>
                  </a:cubicBezTo>
                  <a:lnTo>
                    <a:pt x="261595" y="301609"/>
                  </a:lnTo>
                  <a:cubicBezTo>
                    <a:pt x="255228" y="294501"/>
                    <a:pt x="255882" y="283624"/>
                    <a:pt x="263056" y="277316"/>
                  </a:cubicBezTo>
                  <a:cubicBezTo>
                    <a:pt x="270230" y="271007"/>
                    <a:pt x="281209" y="271655"/>
                    <a:pt x="287576" y="278763"/>
                  </a:cubicBezTo>
                  <a:cubicBezTo>
                    <a:pt x="293381" y="285243"/>
                    <a:pt x="293418" y="294988"/>
                    <a:pt x="287663" y="301511"/>
                  </a:cubicBezTo>
                  <a:lnTo>
                    <a:pt x="295137" y="307981"/>
                  </a:lnTo>
                  <a:cubicBezTo>
                    <a:pt x="305046" y="296726"/>
                    <a:pt x="303869" y="279644"/>
                    <a:pt x="292510" y="269827"/>
                  </a:cubicBezTo>
                  <a:cubicBezTo>
                    <a:pt x="288829" y="266645"/>
                    <a:pt x="284353" y="264501"/>
                    <a:pt x="279550" y="263617"/>
                  </a:cubicBezTo>
                  <a:close/>
                  <a:moveTo>
                    <a:pt x="145561" y="19746"/>
                  </a:moveTo>
                  <a:cubicBezTo>
                    <a:pt x="145561" y="14315"/>
                    <a:pt x="150004" y="9912"/>
                    <a:pt x="155486" y="9912"/>
                  </a:cubicBezTo>
                  <a:cubicBezTo>
                    <a:pt x="160968" y="9912"/>
                    <a:pt x="165411" y="14315"/>
                    <a:pt x="165411" y="19746"/>
                  </a:cubicBezTo>
                  <a:cubicBezTo>
                    <a:pt x="165411" y="25177"/>
                    <a:pt x="160968" y="29579"/>
                    <a:pt x="155486" y="29579"/>
                  </a:cubicBezTo>
                  <a:cubicBezTo>
                    <a:pt x="150004" y="29582"/>
                    <a:pt x="145559" y="25182"/>
                    <a:pt x="145556" y="19750"/>
                  </a:cubicBezTo>
                  <a:cubicBezTo>
                    <a:pt x="145556" y="19749"/>
                    <a:pt x="145556" y="19747"/>
                    <a:pt x="145556" y="19746"/>
                  </a:cubicBezTo>
                  <a:close/>
                  <a:moveTo>
                    <a:pt x="81048" y="261011"/>
                  </a:moveTo>
                  <a:lnTo>
                    <a:pt x="121617" y="261011"/>
                  </a:lnTo>
                  <a:lnTo>
                    <a:pt x="137785" y="226963"/>
                  </a:lnTo>
                  <a:lnTo>
                    <a:pt x="152975" y="284627"/>
                  </a:lnTo>
                  <a:lnTo>
                    <a:pt x="173475" y="242834"/>
                  </a:lnTo>
                  <a:lnTo>
                    <a:pt x="186378" y="273171"/>
                  </a:lnTo>
                  <a:lnTo>
                    <a:pt x="196382" y="263037"/>
                  </a:lnTo>
                  <a:cubicBezTo>
                    <a:pt x="197707" y="261834"/>
                    <a:pt x="199411" y="261123"/>
                    <a:pt x="201206" y="261026"/>
                  </a:cubicBezTo>
                  <a:lnTo>
                    <a:pt x="229909" y="261026"/>
                  </a:lnTo>
                  <a:lnTo>
                    <a:pt x="229909" y="319669"/>
                  </a:lnTo>
                  <a:lnTo>
                    <a:pt x="81033" y="319669"/>
                  </a:lnTo>
                  <a:close/>
                  <a:moveTo>
                    <a:pt x="112749" y="152498"/>
                  </a:moveTo>
                  <a:cubicBezTo>
                    <a:pt x="103467" y="152485"/>
                    <a:pt x="95946" y="145032"/>
                    <a:pt x="95936" y="135835"/>
                  </a:cubicBezTo>
                  <a:lnTo>
                    <a:pt x="95936" y="80659"/>
                  </a:lnTo>
                  <a:cubicBezTo>
                    <a:pt x="95946" y="71463"/>
                    <a:pt x="103467" y="64010"/>
                    <a:pt x="112749" y="63996"/>
                  </a:cubicBezTo>
                  <a:lnTo>
                    <a:pt x="198218" y="63996"/>
                  </a:lnTo>
                  <a:cubicBezTo>
                    <a:pt x="207501" y="64010"/>
                    <a:pt x="215023" y="71462"/>
                    <a:pt x="215037" y="80659"/>
                  </a:cubicBezTo>
                  <a:lnTo>
                    <a:pt x="215037" y="135835"/>
                  </a:lnTo>
                  <a:cubicBezTo>
                    <a:pt x="215023" y="145033"/>
                    <a:pt x="207501" y="152485"/>
                    <a:pt x="198218" y="152498"/>
                  </a:cubicBezTo>
                  <a:lnTo>
                    <a:pt x="112749" y="152498"/>
                  </a:lnTo>
                  <a:close/>
                  <a:moveTo>
                    <a:pt x="138941" y="162332"/>
                  </a:moveTo>
                  <a:lnTo>
                    <a:pt x="173679" y="162332"/>
                  </a:lnTo>
                  <a:lnTo>
                    <a:pt x="173679" y="177082"/>
                  </a:lnTo>
                  <a:lnTo>
                    <a:pt x="138941" y="177082"/>
                  </a:lnTo>
                  <a:close/>
                  <a:moveTo>
                    <a:pt x="129016" y="186916"/>
                  </a:moveTo>
                  <a:lnTo>
                    <a:pt x="229924" y="186916"/>
                  </a:lnTo>
                  <a:lnTo>
                    <a:pt x="229924" y="251178"/>
                  </a:lnTo>
                  <a:lnTo>
                    <a:pt x="201221" y="251178"/>
                  </a:lnTo>
                  <a:cubicBezTo>
                    <a:pt x="196965" y="251264"/>
                    <a:pt x="192887" y="252879"/>
                    <a:pt x="189742" y="255721"/>
                  </a:cubicBezTo>
                  <a:lnTo>
                    <a:pt x="174110" y="219012"/>
                  </a:lnTo>
                  <a:lnTo>
                    <a:pt x="155794" y="256380"/>
                  </a:lnTo>
                  <a:lnTo>
                    <a:pt x="140469" y="198224"/>
                  </a:lnTo>
                  <a:lnTo>
                    <a:pt x="115319" y="251178"/>
                  </a:lnTo>
                  <a:lnTo>
                    <a:pt x="81048" y="251178"/>
                  </a:lnTo>
                  <a:lnTo>
                    <a:pt x="81048" y="186916"/>
                  </a:lnTo>
                  <a:close/>
                  <a:moveTo>
                    <a:pt x="269625" y="361461"/>
                  </a:moveTo>
                  <a:cubicBezTo>
                    <a:pt x="269603" y="379102"/>
                    <a:pt x="255174" y="393398"/>
                    <a:pt x="237368" y="393420"/>
                  </a:cubicBezTo>
                  <a:lnTo>
                    <a:pt x="73604" y="393420"/>
                  </a:lnTo>
                  <a:cubicBezTo>
                    <a:pt x="55789" y="393420"/>
                    <a:pt x="41348" y="379112"/>
                    <a:pt x="41348" y="361461"/>
                  </a:cubicBezTo>
                  <a:cubicBezTo>
                    <a:pt x="41348" y="343810"/>
                    <a:pt x="55789" y="329502"/>
                    <a:pt x="73604" y="329502"/>
                  </a:cubicBezTo>
                  <a:lnTo>
                    <a:pt x="237368" y="329502"/>
                  </a:lnTo>
                  <a:cubicBezTo>
                    <a:pt x="255174" y="329524"/>
                    <a:pt x="269603" y="343820"/>
                    <a:pt x="269625" y="361461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C9ACCF-7E63-A24B-B34E-96B96EA49403}"/>
                </a:ext>
              </a:extLst>
            </p:cNvPr>
            <p:cNvSpPr/>
            <p:nvPr/>
          </p:nvSpPr>
          <p:spPr>
            <a:xfrm>
              <a:off x="5153836" y="5471085"/>
              <a:ext cx="42677" cy="42284"/>
            </a:xfrm>
            <a:custGeom>
              <a:avLst/>
              <a:gdLst>
                <a:gd name="csX0" fmla="*/ 42678 w 42677"/>
                <a:gd name="csY0" fmla="*/ 21142 h 42284"/>
                <a:gd name="csX1" fmla="*/ 21339 w 42677"/>
                <a:gd name="csY1" fmla="*/ 0 h 42284"/>
                <a:gd name="csX2" fmla="*/ 0 w 42677"/>
                <a:gd name="csY2" fmla="*/ 21142 h 42284"/>
                <a:gd name="csX3" fmla="*/ 21339 w 42677"/>
                <a:gd name="csY3" fmla="*/ 42284 h 42284"/>
                <a:gd name="csX4" fmla="*/ 42678 w 42677"/>
                <a:gd name="csY4" fmla="*/ 21142 h 42284"/>
                <a:gd name="csX5" fmla="*/ 21339 w 42677"/>
                <a:gd name="csY5" fmla="*/ 35892 h 42284"/>
                <a:gd name="csX6" fmla="*/ 6451 w 42677"/>
                <a:gd name="csY6" fmla="*/ 21142 h 42284"/>
                <a:gd name="csX7" fmla="*/ 21339 w 42677"/>
                <a:gd name="csY7" fmla="*/ 6392 h 42284"/>
                <a:gd name="csX8" fmla="*/ 36227 w 42677"/>
                <a:gd name="csY8" fmla="*/ 21142 h 42284"/>
                <a:gd name="csX9" fmla="*/ 21339 w 42677"/>
                <a:gd name="csY9" fmla="*/ 35892 h 42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77" h="42284">
                  <a:moveTo>
                    <a:pt x="42678" y="21142"/>
                  </a:moveTo>
                  <a:cubicBezTo>
                    <a:pt x="42678" y="9466"/>
                    <a:pt x="33124" y="0"/>
                    <a:pt x="21339" y="0"/>
                  </a:cubicBezTo>
                  <a:cubicBezTo>
                    <a:pt x="9554" y="0"/>
                    <a:pt x="0" y="9466"/>
                    <a:pt x="0" y="21142"/>
                  </a:cubicBezTo>
                  <a:cubicBezTo>
                    <a:pt x="0" y="32818"/>
                    <a:pt x="9554" y="42284"/>
                    <a:pt x="21339" y="42284"/>
                  </a:cubicBezTo>
                  <a:cubicBezTo>
                    <a:pt x="33124" y="42284"/>
                    <a:pt x="42678" y="32818"/>
                    <a:pt x="42678" y="21142"/>
                  </a:cubicBezTo>
                  <a:close/>
                  <a:moveTo>
                    <a:pt x="21339" y="35892"/>
                  </a:moveTo>
                  <a:cubicBezTo>
                    <a:pt x="13116" y="35892"/>
                    <a:pt x="6451" y="29289"/>
                    <a:pt x="6451" y="21142"/>
                  </a:cubicBezTo>
                  <a:cubicBezTo>
                    <a:pt x="6451" y="12996"/>
                    <a:pt x="13116" y="6392"/>
                    <a:pt x="21339" y="6392"/>
                  </a:cubicBezTo>
                  <a:cubicBezTo>
                    <a:pt x="29561" y="6392"/>
                    <a:pt x="36227" y="12996"/>
                    <a:pt x="36227" y="21142"/>
                  </a:cubicBezTo>
                  <a:cubicBezTo>
                    <a:pt x="36227" y="29289"/>
                    <a:pt x="29561" y="35892"/>
                    <a:pt x="21339" y="35892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75DEE4-461E-D5F0-BF79-5B985D5B0551}"/>
                </a:ext>
              </a:extLst>
            </p:cNvPr>
            <p:cNvSpPr/>
            <p:nvPr/>
          </p:nvSpPr>
          <p:spPr>
            <a:xfrm>
              <a:off x="5167731" y="5484852"/>
              <a:ext cx="14887" cy="14750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048AAD7-E964-8CAF-146E-7ADC672D3F2C}"/>
                </a:ext>
              </a:extLst>
            </p:cNvPr>
            <p:cNvSpPr/>
            <p:nvPr/>
          </p:nvSpPr>
          <p:spPr>
            <a:xfrm>
              <a:off x="5104210" y="5471085"/>
              <a:ext cx="42677" cy="42284"/>
            </a:xfrm>
            <a:custGeom>
              <a:avLst/>
              <a:gdLst>
                <a:gd name="csX0" fmla="*/ 21339 w 42677"/>
                <a:gd name="csY0" fmla="*/ 0 h 42284"/>
                <a:gd name="csX1" fmla="*/ 0 w 42677"/>
                <a:gd name="csY1" fmla="*/ 21142 h 42284"/>
                <a:gd name="csX2" fmla="*/ 21339 w 42677"/>
                <a:gd name="csY2" fmla="*/ 42284 h 42284"/>
                <a:gd name="csX3" fmla="*/ 42678 w 42677"/>
                <a:gd name="csY3" fmla="*/ 21142 h 42284"/>
                <a:gd name="csX4" fmla="*/ 21339 w 42677"/>
                <a:gd name="csY4" fmla="*/ 0 h 42284"/>
                <a:gd name="csX5" fmla="*/ 21339 w 42677"/>
                <a:gd name="csY5" fmla="*/ 35892 h 42284"/>
                <a:gd name="csX6" fmla="*/ 6451 w 42677"/>
                <a:gd name="csY6" fmla="*/ 21142 h 42284"/>
                <a:gd name="csX7" fmla="*/ 21339 w 42677"/>
                <a:gd name="csY7" fmla="*/ 6392 h 42284"/>
                <a:gd name="csX8" fmla="*/ 36227 w 42677"/>
                <a:gd name="csY8" fmla="*/ 21142 h 42284"/>
                <a:gd name="csX9" fmla="*/ 21339 w 42677"/>
                <a:gd name="csY9" fmla="*/ 35892 h 42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77" h="42284">
                  <a:moveTo>
                    <a:pt x="21339" y="0"/>
                  </a:moveTo>
                  <a:cubicBezTo>
                    <a:pt x="9554" y="0"/>
                    <a:pt x="0" y="9466"/>
                    <a:pt x="0" y="21142"/>
                  </a:cubicBezTo>
                  <a:cubicBezTo>
                    <a:pt x="0" y="32818"/>
                    <a:pt x="9554" y="42284"/>
                    <a:pt x="21339" y="42284"/>
                  </a:cubicBezTo>
                  <a:cubicBezTo>
                    <a:pt x="33124" y="42284"/>
                    <a:pt x="42678" y="32818"/>
                    <a:pt x="42678" y="21142"/>
                  </a:cubicBezTo>
                  <a:cubicBezTo>
                    <a:pt x="42678" y="9466"/>
                    <a:pt x="33124" y="0"/>
                    <a:pt x="21339" y="0"/>
                  </a:cubicBezTo>
                  <a:close/>
                  <a:moveTo>
                    <a:pt x="21339" y="35892"/>
                  </a:moveTo>
                  <a:cubicBezTo>
                    <a:pt x="13116" y="35892"/>
                    <a:pt x="6451" y="29289"/>
                    <a:pt x="6451" y="21142"/>
                  </a:cubicBezTo>
                  <a:cubicBezTo>
                    <a:pt x="6451" y="12996"/>
                    <a:pt x="13116" y="6392"/>
                    <a:pt x="21339" y="6392"/>
                  </a:cubicBezTo>
                  <a:cubicBezTo>
                    <a:pt x="29561" y="6392"/>
                    <a:pt x="36227" y="12996"/>
                    <a:pt x="36227" y="21142"/>
                  </a:cubicBezTo>
                  <a:cubicBezTo>
                    <a:pt x="36227" y="29289"/>
                    <a:pt x="29561" y="35892"/>
                    <a:pt x="21339" y="35892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41604EE-D879-8FE9-9AA3-9F91949F71A1}"/>
                </a:ext>
              </a:extLst>
            </p:cNvPr>
            <p:cNvSpPr/>
            <p:nvPr/>
          </p:nvSpPr>
          <p:spPr>
            <a:xfrm>
              <a:off x="5118105" y="5484852"/>
              <a:ext cx="14887" cy="14750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4B8DF0E-262B-964F-7892-29C452F7557D}"/>
                </a:ext>
              </a:extLst>
            </p:cNvPr>
            <p:cNvSpPr/>
            <p:nvPr/>
          </p:nvSpPr>
          <p:spPr>
            <a:xfrm>
              <a:off x="5140442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3D7D6E9-9D5D-6947-2AD5-C15D4E580DA3}"/>
                </a:ext>
              </a:extLst>
            </p:cNvPr>
            <p:cNvSpPr/>
            <p:nvPr/>
          </p:nvSpPr>
          <p:spPr>
            <a:xfrm>
              <a:off x="5068485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5EB96D4-73CF-44A7-B183-9FC35B2C37B0}"/>
                </a:ext>
              </a:extLst>
            </p:cNvPr>
            <p:cNvSpPr/>
            <p:nvPr/>
          </p:nvSpPr>
          <p:spPr>
            <a:xfrm>
              <a:off x="5212398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F7D6A7D5-DE30-2120-901F-EFB90AE4C689}"/>
              </a:ext>
            </a:extLst>
          </p:cNvPr>
          <p:cNvSpPr txBox="1"/>
          <p:nvPr/>
        </p:nvSpPr>
        <p:spPr>
          <a:xfrm>
            <a:off x="5553596" y="4586011"/>
            <a:ext cx="1256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DB Online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9AEA48-2F30-99FF-7E3A-FE87B6C2409B}"/>
              </a:ext>
            </a:extLst>
          </p:cNvPr>
          <p:cNvSpPr txBox="1"/>
          <p:nvPr/>
        </p:nvSpPr>
        <p:spPr>
          <a:xfrm rot="10800000" flipV="1">
            <a:off x="10229004" y="1417605"/>
            <a:ext cx="1090299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Ignore if its new DB request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28" name="Graphic 172" descr="Database outline">
            <a:extLst>
              <a:ext uri="{FF2B5EF4-FFF2-40B4-BE49-F238E27FC236}">
                <a16:creationId xmlns:a16="http://schemas.microsoft.com/office/drawing/2014/main" id="{D03C6D66-F375-BF12-4F49-5C4EA44B3863}"/>
              </a:ext>
            </a:extLst>
          </p:cNvPr>
          <p:cNvGrpSpPr/>
          <p:nvPr/>
        </p:nvGrpSpPr>
        <p:grpSpPr>
          <a:xfrm>
            <a:off x="10686764" y="932042"/>
            <a:ext cx="277811" cy="352053"/>
            <a:chOff x="6420991" y="1930381"/>
            <a:chExt cx="277811" cy="3520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B00C44-7B7B-1FD4-009F-F70063E40FFA}"/>
                </a:ext>
              </a:extLst>
            </p:cNvPr>
            <p:cNvSpPr/>
            <p:nvPr/>
          </p:nvSpPr>
          <p:spPr>
            <a:xfrm>
              <a:off x="6420991" y="1930381"/>
              <a:ext cx="277811" cy="352053"/>
            </a:xfrm>
            <a:custGeom>
              <a:avLst/>
              <a:gdLst>
                <a:gd name="csX0" fmla="*/ 277812 w 277811"/>
                <a:gd name="csY0" fmla="*/ 311432 h 352053"/>
                <a:gd name="csX1" fmla="*/ 277812 w 277811"/>
                <a:gd name="csY1" fmla="*/ 40622 h 352053"/>
                <a:gd name="csX2" fmla="*/ 138906 w 277811"/>
                <a:gd name="csY2" fmla="*/ 0 h 352053"/>
                <a:gd name="csX3" fmla="*/ 0 w 277811"/>
                <a:gd name="csY3" fmla="*/ 40622 h 352053"/>
                <a:gd name="csX4" fmla="*/ 0 w 277811"/>
                <a:gd name="csY4" fmla="*/ 311432 h 352053"/>
                <a:gd name="csX5" fmla="*/ 138906 w 277811"/>
                <a:gd name="csY5" fmla="*/ 352054 h 352053"/>
                <a:gd name="csX6" fmla="*/ 277812 w 277811"/>
                <a:gd name="csY6" fmla="*/ 311432 h 352053"/>
                <a:gd name="csX7" fmla="*/ 138906 w 277811"/>
                <a:gd name="csY7" fmla="*/ 9027 h 352053"/>
                <a:gd name="csX8" fmla="*/ 268232 w 277811"/>
                <a:gd name="csY8" fmla="*/ 40622 h 352053"/>
                <a:gd name="csX9" fmla="*/ 138906 w 277811"/>
                <a:gd name="csY9" fmla="*/ 72216 h 352053"/>
                <a:gd name="csX10" fmla="*/ 9580 w 277811"/>
                <a:gd name="csY10" fmla="*/ 40622 h 352053"/>
                <a:gd name="csX11" fmla="*/ 138906 w 277811"/>
                <a:gd name="csY11" fmla="*/ 9027 h 352053"/>
                <a:gd name="csX12" fmla="*/ 9580 w 277811"/>
                <a:gd name="csY12" fmla="*/ 56238 h 352053"/>
                <a:gd name="csX13" fmla="*/ 138906 w 277811"/>
                <a:gd name="csY13" fmla="*/ 81243 h 352053"/>
                <a:gd name="csX14" fmla="*/ 268232 w 277811"/>
                <a:gd name="csY14" fmla="*/ 56238 h 352053"/>
                <a:gd name="csX15" fmla="*/ 268232 w 277811"/>
                <a:gd name="csY15" fmla="*/ 130892 h 352053"/>
                <a:gd name="csX16" fmla="*/ 138906 w 277811"/>
                <a:gd name="csY16" fmla="*/ 162486 h 352053"/>
                <a:gd name="csX17" fmla="*/ 9580 w 277811"/>
                <a:gd name="csY17" fmla="*/ 130892 h 352053"/>
                <a:gd name="csX18" fmla="*/ 9580 w 277811"/>
                <a:gd name="csY18" fmla="*/ 146509 h 352053"/>
                <a:gd name="csX19" fmla="*/ 138906 w 277811"/>
                <a:gd name="csY19" fmla="*/ 171513 h 352053"/>
                <a:gd name="csX20" fmla="*/ 268232 w 277811"/>
                <a:gd name="csY20" fmla="*/ 146509 h 352053"/>
                <a:gd name="csX21" fmla="*/ 268232 w 277811"/>
                <a:gd name="csY21" fmla="*/ 221162 h 352053"/>
                <a:gd name="csX22" fmla="*/ 138906 w 277811"/>
                <a:gd name="csY22" fmla="*/ 252757 h 352053"/>
                <a:gd name="csX23" fmla="*/ 9580 w 277811"/>
                <a:gd name="csY23" fmla="*/ 221162 h 352053"/>
                <a:gd name="csX24" fmla="*/ 9580 w 277811"/>
                <a:gd name="csY24" fmla="*/ 311432 h 352053"/>
                <a:gd name="csX25" fmla="*/ 9580 w 277811"/>
                <a:gd name="csY25" fmla="*/ 236779 h 352053"/>
                <a:gd name="csX26" fmla="*/ 138906 w 277811"/>
                <a:gd name="csY26" fmla="*/ 261784 h 352053"/>
                <a:gd name="csX27" fmla="*/ 268232 w 277811"/>
                <a:gd name="csY27" fmla="*/ 236779 h 352053"/>
                <a:gd name="csX28" fmla="*/ 268232 w 277811"/>
                <a:gd name="csY28" fmla="*/ 311432 h 352053"/>
                <a:gd name="csX29" fmla="*/ 138906 w 277811"/>
                <a:gd name="csY29" fmla="*/ 343027 h 352053"/>
                <a:gd name="csX30" fmla="*/ 9580 w 277811"/>
                <a:gd name="csY30" fmla="*/ 311432 h 352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77811" h="352053">
                  <a:moveTo>
                    <a:pt x="277812" y="311432"/>
                  </a:moveTo>
                  <a:lnTo>
                    <a:pt x="277812" y="40622"/>
                  </a:lnTo>
                  <a:cubicBezTo>
                    <a:pt x="277812" y="14236"/>
                    <a:pt x="206246" y="0"/>
                    <a:pt x="138906" y="0"/>
                  </a:cubicBezTo>
                  <a:cubicBezTo>
                    <a:pt x="71565" y="0"/>
                    <a:pt x="0" y="14236"/>
                    <a:pt x="0" y="40622"/>
                  </a:cubicBezTo>
                  <a:lnTo>
                    <a:pt x="0" y="311432"/>
                  </a:lnTo>
                  <a:cubicBezTo>
                    <a:pt x="0" y="337818"/>
                    <a:pt x="71565" y="352054"/>
                    <a:pt x="138906" y="352054"/>
                  </a:cubicBezTo>
                  <a:cubicBezTo>
                    <a:pt x="206246" y="352054"/>
                    <a:pt x="277812" y="337818"/>
                    <a:pt x="277812" y="311432"/>
                  </a:cubicBezTo>
                  <a:close/>
                  <a:moveTo>
                    <a:pt x="138906" y="9027"/>
                  </a:moveTo>
                  <a:cubicBezTo>
                    <a:pt x="212923" y="9027"/>
                    <a:pt x="268232" y="25727"/>
                    <a:pt x="268232" y="40622"/>
                  </a:cubicBezTo>
                  <a:cubicBezTo>
                    <a:pt x="268232" y="55516"/>
                    <a:pt x="212923" y="72216"/>
                    <a:pt x="138906" y="72216"/>
                  </a:cubicBezTo>
                  <a:cubicBezTo>
                    <a:pt x="64888" y="72216"/>
                    <a:pt x="9580" y="55516"/>
                    <a:pt x="9580" y="40622"/>
                  </a:cubicBezTo>
                  <a:cubicBezTo>
                    <a:pt x="9580" y="25727"/>
                    <a:pt x="64888" y="9027"/>
                    <a:pt x="138906" y="9027"/>
                  </a:cubicBezTo>
                  <a:close/>
                  <a:moveTo>
                    <a:pt x="9580" y="56238"/>
                  </a:moveTo>
                  <a:cubicBezTo>
                    <a:pt x="31273" y="72577"/>
                    <a:pt x="86375" y="81243"/>
                    <a:pt x="138906" y="81243"/>
                  </a:cubicBezTo>
                  <a:cubicBezTo>
                    <a:pt x="191436" y="81243"/>
                    <a:pt x="246539" y="72577"/>
                    <a:pt x="268232" y="56238"/>
                  </a:cubicBezTo>
                  <a:lnTo>
                    <a:pt x="268232" y="130892"/>
                  </a:lnTo>
                  <a:cubicBezTo>
                    <a:pt x="268232" y="145786"/>
                    <a:pt x="212923" y="162486"/>
                    <a:pt x="138906" y="162486"/>
                  </a:cubicBezTo>
                  <a:cubicBezTo>
                    <a:pt x="64888" y="162486"/>
                    <a:pt x="9580" y="145786"/>
                    <a:pt x="9580" y="130892"/>
                  </a:cubicBezTo>
                  <a:close/>
                  <a:moveTo>
                    <a:pt x="9580" y="146509"/>
                  </a:moveTo>
                  <a:cubicBezTo>
                    <a:pt x="31273" y="162847"/>
                    <a:pt x="86375" y="171513"/>
                    <a:pt x="138906" y="171513"/>
                  </a:cubicBezTo>
                  <a:cubicBezTo>
                    <a:pt x="191436" y="171513"/>
                    <a:pt x="246539" y="162847"/>
                    <a:pt x="268232" y="146509"/>
                  </a:cubicBezTo>
                  <a:lnTo>
                    <a:pt x="268232" y="221162"/>
                  </a:lnTo>
                  <a:cubicBezTo>
                    <a:pt x="268232" y="236057"/>
                    <a:pt x="212923" y="252757"/>
                    <a:pt x="138906" y="252757"/>
                  </a:cubicBezTo>
                  <a:cubicBezTo>
                    <a:pt x="64888" y="252757"/>
                    <a:pt x="9580" y="236057"/>
                    <a:pt x="9580" y="221162"/>
                  </a:cubicBezTo>
                  <a:close/>
                  <a:moveTo>
                    <a:pt x="9580" y="311432"/>
                  </a:moveTo>
                  <a:lnTo>
                    <a:pt x="9580" y="236779"/>
                  </a:lnTo>
                  <a:cubicBezTo>
                    <a:pt x="31273" y="253118"/>
                    <a:pt x="86375" y="261784"/>
                    <a:pt x="138906" y="261784"/>
                  </a:cubicBezTo>
                  <a:cubicBezTo>
                    <a:pt x="191436" y="261784"/>
                    <a:pt x="246539" y="253118"/>
                    <a:pt x="268232" y="236779"/>
                  </a:cubicBezTo>
                  <a:lnTo>
                    <a:pt x="268232" y="311432"/>
                  </a:lnTo>
                  <a:cubicBezTo>
                    <a:pt x="268232" y="326327"/>
                    <a:pt x="212923" y="343027"/>
                    <a:pt x="138906" y="343027"/>
                  </a:cubicBezTo>
                  <a:cubicBezTo>
                    <a:pt x="64888" y="343027"/>
                    <a:pt x="9580" y="326327"/>
                    <a:pt x="9580" y="31143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51FC8E8-6803-01D9-8AFF-4B93E60E157A}"/>
                </a:ext>
              </a:extLst>
            </p:cNvPr>
            <p:cNvSpPr/>
            <p:nvPr/>
          </p:nvSpPr>
          <p:spPr>
            <a:xfrm>
              <a:off x="6646114" y="203870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917D1BB-6DA8-B3C8-4C20-090844130146}"/>
                </a:ext>
              </a:extLst>
            </p:cNvPr>
            <p:cNvSpPr/>
            <p:nvPr/>
          </p:nvSpPr>
          <p:spPr>
            <a:xfrm>
              <a:off x="6646114" y="212897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36070-5530-D63C-1CD0-4BF0B411EF7A}"/>
                </a:ext>
              </a:extLst>
            </p:cNvPr>
            <p:cNvSpPr/>
            <p:nvPr/>
          </p:nvSpPr>
          <p:spPr>
            <a:xfrm>
              <a:off x="6646114" y="221924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A6F2549-C2C3-41F7-DC11-C6F0466B5D30}"/>
              </a:ext>
            </a:extLst>
          </p:cNvPr>
          <p:cNvSpPr txBox="1"/>
          <p:nvPr/>
        </p:nvSpPr>
        <p:spPr>
          <a:xfrm>
            <a:off x="9004246" y="3457999"/>
            <a:ext cx="944940" cy="4322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sz="1100" kern="0" err="1">
                <a:solidFill>
                  <a:srgbClr val="000000"/>
                </a:solidFill>
              </a:rPr>
              <a:t>ValidationAgent</a:t>
            </a:r>
            <a:endParaRPr lang="en-US" sz="1100" b="1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39" name="Graphic 131" descr="Robot outline">
            <a:extLst>
              <a:ext uri="{FF2B5EF4-FFF2-40B4-BE49-F238E27FC236}">
                <a16:creationId xmlns:a16="http://schemas.microsoft.com/office/drawing/2014/main" id="{3F5FC643-0169-7C41-8872-2DA8836BDA0B}"/>
              </a:ext>
            </a:extLst>
          </p:cNvPr>
          <p:cNvGrpSpPr/>
          <p:nvPr/>
        </p:nvGrpSpPr>
        <p:grpSpPr>
          <a:xfrm>
            <a:off x="9293022" y="2966113"/>
            <a:ext cx="315341" cy="421260"/>
            <a:chOff x="9257793" y="2566684"/>
            <a:chExt cx="315341" cy="421260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D81F492-DB9C-376D-0146-34D99E35C1B4}"/>
                </a:ext>
              </a:extLst>
            </p:cNvPr>
            <p:cNvSpPr/>
            <p:nvPr/>
          </p:nvSpPr>
          <p:spPr>
            <a:xfrm>
              <a:off x="9257793" y="2566684"/>
              <a:ext cx="315341" cy="421260"/>
            </a:xfrm>
            <a:custGeom>
              <a:avLst/>
              <a:gdLst>
                <a:gd name="csX0" fmla="*/ 292032 w 315341"/>
                <a:gd name="csY0" fmla="*/ 275389 h 421260"/>
                <a:gd name="csX1" fmla="*/ 292032 w 315341"/>
                <a:gd name="csY1" fmla="*/ 228587 h 421260"/>
                <a:gd name="csX2" fmla="*/ 273945 w 315341"/>
                <a:gd name="csY2" fmla="*/ 210671 h 421260"/>
                <a:gd name="csX3" fmla="*/ 250559 w 315341"/>
                <a:gd name="csY3" fmla="*/ 210671 h 421260"/>
                <a:gd name="csX4" fmla="*/ 250559 w 315341"/>
                <a:gd name="csY4" fmla="*/ 184990 h 421260"/>
                <a:gd name="csX5" fmla="*/ 191802 w 315341"/>
                <a:gd name="csY5" fmla="*/ 184990 h 421260"/>
                <a:gd name="csX6" fmla="*/ 191802 w 315341"/>
                <a:gd name="csY6" fmla="*/ 169581 h 421260"/>
                <a:gd name="csX7" fmla="*/ 207070 w 315341"/>
                <a:gd name="csY7" fmla="*/ 169581 h 421260"/>
                <a:gd name="csX8" fmla="*/ 235007 w 315341"/>
                <a:gd name="csY8" fmla="*/ 141901 h 421260"/>
                <a:gd name="csX9" fmla="*/ 235007 w 315341"/>
                <a:gd name="csY9" fmla="*/ 84261 h 421260"/>
                <a:gd name="csX10" fmla="*/ 207070 w 315341"/>
                <a:gd name="csY10" fmla="*/ 56581 h 421260"/>
                <a:gd name="csX11" fmla="*/ 167613 w 315341"/>
                <a:gd name="csY11" fmla="*/ 56581 h 421260"/>
                <a:gd name="csX12" fmla="*/ 167613 w 315341"/>
                <a:gd name="csY12" fmla="*/ 40443 h 421260"/>
                <a:gd name="csX13" fmla="*/ 182507 w 315341"/>
                <a:gd name="csY13" fmla="*/ 15414 h 421260"/>
                <a:gd name="csX14" fmla="*/ 157245 w 315341"/>
                <a:gd name="csY14" fmla="*/ 657 h 421260"/>
                <a:gd name="csX15" fmla="*/ 142351 w 315341"/>
                <a:gd name="csY15" fmla="*/ 25687 h 421260"/>
                <a:gd name="csX16" fmla="*/ 157245 w 315341"/>
                <a:gd name="csY16" fmla="*/ 40443 h 421260"/>
                <a:gd name="csX17" fmla="*/ 157245 w 315341"/>
                <a:gd name="csY17" fmla="*/ 56581 h 421260"/>
                <a:gd name="csX18" fmla="*/ 117783 w 315341"/>
                <a:gd name="csY18" fmla="*/ 56581 h 421260"/>
                <a:gd name="csX19" fmla="*/ 89851 w 315341"/>
                <a:gd name="csY19" fmla="*/ 84261 h 421260"/>
                <a:gd name="csX20" fmla="*/ 89851 w 315341"/>
                <a:gd name="csY20" fmla="*/ 141901 h 421260"/>
                <a:gd name="csX21" fmla="*/ 117783 w 315341"/>
                <a:gd name="csY21" fmla="*/ 169581 h 421260"/>
                <a:gd name="csX22" fmla="*/ 134777 w 315341"/>
                <a:gd name="csY22" fmla="*/ 169581 h 421260"/>
                <a:gd name="csX23" fmla="*/ 134777 w 315341"/>
                <a:gd name="csY23" fmla="*/ 184990 h 421260"/>
                <a:gd name="csX24" fmla="*/ 74299 w 315341"/>
                <a:gd name="csY24" fmla="*/ 184990 h 421260"/>
                <a:gd name="csX25" fmla="*/ 74299 w 315341"/>
                <a:gd name="csY25" fmla="*/ 215772 h 421260"/>
                <a:gd name="csX26" fmla="*/ 41400 w 315341"/>
                <a:gd name="csY26" fmla="*/ 215772 h 421260"/>
                <a:gd name="csX27" fmla="*/ 33686 w 315341"/>
                <a:gd name="csY27" fmla="*/ 208134 h 421260"/>
                <a:gd name="csX28" fmla="*/ 33686 w 315341"/>
                <a:gd name="csY28" fmla="*/ 161327 h 421260"/>
                <a:gd name="csX29" fmla="*/ 56521 w 315341"/>
                <a:gd name="csY29" fmla="*/ 128399 h 421260"/>
                <a:gd name="csX30" fmla="*/ 49814 w 315341"/>
                <a:gd name="csY30" fmla="*/ 114802 h 421260"/>
                <a:gd name="csX31" fmla="*/ 42069 w 315341"/>
                <a:gd name="csY31" fmla="*/ 121633 h 421260"/>
                <a:gd name="csX32" fmla="*/ 40547 w 315341"/>
                <a:gd name="csY32" fmla="*/ 147012 h 421260"/>
                <a:gd name="csX33" fmla="*/ 14933 w 315341"/>
                <a:gd name="csY33" fmla="*/ 145505 h 421260"/>
                <a:gd name="csX34" fmla="*/ 14837 w 315341"/>
                <a:gd name="csY34" fmla="*/ 121741 h 421260"/>
                <a:gd name="csX35" fmla="*/ 7029 w 315341"/>
                <a:gd name="csY35" fmla="*/ 114976 h 421260"/>
                <a:gd name="csX36" fmla="*/ 9767 w 315341"/>
                <a:gd name="csY36" fmla="*/ 154835 h 421260"/>
                <a:gd name="csX37" fmla="*/ 23318 w 315341"/>
                <a:gd name="csY37" fmla="*/ 161327 h 421260"/>
                <a:gd name="csX38" fmla="*/ 23318 w 315341"/>
                <a:gd name="csY38" fmla="*/ 208134 h 421260"/>
                <a:gd name="csX39" fmla="*/ 41400 w 315341"/>
                <a:gd name="csY39" fmla="*/ 226044 h 421260"/>
                <a:gd name="csX40" fmla="*/ 74299 w 315341"/>
                <a:gd name="csY40" fmla="*/ 226044 h 421260"/>
                <a:gd name="csX41" fmla="*/ 74299 w 315341"/>
                <a:gd name="csY41" fmla="*/ 334071 h 421260"/>
                <a:gd name="csX42" fmla="*/ 32953 w 315341"/>
                <a:gd name="csY42" fmla="*/ 380219 h 421260"/>
                <a:gd name="csX43" fmla="*/ 76891 w 315341"/>
                <a:gd name="csY43" fmla="*/ 421260 h 421260"/>
                <a:gd name="csX44" fmla="*/ 247967 w 315341"/>
                <a:gd name="csY44" fmla="*/ 421260 h 421260"/>
                <a:gd name="csX45" fmla="*/ 291983 w 315341"/>
                <a:gd name="csY45" fmla="*/ 377604 h 421260"/>
                <a:gd name="csX46" fmla="*/ 250559 w 315341"/>
                <a:gd name="csY46" fmla="*/ 334071 h 421260"/>
                <a:gd name="csX47" fmla="*/ 250559 w 315341"/>
                <a:gd name="csY47" fmla="*/ 220944 h 421260"/>
                <a:gd name="csX48" fmla="*/ 273945 w 315341"/>
                <a:gd name="csY48" fmla="*/ 220944 h 421260"/>
                <a:gd name="csX49" fmla="*/ 281664 w 315341"/>
                <a:gd name="csY49" fmla="*/ 228587 h 421260"/>
                <a:gd name="csX50" fmla="*/ 281664 w 315341"/>
                <a:gd name="csY50" fmla="*/ 275389 h 421260"/>
                <a:gd name="csX51" fmla="*/ 258829 w 315341"/>
                <a:gd name="csY51" fmla="*/ 308317 h 421260"/>
                <a:gd name="csX52" fmla="*/ 265531 w 315341"/>
                <a:gd name="csY52" fmla="*/ 321909 h 421260"/>
                <a:gd name="csX53" fmla="*/ 273276 w 315341"/>
                <a:gd name="csY53" fmla="*/ 315077 h 421260"/>
                <a:gd name="csX54" fmla="*/ 274802 w 315341"/>
                <a:gd name="csY54" fmla="*/ 289699 h 421260"/>
                <a:gd name="csX55" fmla="*/ 300417 w 315341"/>
                <a:gd name="csY55" fmla="*/ 291211 h 421260"/>
                <a:gd name="csX56" fmla="*/ 300508 w 315341"/>
                <a:gd name="csY56" fmla="*/ 314975 h 421260"/>
                <a:gd name="csX57" fmla="*/ 308316 w 315341"/>
                <a:gd name="csY57" fmla="*/ 321734 h 421260"/>
                <a:gd name="csX58" fmla="*/ 305571 w 315341"/>
                <a:gd name="csY58" fmla="*/ 281876 h 421260"/>
                <a:gd name="csX59" fmla="*/ 292032 w 315341"/>
                <a:gd name="csY59" fmla="*/ 275389 h 421260"/>
                <a:gd name="csX60" fmla="*/ 152061 w 315341"/>
                <a:gd name="csY60" fmla="*/ 20627 h 421260"/>
                <a:gd name="csX61" fmla="*/ 162429 w 315341"/>
                <a:gd name="csY61" fmla="*/ 10355 h 421260"/>
                <a:gd name="csX62" fmla="*/ 172797 w 315341"/>
                <a:gd name="csY62" fmla="*/ 20627 h 421260"/>
                <a:gd name="csX63" fmla="*/ 162429 w 315341"/>
                <a:gd name="csY63" fmla="*/ 30900 h 421260"/>
                <a:gd name="csX64" fmla="*/ 152056 w 315341"/>
                <a:gd name="csY64" fmla="*/ 20632 h 421260"/>
                <a:gd name="csX65" fmla="*/ 152056 w 315341"/>
                <a:gd name="csY65" fmla="*/ 20627 h 421260"/>
                <a:gd name="csX66" fmla="*/ 84667 w 315341"/>
                <a:gd name="csY66" fmla="*/ 272667 h 421260"/>
                <a:gd name="csX67" fmla="*/ 127047 w 315341"/>
                <a:gd name="csY67" fmla="*/ 272667 h 421260"/>
                <a:gd name="csX68" fmla="*/ 143937 w 315341"/>
                <a:gd name="csY68" fmla="*/ 237098 h 421260"/>
                <a:gd name="csX69" fmla="*/ 159806 w 315341"/>
                <a:gd name="csY69" fmla="*/ 297336 h 421260"/>
                <a:gd name="csX70" fmla="*/ 181221 w 315341"/>
                <a:gd name="csY70" fmla="*/ 253678 h 421260"/>
                <a:gd name="csX71" fmla="*/ 194700 w 315341"/>
                <a:gd name="csY71" fmla="*/ 285369 h 421260"/>
                <a:gd name="csX72" fmla="*/ 205151 w 315341"/>
                <a:gd name="csY72" fmla="*/ 274783 h 421260"/>
                <a:gd name="csX73" fmla="*/ 210190 w 315341"/>
                <a:gd name="csY73" fmla="*/ 272682 h 421260"/>
                <a:gd name="csX74" fmla="*/ 240175 w 315341"/>
                <a:gd name="csY74" fmla="*/ 272682 h 421260"/>
                <a:gd name="csX75" fmla="*/ 240175 w 315341"/>
                <a:gd name="csY75" fmla="*/ 333943 h 421260"/>
                <a:gd name="csX76" fmla="*/ 84651 w 315341"/>
                <a:gd name="csY76" fmla="*/ 333943 h 421260"/>
                <a:gd name="csX77" fmla="*/ 117783 w 315341"/>
                <a:gd name="csY77" fmla="*/ 159308 h 421260"/>
                <a:gd name="csX78" fmla="*/ 100219 w 315341"/>
                <a:gd name="csY78" fmla="*/ 141901 h 421260"/>
                <a:gd name="csX79" fmla="*/ 100219 w 315341"/>
                <a:gd name="csY79" fmla="*/ 84261 h 421260"/>
                <a:gd name="csX80" fmla="*/ 117783 w 315341"/>
                <a:gd name="csY80" fmla="*/ 66854 h 421260"/>
                <a:gd name="csX81" fmla="*/ 207070 w 315341"/>
                <a:gd name="csY81" fmla="*/ 66854 h 421260"/>
                <a:gd name="csX82" fmla="*/ 224639 w 315341"/>
                <a:gd name="csY82" fmla="*/ 84261 h 421260"/>
                <a:gd name="csX83" fmla="*/ 224639 w 315341"/>
                <a:gd name="csY83" fmla="*/ 141901 h 421260"/>
                <a:gd name="csX84" fmla="*/ 207070 w 315341"/>
                <a:gd name="csY84" fmla="*/ 159308 h 421260"/>
                <a:gd name="csX85" fmla="*/ 117783 w 315341"/>
                <a:gd name="csY85" fmla="*/ 159308 h 421260"/>
                <a:gd name="csX86" fmla="*/ 145145 w 315341"/>
                <a:gd name="csY86" fmla="*/ 169581 h 421260"/>
                <a:gd name="csX87" fmla="*/ 181434 w 315341"/>
                <a:gd name="csY87" fmla="*/ 169581 h 421260"/>
                <a:gd name="csX88" fmla="*/ 181434 w 315341"/>
                <a:gd name="csY88" fmla="*/ 184990 h 421260"/>
                <a:gd name="csX89" fmla="*/ 145145 w 315341"/>
                <a:gd name="csY89" fmla="*/ 184990 h 421260"/>
                <a:gd name="csX90" fmla="*/ 134777 w 315341"/>
                <a:gd name="csY90" fmla="*/ 195262 h 421260"/>
                <a:gd name="csX91" fmla="*/ 240191 w 315341"/>
                <a:gd name="csY91" fmla="*/ 195262 h 421260"/>
                <a:gd name="csX92" fmla="*/ 240191 w 315341"/>
                <a:gd name="csY92" fmla="*/ 262394 h 421260"/>
                <a:gd name="csX93" fmla="*/ 210206 w 315341"/>
                <a:gd name="csY93" fmla="*/ 262394 h 421260"/>
                <a:gd name="csX94" fmla="*/ 198215 w 315341"/>
                <a:gd name="csY94" fmla="*/ 267140 h 421260"/>
                <a:gd name="csX95" fmla="*/ 181885 w 315341"/>
                <a:gd name="csY95" fmla="*/ 228792 h 421260"/>
                <a:gd name="csX96" fmla="*/ 162750 w 315341"/>
                <a:gd name="csY96" fmla="*/ 267828 h 421260"/>
                <a:gd name="csX97" fmla="*/ 146742 w 315341"/>
                <a:gd name="csY97" fmla="*/ 207076 h 421260"/>
                <a:gd name="csX98" fmla="*/ 120469 w 315341"/>
                <a:gd name="csY98" fmla="*/ 262394 h 421260"/>
                <a:gd name="csX99" fmla="*/ 84667 w 315341"/>
                <a:gd name="csY99" fmla="*/ 262394 h 421260"/>
                <a:gd name="csX100" fmla="*/ 84667 w 315341"/>
                <a:gd name="csY100" fmla="*/ 195262 h 421260"/>
                <a:gd name="csX101" fmla="*/ 281664 w 315341"/>
                <a:gd name="csY101" fmla="*/ 377602 h 421260"/>
                <a:gd name="csX102" fmla="*/ 247967 w 315341"/>
                <a:gd name="csY102" fmla="*/ 410988 h 421260"/>
                <a:gd name="csX103" fmla="*/ 76891 w 315341"/>
                <a:gd name="csY103" fmla="*/ 410988 h 421260"/>
                <a:gd name="csX104" fmla="*/ 43194 w 315341"/>
                <a:gd name="csY104" fmla="*/ 377602 h 421260"/>
                <a:gd name="csX105" fmla="*/ 76891 w 315341"/>
                <a:gd name="csY105" fmla="*/ 344216 h 421260"/>
                <a:gd name="csX106" fmla="*/ 247967 w 315341"/>
                <a:gd name="csY106" fmla="*/ 344216 h 421260"/>
                <a:gd name="csX107" fmla="*/ 281664 w 315341"/>
                <a:gd name="csY107" fmla="*/ 377602 h 42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15341" h="421260">
                  <a:moveTo>
                    <a:pt x="292032" y="275389"/>
                  </a:moveTo>
                  <a:lnTo>
                    <a:pt x="292032" y="228587"/>
                  </a:lnTo>
                  <a:cubicBezTo>
                    <a:pt x="292021" y="218695"/>
                    <a:pt x="283929" y="210680"/>
                    <a:pt x="273945" y="210671"/>
                  </a:cubicBezTo>
                  <a:lnTo>
                    <a:pt x="250559" y="210671"/>
                  </a:lnTo>
                  <a:lnTo>
                    <a:pt x="250559" y="184990"/>
                  </a:lnTo>
                  <a:lnTo>
                    <a:pt x="191802" y="184990"/>
                  </a:lnTo>
                  <a:lnTo>
                    <a:pt x="191802" y="169581"/>
                  </a:lnTo>
                  <a:lnTo>
                    <a:pt x="207070" y="169581"/>
                  </a:lnTo>
                  <a:cubicBezTo>
                    <a:pt x="222493" y="169566"/>
                    <a:pt x="234992" y="157182"/>
                    <a:pt x="235007" y="141901"/>
                  </a:cubicBezTo>
                  <a:lnTo>
                    <a:pt x="235007" y="84261"/>
                  </a:lnTo>
                  <a:cubicBezTo>
                    <a:pt x="234992" y="68980"/>
                    <a:pt x="222493" y="56596"/>
                    <a:pt x="207070" y="56581"/>
                  </a:cubicBezTo>
                  <a:lnTo>
                    <a:pt x="167613" y="56581"/>
                  </a:lnTo>
                  <a:lnTo>
                    <a:pt x="167613" y="40443"/>
                  </a:lnTo>
                  <a:cubicBezTo>
                    <a:pt x="178702" y="37606"/>
                    <a:pt x="185370" y="26400"/>
                    <a:pt x="182507" y="15414"/>
                  </a:cubicBezTo>
                  <a:cubicBezTo>
                    <a:pt x="179644" y="4427"/>
                    <a:pt x="168334" y="-2179"/>
                    <a:pt x="157245" y="657"/>
                  </a:cubicBezTo>
                  <a:cubicBezTo>
                    <a:pt x="146156" y="3494"/>
                    <a:pt x="139488" y="14700"/>
                    <a:pt x="142351" y="25687"/>
                  </a:cubicBezTo>
                  <a:cubicBezTo>
                    <a:pt x="144237" y="32924"/>
                    <a:pt x="149940" y="38575"/>
                    <a:pt x="157245" y="40443"/>
                  </a:cubicBezTo>
                  <a:lnTo>
                    <a:pt x="157245" y="56581"/>
                  </a:lnTo>
                  <a:lnTo>
                    <a:pt x="117783" y="56581"/>
                  </a:lnTo>
                  <a:cubicBezTo>
                    <a:pt x="102362" y="56598"/>
                    <a:pt x="89866" y="68982"/>
                    <a:pt x="89851" y="84261"/>
                  </a:cubicBezTo>
                  <a:lnTo>
                    <a:pt x="89851" y="141901"/>
                  </a:lnTo>
                  <a:cubicBezTo>
                    <a:pt x="89866" y="157180"/>
                    <a:pt x="102362" y="169564"/>
                    <a:pt x="117783" y="169581"/>
                  </a:cubicBezTo>
                  <a:lnTo>
                    <a:pt x="134777" y="169581"/>
                  </a:lnTo>
                  <a:lnTo>
                    <a:pt x="134777" y="184990"/>
                  </a:lnTo>
                  <a:lnTo>
                    <a:pt x="74299" y="184990"/>
                  </a:lnTo>
                  <a:lnTo>
                    <a:pt x="74299" y="215772"/>
                  </a:lnTo>
                  <a:lnTo>
                    <a:pt x="41400" y="215772"/>
                  </a:lnTo>
                  <a:cubicBezTo>
                    <a:pt x="37143" y="215769"/>
                    <a:pt x="33692" y="212352"/>
                    <a:pt x="33686" y="208134"/>
                  </a:cubicBezTo>
                  <a:lnTo>
                    <a:pt x="33686" y="161327"/>
                  </a:lnTo>
                  <a:cubicBezTo>
                    <a:pt x="49169" y="158481"/>
                    <a:pt x="59393" y="143739"/>
                    <a:pt x="56521" y="128399"/>
                  </a:cubicBezTo>
                  <a:cubicBezTo>
                    <a:pt x="55575" y="123346"/>
                    <a:pt x="53256" y="118645"/>
                    <a:pt x="49814" y="114802"/>
                  </a:cubicBezTo>
                  <a:lnTo>
                    <a:pt x="42069" y="121633"/>
                  </a:lnTo>
                  <a:cubicBezTo>
                    <a:pt x="48722" y="129058"/>
                    <a:pt x="48041" y="140420"/>
                    <a:pt x="40547" y="147012"/>
                  </a:cubicBezTo>
                  <a:cubicBezTo>
                    <a:pt x="33054" y="153604"/>
                    <a:pt x="21586" y="152929"/>
                    <a:pt x="14933" y="145505"/>
                  </a:cubicBezTo>
                  <a:cubicBezTo>
                    <a:pt x="8868" y="138736"/>
                    <a:pt x="8827" y="128557"/>
                    <a:pt x="14837" y="121741"/>
                  </a:cubicBezTo>
                  <a:lnTo>
                    <a:pt x="7029" y="114976"/>
                  </a:lnTo>
                  <a:cubicBezTo>
                    <a:pt x="-3324" y="126732"/>
                    <a:pt x="-2098" y="144577"/>
                    <a:pt x="9767" y="154835"/>
                  </a:cubicBezTo>
                  <a:cubicBezTo>
                    <a:pt x="13616" y="158163"/>
                    <a:pt x="18295" y="160405"/>
                    <a:pt x="23318" y="161327"/>
                  </a:cubicBezTo>
                  <a:lnTo>
                    <a:pt x="23318" y="208134"/>
                  </a:lnTo>
                  <a:cubicBezTo>
                    <a:pt x="23329" y="218023"/>
                    <a:pt x="31419" y="226035"/>
                    <a:pt x="41400" y="226044"/>
                  </a:cubicBezTo>
                  <a:lnTo>
                    <a:pt x="74299" y="226044"/>
                  </a:lnTo>
                  <a:lnTo>
                    <a:pt x="74299" y="334071"/>
                  </a:lnTo>
                  <a:cubicBezTo>
                    <a:pt x="50019" y="335503"/>
                    <a:pt x="31508" y="356164"/>
                    <a:pt x="32953" y="380219"/>
                  </a:cubicBezTo>
                  <a:cubicBezTo>
                    <a:pt x="34337" y="403261"/>
                    <a:pt x="53594" y="421248"/>
                    <a:pt x="76891" y="421260"/>
                  </a:cubicBezTo>
                  <a:lnTo>
                    <a:pt x="247967" y="421260"/>
                  </a:lnTo>
                  <a:cubicBezTo>
                    <a:pt x="272290" y="421248"/>
                    <a:pt x="291996" y="401702"/>
                    <a:pt x="291983" y="377604"/>
                  </a:cubicBezTo>
                  <a:cubicBezTo>
                    <a:pt x="291970" y="354522"/>
                    <a:pt x="273815" y="335442"/>
                    <a:pt x="250559" y="334071"/>
                  </a:cubicBezTo>
                  <a:lnTo>
                    <a:pt x="250559" y="220944"/>
                  </a:lnTo>
                  <a:lnTo>
                    <a:pt x="273945" y="220944"/>
                  </a:lnTo>
                  <a:cubicBezTo>
                    <a:pt x="278204" y="220949"/>
                    <a:pt x="281655" y="224367"/>
                    <a:pt x="281664" y="228587"/>
                  </a:cubicBezTo>
                  <a:lnTo>
                    <a:pt x="281664" y="275389"/>
                  </a:lnTo>
                  <a:cubicBezTo>
                    <a:pt x="266181" y="278234"/>
                    <a:pt x="255958" y="292976"/>
                    <a:pt x="258829" y="308317"/>
                  </a:cubicBezTo>
                  <a:cubicBezTo>
                    <a:pt x="259775" y="313367"/>
                    <a:pt x="262091" y="318066"/>
                    <a:pt x="265531" y="321909"/>
                  </a:cubicBezTo>
                  <a:lnTo>
                    <a:pt x="273276" y="315077"/>
                  </a:lnTo>
                  <a:cubicBezTo>
                    <a:pt x="266624" y="307652"/>
                    <a:pt x="267308" y="296289"/>
                    <a:pt x="274802" y="289699"/>
                  </a:cubicBezTo>
                  <a:cubicBezTo>
                    <a:pt x="282297" y="283108"/>
                    <a:pt x="293765" y="283785"/>
                    <a:pt x="300417" y="291211"/>
                  </a:cubicBezTo>
                  <a:cubicBezTo>
                    <a:pt x="306481" y="297980"/>
                    <a:pt x="306520" y="308160"/>
                    <a:pt x="300508" y="314975"/>
                  </a:cubicBezTo>
                  <a:lnTo>
                    <a:pt x="308316" y="321734"/>
                  </a:lnTo>
                  <a:cubicBezTo>
                    <a:pt x="318667" y="309976"/>
                    <a:pt x="317438" y="292131"/>
                    <a:pt x="305571" y="281876"/>
                  </a:cubicBezTo>
                  <a:cubicBezTo>
                    <a:pt x="301726" y="278552"/>
                    <a:pt x="297050" y="276312"/>
                    <a:pt x="292032" y="275389"/>
                  </a:cubicBezTo>
                  <a:close/>
                  <a:moveTo>
                    <a:pt x="152061" y="20627"/>
                  </a:moveTo>
                  <a:cubicBezTo>
                    <a:pt x="152061" y="14954"/>
                    <a:pt x="156703" y="10355"/>
                    <a:pt x="162429" y="10355"/>
                  </a:cubicBezTo>
                  <a:cubicBezTo>
                    <a:pt x="168155" y="10355"/>
                    <a:pt x="172797" y="14954"/>
                    <a:pt x="172797" y="20627"/>
                  </a:cubicBezTo>
                  <a:cubicBezTo>
                    <a:pt x="172797" y="26301"/>
                    <a:pt x="168155" y="30900"/>
                    <a:pt x="162429" y="30900"/>
                  </a:cubicBezTo>
                  <a:cubicBezTo>
                    <a:pt x="156703" y="30903"/>
                    <a:pt x="152059" y="26306"/>
                    <a:pt x="152056" y="20632"/>
                  </a:cubicBezTo>
                  <a:cubicBezTo>
                    <a:pt x="152056" y="20631"/>
                    <a:pt x="152056" y="20629"/>
                    <a:pt x="152056" y="20627"/>
                  </a:cubicBezTo>
                  <a:close/>
                  <a:moveTo>
                    <a:pt x="84667" y="272667"/>
                  </a:moveTo>
                  <a:lnTo>
                    <a:pt x="127047" y="272667"/>
                  </a:lnTo>
                  <a:lnTo>
                    <a:pt x="143937" y="237098"/>
                  </a:lnTo>
                  <a:lnTo>
                    <a:pt x="159806" y="297336"/>
                  </a:lnTo>
                  <a:lnTo>
                    <a:pt x="181221" y="253678"/>
                  </a:lnTo>
                  <a:lnTo>
                    <a:pt x="194700" y="285369"/>
                  </a:lnTo>
                  <a:lnTo>
                    <a:pt x="205151" y="274783"/>
                  </a:lnTo>
                  <a:cubicBezTo>
                    <a:pt x="206535" y="273526"/>
                    <a:pt x="208316" y="272783"/>
                    <a:pt x="210190" y="272682"/>
                  </a:cubicBezTo>
                  <a:lnTo>
                    <a:pt x="240175" y="272682"/>
                  </a:lnTo>
                  <a:lnTo>
                    <a:pt x="240175" y="333943"/>
                  </a:lnTo>
                  <a:lnTo>
                    <a:pt x="84651" y="333943"/>
                  </a:lnTo>
                  <a:close/>
                  <a:moveTo>
                    <a:pt x="117783" y="159308"/>
                  </a:moveTo>
                  <a:cubicBezTo>
                    <a:pt x="108087" y="159294"/>
                    <a:pt x="100231" y="151508"/>
                    <a:pt x="100219" y="141901"/>
                  </a:cubicBezTo>
                  <a:lnTo>
                    <a:pt x="100219" y="84261"/>
                  </a:lnTo>
                  <a:cubicBezTo>
                    <a:pt x="100231" y="74654"/>
                    <a:pt x="108087" y="66869"/>
                    <a:pt x="117783" y="66854"/>
                  </a:cubicBezTo>
                  <a:lnTo>
                    <a:pt x="207070" y="66854"/>
                  </a:lnTo>
                  <a:cubicBezTo>
                    <a:pt x="216767" y="66869"/>
                    <a:pt x="224624" y="74653"/>
                    <a:pt x="224639" y="84261"/>
                  </a:cubicBezTo>
                  <a:lnTo>
                    <a:pt x="224639" y="141901"/>
                  </a:lnTo>
                  <a:cubicBezTo>
                    <a:pt x="224624" y="151509"/>
                    <a:pt x="216767" y="159294"/>
                    <a:pt x="207070" y="159308"/>
                  </a:cubicBezTo>
                  <a:lnTo>
                    <a:pt x="117783" y="159308"/>
                  </a:lnTo>
                  <a:close/>
                  <a:moveTo>
                    <a:pt x="145145" y="169581"/>
                  </a:moveTo>
                  <a:lnTo>
                    <a:pt x="181434" y="169581"/>
                  </a:lnTo>
                  <a:lnTo>
                    <a:pt x="181434" y="184990"/>
                  </a:lnTo>
                  <a:lnTo>
                    <a:pt x="145145" y="184990"/>
                  </a:lnTo>
                  <a:close/>
                  <a:moveTo>
                    <a:pt x="134777" y="195262"/>
                  </a:moveTo>
                  <a:lnTo>
                    <a:pt x="240191" y="195262"/>
                  </a:lnTo>
                  <a:lnTo>
                    <a:pt x="240191" y="262394"/>
                  </a:lnTo>
                  <a:lnTo>
                    <a:pt x="210206" y="262394"/>
                  </a:lnTo>
                  <a:cubicBezTo>
                    <a:pt x="205761" y="262484"/>
                    <a:pt x="201500" y="264171"/>
                    <a:pt x="198215" y="267140"/>
                  </a:cubicBezTo>
                  <a:lnTo>
                    <a:pt x="181885" y="228792"/>
                  </a:lnTo>
                  <a:lnTo>
                    <a:pt x="162750" y="267828"/>
                  </a:lnTo>
                  <a:lnTo>
                    <a:pt x="146742" y="207076"/>
                  </a:lnTo>
                  <a:lnTo>
                    <a:pt x="120469" y="262394"/>
                  </a:lnTo>
                  <a:lnTo>
                    <a:pt x="84667" y="262394"/>
                  </a:lnTo>
                  <a:lnTo>
                    <a:pt x="84667" y="195262"/>
                  </a:lnTo>
                  <a:close/>
                  <a:moveTo>
                    <a:pt x="281664" y="377602"/>
                  </a:moveTo>
                  <a:cubicBezTo>
                    <a:pt x="281641" y="396031"/>
                    <a:pt x="266568" y="410965"/>
                    <a:pt x="247967" y="410988"/>
                  </a:cubicBezTo>
                  <a:lnTo>
                    <a:pt x="76891" y="410988"/>
                  </a:lnTo>
                  <a:cubicBezTo>
                    <a:pt x="58280" y="410988"/>
                    <a:pt x="43194" y="396041"/>
                    <a:pt x="43194" y="377602"/>
                  </a:cubicBezTo>
                  <a:cubicBezTo>
                    <a:pt x="43194" y="359163"/>
                    <a:pt x="58280" y="344216"/>
                    <a:pt x="76891" y="344216"/>
                  </a:cubicBezTo>
                  <a:lnTo>
                    <a:pt x="247967" y="344216"/>
                  </a:lnTo>
                  <a:cubicBezTo>
                    <a:pt x="266568" y="344238"/>
                    <a:pt x="281641" y="359173"/>
                    <a:pt x="281664" y="377602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869739F-C7D1-97C2-6FAE-36C159AD4A89}"/>
                </a:ext>
              </a:extLst>
            </p:cNvPr>
            <p:cNvSpPr/>
            <p:nvPr/>
          </p:nvSpPr>
          <p:spPr>
            <a:xfrm>
              <a:off x="9423846" y="2657679"/>
              <a:ext cx="44583" cy="44172"/>
            </a:xfrm>
            <a:custGeom>
              <a:avLst/>
              <a:gdLst>
                <a:gd name="csX0" fmla="*/ 44584 w 44583"/>
                <a:gd name="csY0" fmla="*/ 22086 h 44172"/>
                <a:gd name="csX1" fmla="*/ 22292 w 44583"/>
                <a:gd name="csY1" fmla="*/ 0 h 44172"/>
                <a:gd name="csX2" fmla="*/ 0 w 44583"/>
                <a:gd name="csY2" fmla="*/ 22086 h 44172"/>
                <a:gd name="csX3" fmla="*/ 22292 w 44583"/>
                <a:gd name="csY3" fmla="*/ 44172 h 44172"/>
                <a:gd name="csX4" fmla="*/ 44584 w 44583"/>
                <a:gd name="csY4" fmla="*/ 22086 h 44172"/>
                <a:gd name="csX5" fmla="*/ 22292 w 44583"/>
                <a:gd name="csY5" fmla="*/ 37495 h 44172"/>
                <a:gd name="csX6" fmla="*/ 6739 w 44583"/>
                <a:gd name="csY6" fmla="*/ 22086 h 44172"/>
                <a:gd name="csX7" fmla="*/ 22292 w 44583"/>
                <a:gd name="csY7" fmla="*/ 6677 h 44172"/>
                <a:gd name="csX8" fmla="*/ 37844 w 44583"/>
                <a:gd name="csY8" fmla="*/ 22086 h 44172"/>
                <a:gd name="csX9" fmla="*/ 22292 w 44583"/>
                <a:gd name="csY9" fmla="*/ 37495 h 4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4583" h="44172">
                  <a:moveTo>
                    <a:pt x="44584" y="22086"/>
                  </a:moveTo>
                  <a:cubicBezTo>
                    <a:pt x="44584" y="9888"/>
                    <a:pt x="34603" y="0"/>
                    <a:pt x="22292" y="0"/>
                  </a:cubicBezTo>
                  <a:cubicBezTo>
                    <a:pt x="9980" y="0"/>
                    <a:pt x="0" y="9888"/>
                    <a:pt x="0" y="22086"/>
                  </a:cubicBezTo>
                  <a:cubicBezTo>
                    <a:pt x="0" y="34284"/>
                    <a:pt x="9980" y="44172"/>
                    <a:pt x="22292" y="44172"/>
                  </a:cubicBezTo>
                  <a:cubicBezTo>
                    <a:pt x="34603" y="44172"/>
                    <a:pt x="44584" y="34284"/>
                    <a:pt x="44584" y="22086"/>
                  </a:cubicBezTo>
                  <a:close/>
                  <a:moveTo>
                    <a:pt x="22292" y="37495"/>
                  </a:moveTo>
                  <a:cubicBezTo>
                    <a:pt x="13702" y="37495"/>
                    <a:pt x="6739" y="30597"/>
                    <a:pt x="6739" y="22086"/>
                  </a:cubicBezTo>
                  <a:cubicBezTo>
                    <a:pt x="6739" y="13576"/>
                    <a:pt x="13702" y="6677"/>
                    <a:pt x="22292" y="6677"/>
                  </a:cubicBezTo>
                  <a:cubicBezTo>
                    <a:pt x="30881" y="6677"/>
                    <a:pt x="37844" y="13576"/>
                    <a:pt x="37844" y="22086"/>
                  </a:cubicBezTo>
                  <a:cubicBezTo>
                    <a:pt x="37844" y="30597"/>
                    <a:pt x="30881" y="37495"/>
                    <a:pt x="22292" y="3749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C61ADCB-061A-EC9D-1CD2-FBB6F8A15FDC}"/>
                </a:ext>
              </a:extLst>
            </p:cNvPr>
            <p:cNvSpPr/>
            <p:nvPr/>
          </p:nvSpPr>
          <p:spPr>
            <a:xfrm>
              <a:off x="9438361" y="2672061"/>
              <a:ext cx="15552" cy="15408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ADF546D-2CC5-8A54-BEB0-0B63907ED31B}"/>
                </a:ext>
              </a:extLst>
            </p:cNvPr>
            <p:cNvSpPr/>
            <p:nvPr/>
          </p:nvSpPr>
          <p:spPr>
            <a:xfrm>
              <a:off x="9372004" y="2657679"/>
              <a:ext cx="44583" cy="44172"/>
            </a:xfrm>
            <a:custGeom>
              <a:avLst/>
              <a:gdLst>
                <a:gd name="csX0" fmla="*/ 22292 w 44583"/>
                <a:gd name="csY0" fmla="*/ 0 h 44172"/>
                <a:gd name="csX1" fmla="*/ 0 w 44583"/>
                <a:gd name="csY1" fmla="*/ 22086 h 44172"/>
                <a:gd name="csX2" fmla="*/ 22292 w 44583"/>
                <a:gd name="csY2" fmla="*/ 44172 h 44172"/>
                <a:gd name="csX3" fmla="*/ 44584 w 44583"/>
                <a:gd name="csY3" fmla="*/ 22086 h 44172"/>
                <a:gd name="csX4" fmla="*/ 22292 w 44583"/>
                <a:gd name="csY4" fmla="*/ 0 h 44172"/>
                <a:gd name="csX5" fmla="*/ 22292 w 44583"/>
                <a:gd name="csY5" fmla="*/ 37495 h 44172"/>
                <a:gd name="csX6" fmla="*/ 6739 w 44583"/>
                <a:gd name="csY6" fmla="*/ 22086 h 44172"/>
                <a:gd name="csX7" fmla="*/ 22292 w 44583"/>
                <a:gd name="csY7" fmla="*/ 6677 h 44172"/>
                <a:gd name="csX8" fmla="*/ 37844 w 44583"/>
                <a:gd name="csY8" fmla="*/ 22086 h 44172"/>
                <a:gd name="csX9" fmla="*/ 22292 w 44583"/>
                <a:gd name="csY9" fmla="*/ 37495 h 4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4583" h="44172">
                  <a:moveTo>
                    <a:pt x="22292" y="0"/>
                  </a:moveTo>
                  <a:cubicBezTo>
                    <a:pt x="9980" y="0"/>
                    <a:pt x="0" y="9888"/>
                    <a:pt x="0" y="22086"/>
                  </a:cubicBezTo>
                  <a:cubicBezTo>
                    <a:pt x="0" y="34284"/>
                    <a:pt x="9980" y="44172"/>
                    <a:pt x="22292" y="44172"/>
                  </a:cubicBezTo>
                  <a:cubicBezTo>
                    <a:pt x="34603" y="44172"/>
                    <a:pt x="44584" y="34284"/>
                    <a:pt x="44584" y="22086"/>
                  </a:cubicBezTo>
                  <a:cubicBezTo>
                    <a:pt x="44584" y="9888"/>
                    <a:pt x="34603" y="0"/>
                    <a:pt x="22292" y="0"/>
                  </a:cubicBezTo>
                  <a:close/>
                  <a:moveTo>
                    <a:pt x="22292" y="37495"/>
                  </a:moveTo>
                  <a:cubicBezTo>
                    <a:pt x="13702" y="37495"/>
                    <a:pt x="6739" y="30597"/>
                    <a:pt x="6739" y="22086"/>
                  </a:cubicBezTo>
                  <a:cubicBezTo>
                    <a:pt x="6739" y="13576"/>
                    <a:pt x="13702" y="6677"/>
                    <a:pt x="22292" y="6677"/>
                  </a:cubicBezTo>
                  <a:cubicBezTo>
                    <a:pt x="30881" y="6677"/>
                    <a:pt x="37844" y="13576"/>
                    <a:pt x="37844" y="22086"/>
                  </a:cubicBezTo>
                  <a:cubicBezTo>
                    <a:pt x="37844" y="30597"/>
                    <a:pt x="30881" y="37495"/>
                    <a:pt x="22292" y="3749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9689EE4-0931-B975-9585-A8A72153BCB8}"/>
                </a:ext>
              </a:extLst>
            </p:cNvPr>
            <p:cNvSpPr/>
            <p:nvPr/>
          </p:nvSpPr>
          <p:spPr>
            <a:xfrm>
              <a:off x="9386520" y="2672061"/>
              <a:ext cx="15552" cy="15408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550B1CE-9EF2-C840-7900-17F44F0857E0}"/>
                </a:ext>
              </a:extLst>
            </p:cNvPr>
            <p:cNvSpPr/>
            <p:nvPr/>
          </p:nvSpPr>
          <p:spPr>
            <a:xfrm>
              <a:off x="940985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EA18B03-482C-EC05-7A57-E0310F2E0467}"/>
                </a:ext>
              </a:extLst>
            </p:cNvPr>
            <p:cNvSpPr/>
            <p:nvPr/>
          </p:nvSpPr>
          <p:spPr>
            <a:xfrm>
              <a:off x="933468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7BB5051-9330-E082-BA1E-28700F663FB0}"/>
                </a:ext>
              </a:extLst>
            </p:cNvPr>
            <p:cNvSpPr/>
            <p:nvPr/>
          </p:nvSpPr>
          <p:spPr>
            <a:xfrm>
              <a:off x="948502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62" name="Graphic 163" descr="Clipboard Mixed outline">
            <a:extLst>
              <a:ext uri="{FF2B5EF4-FFF2-40B4-BE49-F238E27FC236}">
                <a16:creationId xmlns:a16="http://schemas.microsoft.com/office/drawing/2014/main" id="{93D8A4C6-2D19-81DD-92D5-0874B76A9063}"/>
              </a:ext>
            </a:extLst>
          </p:cNvPr>
          <p:cNvGrpSpPr/>
          <p:nvPr/>
        </p:nvGrpSpPr>
        <p:grpSpPr>
          <a:xfrm>
            <a:off x="6035626" y="5925712"/>
            <a:ext cx="313880" cy="394463"/>
            <a:chOff x="6235715" y="4065211"/>
            <a:chExt cx="313880" cy="39446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272EFAC-2933-B954-F567-0A304EEA309F}"/>
                </a:ext>
              </a:extLst>
            </p:cNvPr>
            <p:cNvSpPr/>
            <p:nvPr/>
          </p:nvSpPr>
          <p:spPr>
            <a:xfrm>
              <a:off x="6374345" y="4089962"/>
              <a:ext cx="36620" cy="34506"/>
            </a:xfrm>
            <a:custGeom>
              <a:avLst/>
              <a:gdLst>
                <a:gd name="csX0" fmla="*/ 36619 w 36620"/>
                <a:gd name="csY0" fmla="*/ 17253 h 34506"/>
                <a:gd name="csX1" fmla="*/ 18833 w 36620"/>
                <a:gd name="csY1" fmla="*/ 0 h 34506"/>
                <a:gd name="csX2" fmla="*/ 18310 w 36620"/>
                <a:gd name="csY2" fmla="*/ 0 h 34506"/>
                <a:gd name="csX3" fmla="*/ 0 w 36620"/>
                <a:gd name="csY3" fmla="*/ 17253 h 34506"/>
                <a:gd name="csX4" fmla="*/ 18310 w 36620"/>
                <a:gd name="csY4" fmla="*/ 34507 h 34506"/>
                <a:gd name="csX5" fmla="*/ 36619 w 36620"/>
                <a:gd name="csY5" fmla="*/ 17253 h 34506"/>
                <a:gd name="csX6" fmla="*/ 26157 w 36620"/>
                <a:gd name="csY6" fmla="*/ 17174 h 34506"/>
                <a:gd name="csX7" fmla="*/ 18394 w 36620"/>
                <a:gd name="csY7" fmla="*/ 24647 h 34506"/>
                <a:gd name="csX8" fmla="*/ 10464 w 36620"/>
                <a:gd name="csY8" fmla="*/ 17332 h 34506"/>
                <a:gd name="csX9" fmla="*/ 18226 w 36620"/>
                <a:gd name="csY9" fmla="*/ 9859 h 34506"/>
                <a:gd name="csX10" fmla="*/ 18310 w 36620"/>
                <a:gd name="csY10" fmla="*/ 9859 h 34506"/>
                <a:gd name="csX11" fmla="*/ 18650 w 36620"/>
                <a:gd name="csY11" fmla="*/ 9859 h 34506"/>
                <a:gd name="csX12" fmla="*/ 26157 w 36620"/>
                <a:gd name="csY12" fmla="*/ 17174 h 34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6620" h="34506">
                  <a:moveTo>
                    <a:pt x="36619" y="17253"/>
                  </a:moveTo>
                  <a:cubicBezTo>
                    <a:pt x="36730" y="7873"/>
                    <a:pt x="28786" y="168"/>
                    <a:pt x="18833" y="0"/>
                  </a:cubicBezTo>
                  <a:lnTo>
                    <a:pt x="18310" y="0"/>
                  </a:lnTo>
                  <a:cubicBezTo>
                    <a:pt x="8198" y="0"/>
                    <a:pt x="0" y="7725"/>
                    <a:pt x="0" y="17253"/>
                  </a:cubicBezTo>
                  <a:cubicBezTo>
                    <a:pt x="0" y="26782"/>
                    <a:pt x="8198" y="34507"/>
                    <a:pt x="18310" y="34507"/>
                  </a:cubicBezTo>
                  <a:cubicBezTo>
                    <a:pt x="28422" y="34507"/>
                    <a:pt x="36619" y="26782"/>
                    <a:pt x="36619" y="17253"/>
                  </a:cubicBezTo>
                  <a:close/>
                  <a:moveTo>
                    <a:pt x="26157" y="17174"/>
                  </a:moveTo>
                  <a:cubicBezTo>
                    <a:pt x="26203" y="21258"/>
                    <a:pt x="22728" y="24604"/>
                    <a:pt x="18394" y="24647"/>
                  </a:cubicBezTo>
                  <a:cubicBezTo>
                    <a:pt x="14060" y="24691"/>
                    <a:pt x="10510" y="21416"/>
                    <a:pt x="10464" y="17332"/>
                  </a:cubicBezTo>
                  <a:cubicBezTo>
                    <a:pt x="10417" y="13249"/>
                    <a:pt x="13893" y="9903"/>
                    <a:pt x="18226" y="9859"/>
                  </a:cubicBezTo>
                  <a:cubicBezTo>
                    <a:pt x="18254" y="9859"/>
                    <a:pt x="18282" y="9859"/>
                    <a:pt x="18310" y="9859"/>
                  </a:cubicBezTo>
                  <a:lnTo>
                    <a:pt x="18650" y="9859"/>
                  </a:lnTo>
                  <a:cubicBezTo>
                    <a:pt x="22862" y="9934"/>
                    <a:pt x="26218" y="13205"/>
                    <a:pt x="26157" y="17174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1933CC89-0735-2AAA-AF84-F066BE9F4712}"/>
                </a:ext>
              </a:extLst>
            </p:cNvPr>
            <p:cNvSpPr/>
            <p:nvPr/>
          </p:nvSpPr>
          <p:spPr>
            <a:xfrm>
              <a:off x="6426878" y="4189986"/>
              <a:ext cx="70173" cy="49891"/>
            </a:xfrm>
            <a:custGeom>
              <a:avLst/>
              <a:gdLst>
                <a:gd name="csX0" fmla="*/ 24624 w 70173"/>
                <a:gd name="csY0" fmla="*/ 35946 h 49891"/>
                <a:gd name="csX1" fmla="*/ 7397 w 70173"/>
                <a:gd name="csY1" fmla="*/ 19718 h 49891"/>
                <a:gd name="csX2" fmla="*/ 0 w 70173"/>
                <a:gd name="csY2" fmla="*/ 26688 h 49891"/>
                <a:gd name="csX3" fmla="*/ 24624 w 70173"/>
                <a:gd name="csY3" fmla="*/ 49891 h 49891"/>
                <a:gd name="csX4" fmla="*/ 70173 w 70173"/>
                <a:gd name="csY4" fmla="*/ 6970 h 49891"/>
                <a:gd name="csX5" fmla="*/ 62776 w 70173"/>
                <a:gd name="csY5" fmla="*/ 0 h 49891"/>
                <a:gd name="csX6" fmla="*/ 24624 w 70173"/>
                <a:gd name="csY6" fmla="*/ 35946 h 4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0173" h="49891">
                  <a:moveTo>
                    <a:pt x="24624" y="35946"/>
                  </a:moveTo>
                  <a:lnTo>
                    <a:pt x="7397" y="19718"/>
                  </a:lnTo>
                  <a:lnTo>
                    <a:pt x="0" y="26688"/>
                  </a:lnTo>
                  <a:lnTo>
                    <a:pt x="24624" y="49891"/>
                  </a:lnTo>
                  <a:lnTo>
                    <a:pt x="70173" y="6970"/>
                  </a:lnTo>
                  <a:lnTo>
                    <a:pt x="62776" y="0"/>
                  </a:lnTo>
                  <a:lnTo>
                    <a:pt x="24624" y="35946"/>
                  </a:ln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0DF359E3-CA24-DE5A-2825-3F45DE3D8A5B}"/>
                </a:ext>
              </a:extLst>
            </p:cNvPr>
            <p:cNvSpPr/>
            <p:nvPr/>
          </p:nvSpPr>
          <p:spPr>
            <a:xfrm>
              <a:off x="6288023" y="4208260"/>
              <a:ext cx="109857" cy="9859"/>
            </a:xfrm>
            <a:prstGeom prst="rect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0D3D67D6-403F-1106-8F3C-05B28718EF15}"/>
                </a:ext>
              </a:extLst>
            </p:cNvPr>
            <p:cNvSpPr/>
            <p:nvPr/>
          </p:nvSpPr>
          <p:spPr>
            <a:xfrm>
              <a:off x="6426878" y="4249140"/>
              <a:ext cx="66249" cy="47426"/>
            </a:xfrm>
            <a:custGeom>
              <a:avLst/>
              <a:gdLst>
                <a:gd name="csX0" fmla="*/ 23316 w 66249"/>
                <a:gd name="csY0" fmla="*/ 33481 h 47426"/>
                <a:gd name="csX1" fmla="*/ 7397 w 66249"/>
                <a:gd name="csY1" fmla="*/ 18486 h 47426"/>
                <a:gd name="csX2" fmla="*/ 0 w 66249"/>
                <a:gd name="csY2" fmla="*/ 25456 h 47426"/>
                <a:gd name="csX3" fmla="*/ 23316 w 66249"/>
                <a:gd name="csY3" fmla="*/ 47427 h 47426"/>
                <a:gd name="csX4" fmla="*/ 66250 w 66249"/>
                <a:gd name="csY4" fmla="*/ 6970 h 47426"/>
                <a:gd name="csX5" fmla="*/ 58853 w 66249"/>
                <a:gd name="csY5" fmla="*/ 0 h 47426"/>
                <a:gd name="csX6" fmla="*/ 23316 w 66249"/>
                <a:gd name="csY6" fmla="*/ 33481 h 47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6249" h="47426">
                  <a:moveTo>
                    <a:pt x="23316" y="33481"/>
                  </a:moveTo>
                  <a:lnTo>
                    <a:pt x="7397" y="18486"/>
                  </a:lnTo>
                  <a:lnTo>
                    <a:pt x="0" y="25456"/>
                  </a:lnTo>
                  <a:lnTo>
                    <a:pt x="23316" y="47427"/>
                  </a:lnTo>
                  <a:lnTo>
                    <a:pt x="66250" y="6970"/>
                  </a:lnTo>
                  <a:lnTo>
                    <a:pt x="58853" y="0"/>
                  </a:lnTo>
                  <a:lnTo>
                    <a:pt x="23316" y="33481"/>
                  </a:ln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CF70086E-5153-D95C-45DB-0A48E9D64770}"/>
                </a:ext>
              </a:extLst>
            </p:cNvPr>
            <p:cNvSpPr/>
            <p:nvPr/>
          </p:nvSpPr>
          <p:spPr>
            <a:xfrm>
              <a:off x="6288023" y="4267414"/>
              <a:ext cx="109857" cy="9859"/>
            </a:xfrm>
            <a:prstGeom prst="rect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6525EA85-D87E-7325-3831-C3C4379AE166}"/>
                </a:ext>
              </a:extLst>
            </p:cNvPr>
            <p:cNvSpPr/>
            <p:nvPr/>
          </p:nvSpPr>
          <p:spPr>
            <a:xfrm>
              <a:off x="6288023" y="4326568"/>
              <a:ext cx="109857" cy="9859"/>
            </a:xfrm>
            <a:prstGeom prst="rect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8CEC2FAC-8528-667B-B6CD-C55F212A5D1A}"/>
                </a:ext>
              </a:extLst>
            </p:cNvPr>
            <p:cNvSpPr/>
            <p:nvPr/>
          </p:nvSpPr>
          <p:spPr>
            <a:xfrm>
              <a:off x="6288023" y="4385722"/>
              <a:ext cx="109857" cy="9859"/>
            </a:xfrm>
            <a:prstGeom prst="rect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57C39F5A-A834-919A-6C40-5768C7CE0F88}"/>
                </a:ext>
              </a:extLst>
            </p:cNvPr>
            <p:cNvSpPr/>
            <p:nvPr/>
          </p:nvSpPr>
          <p:spPr>
            <a:xfrm>
              <a:off x="6443880" y="4308294"/>
              <a:ext cx="49247" cy="46406"/>
            </a:xfrm>
            <a:custGeom>
              <a:avLst/>
              <a:gdLst>
                <a:gd name="csX0" fmla="*/ 7397 w 49247"/>
                <a:gd name="csY0" fmla="*/ 0 h 46406"/>
                <a:gd name="csX1" fmla="*/ 24624 w 49247"/>
                <a:gd name="csY1" fmla="*/ 16228 h 46406"/>
                <a:gd name="csX2" fmla="*/ 41851 w 49247"/>
                <a:gd name="csY2" fmla="*/ 0 h 46406"/>
                <a:gd name="csX3" fmla="*/ 49248 w 49247"/>
                <a:gd name="csY3" fmla="*/ 6970 h 46406"/>
                <a:gd name="csX4" fmla="*/ 32021 w 49247"/>
                <a:gd name="csY4" fmla="*/ 23203 h 46406"/>
                <a:gd name="csX5" fmla="*/ 49248 w 49247"/>
                <a:gd name="csY5" fmla="*/ 39436 h 46406"/>
                <a:gd name="csX6" fmla="*/ 41851 w 49247"/>
                <a:gd name="csY6" fmla="*/ 46406 h 46406"/>
                <a:gd name="csX7" fmla="*/ 24624 w 49247"/>
                <a:gd name="csY7" fmla="*/ 30173 h 46406"/>
                <a:gd name="csX8" fmla="*/ 7397 w 49247"/>
                <a:gd name="csY8" fmla="*/ 46406 h 46406"/>
                <a:gd name="csX9" fmla="*/ 0 w 49247"/>
                <a:gd name="csY9" fmla="*/ 39436 h 46406"/>
                <a:gd name="csX10" fmla="*/ 17227 w 49247"/>
                <a:gd name="csY10" fmla="*/ 23203 h 46406"/>
                <a:gd name="csX11" fmla="*/ 0 w 49247"/>
                <a:gd name="csY11" fmla="*/ 6970 h 46406"/>
                <a:gd name="csX12" fmla="*/ 7397 w 49247"/>
                <a:gd name="csY12" fmla="*/ 0 h 46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9247" h="46406">
                  <a:moveTo>
                    <a:pt x="7397" y="0"/>
                  </a:moveTo>
                  <a:lnTo>
                    <a:pt x="24624" y="16228"/>
                  </a:lnTo>
                  <a:lnTo>
                    <a:pt x="41851" y="0"/>
                  </a:lnTo>
                  <a:lnTo>
                    <a:pt x="49248" y="6970"/>
                  </a:lnTo>
                  <a:lnTo>
                    <a:pt x="32021" y="23203"/>
                  </a:lnTo>
                  <a:lnTo>
                    <a:pt x="49248" y="39436"/>
                  </a:lnTo>
                  <a:lnTo>
                    <a:pt x="41851" y="46406"/>
                  </a:lnTo>
                  <a:lnTo>
                    <a:pt x="24624" y="30173"/>
                  </a:lnTo>
                  <a:lnTo>
                    <a:pt x="7397" y="46406"/>
                  </a:lnTo>
                  <a:lnTo>
                    <a:pt x="0" y="39436"/>
                  </a:lnTo>
                  <a:lnTo>
                    <a:pt x="17227" y="23203"/>
                  </a:lnTo>
                  <a:lnTo>
                    <a:pt x="0" y="6970"/>
                  </a:lnTo>
                  <a:lnTo>
                    <a:pt x="7397" y="0"/>
                  </a:ln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490936A3-25E7-C8B5-1703-6159C114D12C}"/>
                </a:ext>
              </a:extLst>
            </p:cNvPr>
            <p:cNvSpPr/>
            <p:nvPr/>
          </p:nvSpPr>
          <p:spPr>
            <a:xfrm>
              <a:off x="6443880" y="4367448"/>
              <a:ext cx="49247" cy="46406"/>
            </a:xfrm>
            <a:custGeom>
              <a:avLst/>
              <a:gdLst>
                <a:gd name="csX0" fmla="*/ 7397 w 49247"/>
                <a:gd name="csY0" fmla="*/ 0 h 46406"/>
                <a:gd name="csX1" fmla="*/ 24624 w 49247"/>
                <a:gd name="csY1" fmla="*/ 16228 h 46406"/>
                <a:gd name="csX2" fmla="*/ 41851 w 49247"/>
                <a:gd name="csY2" fmla="*/ 0 h 46406"/>
                <a:gd name="csX3" fmla="*/ 49248 w 49247"/>
                <a:gd name="csY3" fmla="*/ 6970 h 46406"/>
                <a:gd name="csX4" fmla="*/ 32021 w 49247"/>
                <a:gd name="csY4" fmla="*/ 23203 h 46406"/>
                <a:gd name="csX5" fmla="*/ 49248 w 49247"/>
                <a:gd name="csY5" fmla="*/ 39436 h 46406"/>
                <a:gd name="csX6" fmla="*/ 41851 w 49247"/>
                <a:gd name="csY6" fmla="*/ 46406 h 46406"/>
                <a:gd name="csX7" fmla="*/ 24624 w 49247"/>
                <a:gd name="csY7" fmla="*/ 30173 h 46406"/>
                <a:gd name="csX8" fmla="*/ 7397 w 49247"/>
                <a:gd name="csY8" fmla="*/ 46406 h 46406"/>
                <a:gd name="csX9" fmla="*/ 0 w 49247"/>
                <a:gd name="csY9" fmla="*/ 39436 h 46406"/>
                <a:gd name="csX10" fmla="*/ 17227 w 49247"/>
                <a:gd name="csY10" fmla="*/ 23203 h 46406"/>
                <a:gd name="csX11" fmla="*/ 0 w 49247"/>
                <a:gd name="csY11" fmla="*/ 6970 h 46406"/>
                <a:gd name="csX12" fmla="*/ 7397 w 49247"/>
                <a:gd name="csY12" fmla="*/ 0 h 46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9247" h="46406">
                  <a:moveTo>
                    <a:pt x="7397" y="0"/>
                  </a:moveTo>
                  <a:lnTo>
                    <a:pt x="24624" y="16228"/>
                  </a:lnTo>
                  <a:lnTo>
                    <a:pt x="41851" y="0"/>
                  </a:lnTo>
                  <a:lnTo>
                    <a:pt x="49248" y="6970"/>
                  </a:lnTo>
                  <a:lnTo>
                    <a:pt x="32021" y="23203"/>
                  </a:lnTo>
                  <a:lnTo>
                    <a:pt x="49248" y="39436"/>
                  </a:lnTo>
                  <a:lnTo>
                    <a:pt x="41851" y="46406"/>
                  </a:lnTo>
                  <a:lnTo>
                    <a:pt x="24624" y="30173"/>
                  </a:lnTo>
                  <a:lnTo>
                    <a:pt x="7397" y="46406"/>
                  </a:lnTo>
                  <a:lnTo>
                    <a:pt x="0" y="39436"/>
                  </a:lnTo>
                  <a:lnTo>
                    <a:pt x="17227" y="23203"/>
                  </a:lnTo>
                  <a:lnTo>
                    <a:pt x="0" y="6970"/>
                  </a:lnTo>
                  <a:lnTo>
                    <a:pt x="7397" y="0"/>
                  </a:ln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E30F30E3-1F88-74A3-3ADD-3A3F4DB9F86B}"/>
                </a:ext>
              </a:extLst>
            </p:cNvPr>
            <p:cNvSpPr/>
            <p:nvPr/>
          </p:nvSpPr>
          <p:spPr>
            <a:xfrm>
              <a:off x="6235715" y="4065211"/>
              <a:ext cx="313880" cy="394463"/>
            </a:xfrm>
            <a:custGeom>
              <a:avLst/>
              <a:gdLst>
                <a:gd name="csX0" fmla="*/ 292955 w 313880"/>
                <a:gd name="csY0" fmla="*/ 34507 h 394463"/>
                <a:gd name="csX1" fmla="*/ 214485 w 313880"/>
                <a:gd name="csY1" fmla="*/ 34507 h 394463"/>
                <a:gd name="csX2" fmla="*/ 214485 w 313880"/>
                <a:gd name="csY2" fmla="*/ 24648 h 394463"/>
                <a:gd name="csX3" fmla="*/ 188328 w 313880"/>
                <a:gd name="csY3" fmla="*/ 0 h 394463"/>
                <a:gd name="csX4" fmla="*/ 125552 w 313880"/>
                <a:gd name="csY4" fmla="*/ 0 h 394463"/>
                <a:gd name="csX5" fmla="*/ 99395 w 313880"/>
                <a:gd name="csY5" fmla="*/ 24648 h 394463"/>
                <a:gd name="csX6" fmla="*/ 99395 w 313880"/>
                <a:gd name="csY6" fmla="*/ 34507 h 394463"/>
                <a:gd name="csX7" fmla="*/ 20925 w 313880"/>
                <a:gd name="csY7" fmla="*/ 34507 h 394463"/>
                <a:gd name="csX8" fmla="*/ 0 w 313880"/>
                <a:gd name="csY8" fmla="*/ 54225 h 394463"/>
                <a:gd name="csX9" fmla="*/ 0 w 313880"/>
                <a:gd name="csY9" fmla="*/ 374746 h 394463"/>
                <a:gd name="csX10" fmla="*/ 20925 w 313880"/>
                <a:gd name="csY10" fmla="*/ 394464 h 394463"/>
                <a:gd name="csX11" fmla="*/ 292955 w 313880"/>
                <a:gd name="csY11" fmla="*/ 394464 h 394463"/>
                <a:gd name="csX12" fmla="*/ 313880 w 313880"/>
                <a:gd name="csY12" fmla="*/ 374746 h 394463"/>
                <a:gd name="csX13" fmla="*/ 313880 w 313880"/>
                <a:gd name="csY13" fmla="*/ 54225 h 394463"/>
                <a:gd name="csX14" fmla="*/ 292955 w 313880"/>
                <a:gd name="csY14" fmla="*/ 34507 h 394463"/>
                <a:gd name="csX15" fmla="*/ 88933 w 313880"/>
                <a:gd name="csY15" fmla="*/ 44366 h 394463"/>
                <a:gd name="csX16" fmla="*/ 109858 w 313880"/>
                <a:gd name="csY16" fmla="*/ 44366 h 394463"/>
                <a:gd name="csX17" fmla="*/ 109858 w 313880"/>
                <a:gd name="csY17" fmla="*/ 24648 h 394463"/>
                <a:gd name="csX18" fmla="*/ 125552 w 313880"/>
                <a:gd name="csY18" fmla="*/ 9859 h 394463"/>
                <a:gd name="csX19" fmla="*/ 188328 w 313880"/>
                <a:gd name="csY19" fmla="*/ 9859 h 394463"/>
                <a:gd name="csX20" fmla="*/ 204022 w 313880"/>
                <a:gd name="csY20" fmla="*/ 24648 h 394463"/>
                <a:gd name="csX21" fmla="*/ 204022 w 313880"/>
                <a:gd name="csY21" fmla="*/ 44366 h 394463"/>
                <a:gd name="csX22" fmla="*/ 224947 w 313880"/>
                <a:gd name="csY22" fmla="*/ 44366 h 394463"/>
                <a:gd name="csX23" fmla="*/ 224947 w 313880"/>
                <a:gd name="csY23" fmla="*/ 83905 h 394463"/>
                <a:gd name="csX24" fmla="*/ 88933 w 313880"/>
                <a:gd name="csY24" fmla="*/ 83905 h 394463"/>
                <a:gd name="csX25" fmla="*/ 303417 w 313880"/>
                <a:gd name="csY25" fmla="*/ 374746 h 394463"/>
                <a:gd name="csX26" fmla="*/ 292955 w 313880"/>
                <a:gd name="csY26" fmla="*/ 384605 h 394463"/>
                <a:gd name="csX27" fmla="*/ 20925 w 313880"/>
                <a:gd name="csY27" fmla="*/ 384605 h 394463"/>
                <a:gd name="csX28" fmla="*/ 10463 w 313880"/>
                <a:gd name="csY28" fmla="*/ 374746 h 394463"/>
                <a:gd name="csX29" fmla="*/ 10463 w 313880"/>
                <a:gd name="csY29" fmla="*/ 54225 h 394463"/>
                <a:gd name="csX30" fmla="*/ 20925 w 313880"/>
                <a:gd name="csY30" fmla="*/ 44366 h 394463"/>
                <a:gd name="csX31" fmla="*/ 78470 w 313880"/>
                <a:gd name="csY31" fmla="*/ 44366 h 394463"/>
                <a:gd name="csX32" fmla="*/ 78470 w 313880"/>
                <a:gd name="csY32" fmla="*/ 93764 h 394463"/>
                <a:gd name="csX33" fmla="*/ 235410 w 313880"/>
                <a:gd name="csY33" fmla="*/ 93764 h 394463"/>
                <a:gd name="csX34" fmla="*/ 235410 w 313880"/>
                <a:gd name="csY34" fmla="*/ 44366 h 394463"/>
                <a:gd name="csX35" fmla="*/ 292955 w 313880"/>
                <a:gd name="csY35" fmla="*/ 44366 h 394463"/>
                <a:gd name="csX36" fmla="*/ 303417 w 313880"/>
                <a:gd name="csY36" fmla="*/ 54225 h 3944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13880" h="394463">
                  <a:moveTo>
                    <a:pt x="292955" y="34507"/>
                  </a:moveTo>
                  <a:lnTo>
                    <a:pt x="214485" y="34507"/>
                  </a:lnTo>
                  <a:lnTo>
                    <a:pt x="214485" y="24648"/>
                  </a:lnTo>
                  <a:cubicBezTo>
                    <a:pt x="214467" y="11042"/>
                    <a:pt x="202767" y="16"/>
                    <a:pt x="188328" y="0"/>
                  </a:cubicBezTo>
                  <a:lnTo>
                    <a:pt x="125552" y="0"/>
                  </a:lnTo>
                  <a:cubicBezTo>
                    <a:pt x="111115" y="19"/>
                    <a:pt x="99416" y="11043"/>
                    <a:pt x="99395" y="24648"/>
                  </a:cubicBezTo>
                  <a:lnTo>
                    <a:pt x="99395" y="34507"/>
                  </a:lnTo>
                  <a:lnTo>
                    <a:pt x="20925" y="34507"/>
                  </a:lnTo>
                  <a:cubicBezTo>
                    <a:pt x="9369" y="34507"/>
                    <a:pt x="0" y="43335"/>
                    <a:pt x="0" y="54225"/>
                  </a:cubicBezTo>
                  <a:lnTo>
                    <a:pt x="0" y="374746"/>
                  </a:lnTo>
                  <a:cubicBezTo>
                    <a:pt x="0" y="385635"/>
                    <a:pt x="9369" y="394464"/>
                    <a:pt x="20925" y="394464"/>
                  </a:cubicBezTo>
                  <a:lnTo>
                    <a:pt x="292955" y="394464"/>
                  </a:lnTo>
                  <a:cubicBezTo>
                    <a:pt x="304511" y="394464"/>
                    <a:pt x="313880" y="385635"/>
                    <a:pt x="313880" y="374746"/>
                  </a:cubicBezTo>
                  <a:lnTo>
                    <a:pt x="313880" y="54225"/>
                  </a:lnTo>
                  <a:cubicBezTo>
                    <a:pt x="313865" y="43340"/>
                    <a:pt x="304505" y="34520"/>
                    <a:pt x="292955" y="34507"/>
                  </a:cubicBezTo>
                  <a:close/>
                  <a:moveTo>
                    <a:pt x="88933" y="44366"/>
                  </a:moveTo>
                  <a:lnTo>
                    <a:pt x="109858" y="44366"/>
                  </a:lnTo>
                  <a:lnTo>
                    <a:pt x="109858" y="24648"/>
                  </a:lnTo>
                  <a:cubicBezTo>
                    <a:pt x="109858" y="16480"/>
                    <a:pt x="116884" y="9859"/>
                    <a:pt x="125552" y="9859"/>
                  </a:cubicBezTo>
                  <a:lnTo>
                    <a:pt x="188328" y="9859"/>
                  </a:lnTo>
                  <a:cubicBezTo>
                    <a:pt x="196996" y="9859"/>
                    <a:pt x="204022" y="16480"/>
                    <a:pt x="204022" y="24648"/>
                  </a:cubicBezTo>
                  <a:lnTo>
                    <a:pt x="204022" y="44366"/>
                  </a:lnTo>
                  <a:lnTo>
                    <a:pt x="224947" y="44366"/>
                  </a:lnTo>
                  <a:lnTo>
                    <a:pt x="224947" y="83905"/>
                  </a:lnTo>
                  <a:lnTo>
                    <a:pt x="88933" y="83905"/>
                  </a:lnTo>
                  <a:close/>
                  <a:moveTo>
                    <a:pt x="303417" y="374746"/>
                  </a:moveTo>
                  <a:cubicBezTo>
                    <a:pt x="303417" y="380191"/>
                    <a:pt x="298733" y="384605"/>
                    <a:pt x="292955" y="384605"/>
                  </a:cubicBezTo>
                  <a:lnTo>
                    <a:pt x="20925" y="384605"/>
                  </a:lnTo>
                  <a:cubicBezTo>
                    <a:pt x="15147" y="384605"/>
                    <a:pt x="10463" y="380191"/>
                    <a:pt x="10463" y="374746"/>
                  </a:cubicBezTo>
                  <a:lnTo>
                    <a:pt x="10463" y="54225"/>
                  </a:lnTo>
                  <a:cubicBezTo>
                    <a:pt x="10463" y="48779"/>
                    <a:pt x="15147" y="44366"/>
                    <a:pt x="20925" y="44366"/>
                  </a:cubicBezTo>
                  <a:lnTo>
                    <a:pt x="78470" y="44366"/>
                  </a:lnTo>
                  <a:lnTo>
                    <a:pt x="78470" y="93764"/>
                  </a:lnTo>
                  <a:lnTo>
                    <a:pt x="235410" y="93764"/>
                  </a:lnTo>
                  <a:lnTo>
                    <a:pt x="235410" y="44366"/>
                  </a:lnTo>
                  <a:lnTo>
                    <a:pt x="292955" y="44366"/>
                  </a:lnTo>
                  <a:cubicBezTo>
                    <a:pt x="298733" y="44366"/>
                    <a:pt x="303417" y="48779"/>
                    <a:pt x="303417" y="5422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78582E47-4771-5291-93BE-EC048882BABA}"/>
              </a:ext>
            </a:extLst>
          </p:cNvPr>
          <p:cNvSpPr txBox="1"/>
          <p:nvPr/>
        </p:nvSpPr>
        <p:spPr>
          <a:xfrm>
            <a:off x="5630067" y="6352870"/>
            <a:ext cx="1161030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sz="1100" kern="0">
                <a:solidFill>
                  <a:srgbClr val="000000"/>
                </a:solidFill>
              </a:rPr>
              <a:t>Script </a:t>
            </a:r>
          </a:p>
          <a:p>
            <a:pPr>
              <a:defRPr/>
            </a:pPr>
            <a:r>
              <a:rPr lang="en-US" sz="1100" kern="0">
                <a:solidFill>
                  <a:srgbClr val="000000"/>
                </a:solidFill>
                <a:cs typeface="Segoe UI"/>
              </a:rPr>
              <a:t>Execution</a:t>
            </a:r>
            <a:endParaRPr lang="en-US" sz="1100" kern="0">
              <a:solidFill>
                <a:srgbClr val="000000"/>
              </a:solidFill>
            </a:endParaRPr>
          </a:p>
          <a:p>
            <a:pPr>
              <a:defRPr/>
            </a:pP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580" name="Graphic 191" descr="Checklist outline">
            <a:extLst>
              <a:ext uri="{FF2B5EF4-FFF2-40B4-BE49-F238E27FC236}">
                <a16:creationId xmlns:a16="http://schemas.microsoft.com/office/drawing/2014/main" id="{0CD06215-FE8A-72D9-EC81-2E1485AED5D1}"/>
              </a:ext>
            </a:extLst>
          </p:cNvPr>
          <p:cNvGrpSpPr/>
          <p:nvPr/>
        </p:nvGrpSpPr>
        <p:grpSpPr>
          <a:xfrm>
            <a:off x="7470675" y="4820211"/>
            <a:ext cx="342598" cy="415651"/>
            <a:chOff x="5303412" y="4817084"/>
            <a:chExt cx="262986" cy="34741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50712255-EAB7-DFA6-3197-01113625923E}"/>
                </a:ext>
              </a:extLst>
            </p:cNvPr>
            <p:cNvSpPr/>
            <p:nvPr/>
          </p:nvSpPr>
          <p:spPr>
            <a:xfrm>
              <a:off x="5348528" y="486612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C2AE7973-0D35-0E54-660D-22AADA4E778F}"/>
                </a:ext>
              </a:extLst>
            </p:cNvPr>
            <p:cNvSpPr/>
            <p:nvPr/>
          </p:nvSpPr>
          <p:spPr>
            <a:xfrm>
              <a:off x="5439289" y="489090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47981B06-0168-EE7E-6A91-0E7B8B002A8C}"/>
                </a:ext>
              </a:extLst>
            </p:cNvPr>
            <p:cNvSpPr/>
            <p:nvPr/>
          </p:nvSpPr>
          <p:spPr>
            <a:xfrm>
              <a:off x="5348528" y="493126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A84B349A-D13C-DDDF-CB4E-21E80C690EB1}"/>
                </a:ext>
              </a:extLst>
            </p:cNvPr>
            <p:cNvSpPr/>
            <p:nvPr/>
          </p:nvSpPr>
          <p:spPr>
            <a:xfrm>
              <a:off x="5439289" y="495604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610BCF9A-5D0F-A5BF-178C-CED57A8EC0BA}"/>
                </a:ext>
              </a:extLst>
            </p:cNvPr>
            <p:cNvSpPr/>
            <p:nvPr/>
          </p:nvSpPr>
          <p:spPr>
            <a:xfrm>
              <a:off x="5348528" y="499640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2F513849-7EE0-838B-D90D-D98F7798088E}"/>
                </a:ext>
              </a:extLst>
            </p:cNvPr>
            <p:cNvSpPr/>
            <p:nvPr/>
          </p:nvSpPr>
          <p:spPr>
            <a:xfrm>
              <a:off x="5439289" y="502118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78D7DA4-A4D4-4174-5A5F-B40539FA5460}"/>
                </a:ext>
              </a:extLst>
            </p:cNvPr>
            <p:cNvSpPr/>
            <p:nvPr/>
          </p:nvSpPr>
          <p:spPr>
            <a:xfrm>
              <a:off x="5348528" y="506154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D835D1E7-CA6F-411A-E415-DB7196D085AF}"/>
                </a:ext>
              </a:extLst>
            </p:cNvPr>
            <p:cNvSpPr/>
            <p:nvPr/>
          </p:nvSpPr>
          <p:spPr>
            <a:xfrm>
              <a:off x="5439289" y="508632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72557A9F-5E8D-9E85-5C2C-208253892D17}"/>
                </a:ext>
              </a:extLst>
            </p:cNvPr>
            <p:cNvSpPr/>
            <p:nvPr/>
          </p:nvSpPr>
          <p:spPr>
            <a:xfrm>
              <a:off x="5303412" y="4817084"/>
              <a:ext cx="262986" cy="347413"/>
            </a:xfrm>
            <a:custGeom>
              <a:avLst/>
              <a:gdLst>
                <a:gd name="csX0" fmla="*/ 0 w 262986"/>
                <a:gd name="csY0" fmla="*/ 347413 h 347413"/>
                <a:gd name="csX1" fmla="*/ 262986 w 262986"/>
                <a:gd name="csY1" fmla="*/ 347413 h 347413"/>
                <a:gd name="csX2" fmla="*/ 262986 w 262986"/>
                <a:gd name="csY2" fmla="*/ 0 h 347413"/>
                <a:gd name="csX3" fmla="*/ 0 w 262986"/>
                <a:gd name="csY3" fmla="*/ 0 h 347413"/>
                <a:gd name="csX4" fmla="*/ 8766 w 262986"/>
                <a:gd name="csY4" fmla="*/ 8685 h 347413"/>
                <a:gd name="csX5" fmla="*/ 254220 w 262986"/>
                <a:gd name="csY5" fmla="*/ 8685 h 347413"/>
                <a:gd name="csX6" fmla="*/ 254220 w 262986"/>
                <a:gd name="csY6" fmla="*/ 338728 h 347413"/>
                <a:gd name="csX7" fmla="*/ 8766 w 262986"/>
                <a:gd name="csY7" fmla="*/ 338728 h 347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62986" h="347413">
                  <a:moveTo>
                    <a:pt x="0" y="347413"/>
                  </a:moveTo>
                  <a:lnTo>
                    <a:pt x="262986" y="347413"/>
                  </a:lnTo>
                  <a:lnTo>
                    <a:pt x="262986" y="0"/>
                  </a:lnTo>
                  <a:lnTo>
                    <a:pt x="0" y="0"/>
                  </a:lnTo>
                  <a:close/>
                  <a:moveTo>
                    <a:pt x="8766" y="8685"/>
                  </a:moveTo>
                  <a:lnTo>
                    <a:pt x="254220" y="8685"/>
                  </a:lnTo>
                  <a:lnTo>
                    <a:pt x="254220" y="338728"/>
                  </a:lnTo>
                  <a:lnTo>
                    <a:pt x="8766" y="338728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590" name="TextBox 589">
            <a:extLst>
              <a:ext uri="{FF2B5EF4-FFF2-40B4-BE49-F238E27FC236}">
                <a16:creationId xmlns:a16="http://schemas.microsoft.com/office/drawing/2014/main" id="{D3F99AF3-95C0-C8F8-6516-654E958FEB77}"/>
              </a:ext>
            </a:extLst>
          </p:cNvPr>
          <p:cNvSpPr txBox="1"/>
          <p:nvPr/>
        </p:nvSpPr>
        <p:spPr>
          <a:xfrm>
            <a:off x="7065868" y="4586542"/>
            <a:ext cx="1256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Error Log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BB17AE76-1C9A-0969-AB20-08FCC844898A}"/>
              </a:ext>
            </a:extLst>
          </p:cNvPr>
          <p:cNvSpPr txBox="1"/>
          <p:nvPr/>
        </p:nvSpPr>
        <p:spPr>
          <a:xfrm rot="10800000" flipV="1">
            <a:off x="8952262" y="2304142"/>
            <a:ext cx="1137925" cy="4402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If it's Existing DB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97" name="Flowchart: Process 596">
            <a:extLst>
              <a:ext uri="{FF2B5EF4-FFF2-40B4-BE49-F238E27FC236}">
                <a16:creationId xmlns:a16="http://schemas.microsoft.com/office/drawing/2014/main" id="{46743F9D-E962-056C-32D4-DA0C96004593}"/>
              </a:ext>
            </a:extLst>
          </p:cNvPr>
          <p:cNvSpPr/>
          <p:nvPr/>
        </p:nvSpPr>
        <p:spPr>
          <a:xfrm>
            <a:off x="2729998" y="2530904"/>
            <a:ext cx="2145750" cy="1105126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grpSp>
        <p:nvGrpSpPr>
          <p:cNvPr id="618" name="Graphic 191" descr="Checklist outline">
            <a:extLst>
              <a:ext uri="{FF2B5EF4-FFF2-40B4-BE49-F238E27FC236}">
                <a16:creationId xmlns:a16="http://schemas.microsoft.com/office/drawing/2014/main" id="{09B4D97D-C0ED-E35E-5AF9-B70CE27003D3}"/>
              </a:ext>
            </a:extLst>
          </p:cNvPr>
          <p:cNvGrpSpPr/>
          <p:nvPr/>
        </p:nvGrpSpPr>
        <p:grpSpPr>
          <a:xfrm>
            <a:off x="452814" y="3073920"/>
            <a:ext cx="262986" cy="347413"/>
            <a:chOff x="5303412" y="4817084"/>
            <a:chExt cx="262986" cy="34741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98EF053-177F-50D8-0B9D-571B925143E2}"/>
                </a:ext>
              </a:extLst>
            </p:cNvPr>
            <p:cNvSpPr/>
            <p:nvPr/>
          </p:nvSpPr>
          <p:spPr>
            <a:xfrm>
              <a:off x="5348528" y="486612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30172B7C-C301-103A-C395-02AC87BF79A3}"/>
                </a:ext>
              </a:extLst>
            </p:cNvPr>
            <p:cNvSpPr/>
            <p:nvPr/>
          </p:nvSpPr>
          <p:spPr>
            <a:xfrm>
              <a:off x="5439289" y="489090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F62DE35-B522-47B9-BEA5-9671D9F71BFB}"/>
                </a:ext>
              </a:extLst>
            </p:cNvPr>
            <p:cNvSpPr/>
            <p:nvPr/>
          </p:nvSpPr>
          <p:spPr>
            <a:xfrm>
              <a:off x="5348528" y="493126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4CA9E84B-4849-40E3-5D9F-B1B133E8FF82}"/>
                </a:ext>
              </a:extLst>
            </p:cNvPr>
            <p:cNvSpPr/>
            <p:nvPr/>
          </p:nvSpPr>
          <p:spPr>
            <a:xfrm>
              <a:off x="5439289" y="495604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70566205-5B13-CBF9-364E-355A31D0E336}"/>
                </a:ext>
              </a:extLst>
            </p:cNvPr>
            <p:cNvSpPr/>
            <p:nvPr/>
          </p:nvSpPr>
          <p:spPr>
            <a:xfrm>
              <a:off x="5348528" y="499640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1042747A-DA28-F01D-10DD-FD613CBB6337}"/>
                </a:ext>
              </a:extLst>
            </p:cNvPr>
            <p:cNvSpPr/>
            <p:nvPr/>
          </p:nvSpPr>
          <p:spPr>
            <a:xfrm>
              <a:off x="5439289" y="502118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E787CA07-CFBA-4CBB-7F44-A05797D21052}"/>
                </a:ext>
              </a:extLst>
            </p:cNvPr>
            <p:cNvSpPr/>
            <p:nvPr/>
          </p:nvSpPr>
          <p:spPr>
            <a:xfrm>
              <a:off x="5348528" y="506154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77986619-BDEC-828F-1C20-A723FB38CA69}"/>
                </a:ext>
              </a:extLst>
            </p:cNvPr>
            <p:cNvSpPr/>
            <p:nvPr/>
          </p:nvSpPr>
          <p:spPr>
            <a:xfrm>
              <a:off x="5439289" y="508632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28BD8D8E-07E5-F361-399E-B756E0EAF827}"/>
                </a:ext>
              </a:extLst>
            </p:cNvPr>
            <p:cNvSpPr/>
            <p:nvPr/>
          </p:nvSpPr>
          <p:spPr>
            <a:xfrm>
              <a:off x="5303412" y="4817084"/>
              <a:ext cx="262986" cy="347413"/>
            </a:xfrm>
            <a:custGeom>
              <a:avLst/>
              <a:gdLst>
                <a:gd name="csX0" fmla="*/ 0 w 262986"/>
                <a:gd name="csY0" fmla="*/ 347413 h 347413"/>
                <a:gd name="csX1" fmla="*/ 262986 w 262986"/>
                <a:gd name="csY1" fmla="*/ 347413 h 347413"/>
                <a:gd name="csX2" fmla="*/ 262986 w 262986"/>
                <a:gd name="csY2" fmla="*/ 0 h 347413"/>
                <a:gd name="csX3" fmla="*/ 0 w 262986"/>
                <a:gd name="csY3" fmla="*/ 0 h 347413"/>
                <a:gd name="csX4" fmla="*/ 8766 w 262986"/>
                <a:gd name="csY4" fmla="*/ 8685 h 347413"/>
                <a:gd name="csX5" fmla="*/ 254220 w 262986"/>
                <a:gd name="csY5" fmla="*/ 8685 h 347413"/>
                <a:gd name="csX6" fmla="*/ 254220 w 262986"/>
                <a:gd name="csY6" fmla="*/ 338728 h 347413"/>
                <a:gd name="csX7" fmla="*/ 8766 w 262986"/>
                <a:gd name="csY7" fmla="*/ 338728 h 347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62986" h="347413">
                  <a:moveTo>
                    <a:pt x="0" y="347413"/>
                  </a:moveTo>
                  <a:lnTo>
                    <a:pt x="262986" y="347413"/>
                  </a:lnTo>
                  <a:lnTo>
                    <a:pt x="262986" y="0"/>
                  </a:lnTo>
                  <a:lnTo>
                    <a:pt x="0" y="0"/>
                  </a:lnTo>
                  <a:close/>
                  <a:moveTo>
                    <a:pt x="8766" y="8685"/>
                  </a:moveTo>
                  <a:lnTo>
                    <a:pt x="254220" y="8685"/>
                  </a:lnTo>
                  <a:lnTo>
                    <a:pt x="254220" y="338728"/>
                  </a:lnTo>
                  <a:lnTo>
                    <a:pt x="8766" y="338728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639" name="Graphic 191" descr="Checklist outline">
            <a:extLst>
              <a:ext uri="{FF2B5EF4-FFF2-40B4-BE49-F238E27FC236}">
                <a16:creationId xmlns:a16="http://schemas.microsoft.com/office/drawing/2014/main" id="{EA44C8E6-C9A5-0C2D-C9ED-68330AF34C55}"/>
              </a:ext>
            </a:extLst>
          </p:cNvPr>
          <p:cNvGrpSpPr/>
          <p:nvPr/>
        </p:nvGrpSpPr>
        <p:grpSpPr>
          <a:xfrm>
            <a:off x="357555" y="4942263"/>
            <a:ext cx="262986" cy="347413"/>
            <a:chOff x="5303412" y="4817084"/>
            <a:chExt cx="262986" cy="34741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E8855F91-DDBE-B009-E988-792268850885}"/>
                </a:ext>
              </a:extLst>
            </p:cNvPr>
            <p:cNvSpPr/>
            <p:nvPr/>
          </p:nvSpPr>
          <p:spPr>
            <a:xfrm>
              <a:off x="5348528" y="486612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2E5CA2E3-8EF8-020B-51C2-516D518697C1}"/>
                </a:ext>
              </a:extLst>
            </p:cNvPr>
            <p:cNvSpPr/>
            <p:nvPr/>
          </p:nvSpPr>
          <p:spPr>
            <a:xfrm>
              <a:off x="5439289" y="489090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290A0B4F-AB6B-9411-C5B4-246DD0EA415A}"/>
                </a:ext>
              </a:extLst>
            </p:cNvPr>
            <p:cNvSpPr/>
            <p:nvPr/>
          </p:nvSpPr>
          <p:spPr>
            <a:xfrm>
              <a:off x="5348528" y="493126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43" name="Rectangle 642">
              <a:extLst>
                <a:ext uri="{FF2B5EF4-FFF2-40B4-BE49-F238E27FC236}">
                  <a16:creationId xmlns:a16="http://schemas.microsoft.com/office/drawing/2014/main" id="{C51A6D2B-75F7-A35F-A98E-33B783CD0D60}"/>
                </a:ext>
              </a:extLst>
            </p:cNvPr>
            <p:cNvSpPr/>
            <p:nvPr/>
          </p:nvSpPr>
          <p:spPr>
            <a:xfrm>
              <a:off x="5439289" y="495604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270B345C-34D8-B18F-CE4B-1DCD9E89951E}"/>
                </a:ext>
              </a:extLst>
            </p:cNvPr>
            <p:cNvSpPr/>
            <p:nvPr/>
          </p:nvSpPr>
          <p:spPr>
            <a:xfrm>
              <a:off x="5348528" y="499640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4BCE75F5-0EFD-FD68-92A8-8EF153F9A18D}"/>
                </a:ext>
              </a:extLst>
            </p:cNvPr>
            <p:cNvSpPr/>
            <p:nvPr/>
          </p:nvSpPr>
          <p:spPr>
            <a:xfrm>
              <a:off x="5439289" y="502118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3E2DDED8-F205-8AB0-F0EC-8F5CF96855A1}"/>
                </a:ext>
              </a:extLst>
            </p:cNvPr>
            <p:cNvSpPr/>
            <p:nvPr/>
          </p:nvSpPr>
          <p:spPr>
            <a:xfrm>
              <a:off x="5348528" y="506154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9812AB49-EA37-F935-B7E1-D31DB6D613F7}"/>
                </a:ext>
              </a:extLst>
            </p:cNvPr>
            <p:cNvSpPr/>
            <p:nvPr/>
          </p:nvSpPr>
          <p:spPr>
            <a:xfrm>
              <a:off x="5439289" y="508632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3B86C045-ED14-B761-3D05-CCFE1BF532F7}"/>
                </a:ext>
              </a:extLst>
            </p:cNvPr>
            <p:cNvSpPr/>
            <p:nvPr/>
          </p:nvSpPr>
          <p:spPr>
            <a:xfrm>
              <a:off x="5303412" y="4817084"/>
              <a:ext cx="262986" cy="347413"/>
            </a:xfrm>
            <a:custGeom>
              <a:avLst/>
              <a:gdLst>
                <a:gd name="csX0" fmla="*/ 0 w 262986"/>
                <a:gd name="csY0" fmla="*/ 347413 h 347413"/>
                <a:gd name="csX1" fmla="*/ 262986 w 262986"/>
                <a:gd name="csY1" fmla="*/ 347413 h 347413"/>
                <a:gd name="csX2" fmla="*/ 262986 w 262986"/>
                <a:gd name="csY2" fmla="*/ 0 h 347413"/>
                <a:gd name="csX3" fmla="*/ 0 w 262986"/>
                <a:gd name="csY3" fmla="*/ 0 h 347413"/>
                <a:gd name="csX4" fmla="*/ 8766 w 262986"/>
                <a:gd name="csY4" fmla="*/ 8685 h 347413"/>
                <a:gd name="csX5" fmla="*/ 254220 w 262986"/>
                <a:gd name="csY5" fmla="*/ 8685 h 347413"/>
                <a:gd name="csX6" fmla="*/ 254220 w 262986"/>
                <a:gd name="csY6" fmla="*/ 338728 h 347413"/>
                <a:gd name="csX7" fmla="*/ 8766 w 262986"/>
                <a:gd name="csY7" fmla="*/ 338728 h 347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62986" h="347413">
                  <a:moveTo>
                    <a:pt x="0" y="347413"/>
                  </a:moveTo>
                  <a:lnTo>
                    <a:pt x="262986" y="347413"/>
                  </a:lnTo>
                  <a:lnTo>
                    <a:pt x="262986" y="0"/>
                  </a:lnTo>
                  <a:lnTo>
                    <a:pt x="0" y="0"/>
                  </a:lnTo>
                  <a:close/>
                  <a:moveTo>
                    <a:pt x="8766" y="8685"/>
                  </a:moveTo>
                  <a:lnTo>
                    <a:pt x="254220" y="8685"/>
                  </a:lnTo>
                  <a:lnTo>
                    <a:pt x="254220" y="338728"/>
                  </a:lnTo>
                  <a:lnTo>
                    <a:pt x="8766" y="338728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649" name="Graphic 191" descr="Checklist outline">
            <a:extLst>
              <a:ext uri="{FF2B5EF4-FFF2-40B4-BE49-F238E27FC236}">
                <a16:creationId xmlns:a16="http://schemas.microsoft.com/office/drawing/2014/main" id="{C7263379-1393-77E0-D616-DB8A56A174E5}"/>
              </a:ext>
            </a:extLst>
          </p:cNvPr>
          <p:cNvGrpSpPr/>
          <p:nvPr/>
        </p:nvGrpSpPr>
        <p:grpSpPr>
          <a:xfrm>
            <a:off x="1900036" y="4927702"/>
            <a:ext cx="262986" cy="347413"/>
            <a:chOff x="5303412" y="4817084"/>
            <a:chExt cx="262986" cy="34741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A357E25E-B2E6-16DA-3D96-63B1098CD69D}"/>
                </a:ext>
              </a:extLst>
            </p:cNvPr>
            <p:cNvSpPr/>
            <p:nvPr/>
          </p:nvSpPr>
          <p:spPr>
            <a:xfrm>
              <a:off x="5348528" y="486612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A54D15AC-D4CC-B3A5-F519-F7C89D71C028}"/>
                </a:ext>
              </a:extLst>
            </p:cNvPr>
            <p:cNvSpPr/>
            <p:nvPr/>
          </p:nvSpPr>
          <p:spPr>
            <a:xfrm>
              <a:off x="5439289" y="489090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B9997BB8-19F4-4919-B9B4-1CD6D5CA2208}"/>
                </a:ext>
              </a:extLst>
            </p:cNvPr>
            <p:cNvSpPr/>
            <p:nvPr/>
          </p:nvSpPr>
          <p:spPr>
            <a:xfrm>
              <a:off x="5348528" y="493126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4868539C-05E0-3615-29AF-22747F06D057}"/>
                </a:ext>
              </a:extLst>
            </p:cNvPr>
            <p:cNvSpPr/>
            <p:nvPr/>
          </p:nvSpPr>
          <p:spPr>
            <a:xfrm>
              <a:off x="5439289" y="495604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880DAE48-9E24-C428-74E9-ACD030E2D6EC}"/>
                </a:ext>
              </a:extLst>
            </p:cNvPr>
            <p:cNvSpPr/>
            <p:nvPr/>
          </p:nvSpPr>
          <p:spPr>
            <a:xfrm>
              <a:off x="5348528" y="499640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15F6B710-7084-8798-0487-2BB30417F871}"/>
                </a:ext>
              </a:extLst>
            </p:cNvPr>
            <p:cNvSpPr/>
            <p:nvPr/>
          </p:nvSpPr>
          <p:spPr>
            <a:xfrm>
              <a:off x="5439289" y="502118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630C4102-E1E4-72CD-717E-1D583C73627B}"/>
                </a:ext>
              </a:extLst>
            </p:cNvPr>
            <p:cNvSpPr/>
            <p:nvPr/>
          </p:nvSpPr>
          <p:spPr>
            <a:xfrm>
              <a:off x="5348528" y="5061546"/>
              <a:ext cx="63178" cy="48294"/>
            </a:xfrm>
            <a:custGeom>
              <a:avLst/>
              <a:gdLst>
                <a:gd name="csX0" fmla="*/ 20631 w 63178"/>
                <a:gd name="csY0" fmla="*/ 36014 h 48294"/>
                <a:gd name="csX1" fmla="*/ 6198 w 63178"/>
                <a:gd name="csY1" fmla="*/ 21713 h 48294"/>
                <a:gd name="csX2" fmla="*/ 0 w 63178"/>
                <a:gd name="csY2" fmla="*/ 27854 h 48294"/>
                <a:gd name="csX3" fmla="*/ 20631 w 63178"/>
                <a:gd name="csY3" fmla="*/ 48295 h 48294"/>
                <a:gd name="csX4" fmla="*/ 63178 w 63178"/>
                <a:gd name="csY4" fmla="*/ 6141 h 48294"/>
                <a:gd name="csX5" fmla="*/ 56980 w 63178"/>
                <a:gd name="csY5" fmla="*/ 0 h 48294"/>
                <a:gd name="csX6" fmla="*/ 20631 w 63178"/>
                <a:gd name="csY6" fmla="*/ 36014 h 48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178" h="48294">
                  <a:moveTo>
                    <a:pt x="20631" y="36014"/>
                  </a:moveTo>
                  <a:lnTo>
                    <a:pt x="6198" y="21713"/>
                  </a:lnTo>
                  <a:lnTo>
                    <a:pt x="0" y="27854"/>
                  </a:lnTo>
                  <a:lnTo>
                    <a:pt x="20631" y="48295"/>
                  </a:lnTo>
                  <a:lnTo>
                    <a:pt x="63178" y="6141"/>
                  </a:lnTo>
                  <a:lnTo>
                    <a:pt x="56980" y="0"/>
                  </a:lnTo>
                  <a:lnTo>
                    <a:pt x="20631" y="36014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B277EA64-7550-6FF9-0B57-1B23FB1170EF}"/>
                </a:ext>
              </a:extLst>
            </p:cNvPr>
            <p:cNvSpPr/>
            <p:nvPr/>
          </p:nvSpPr>
          <p:spPr>
            <a:xfrm>
              <a:off x="5439289" y="5086329"/>
              <a:ext cx="83278" cy="8685"/>
            </a:xfrm>
            <a:prstGeom prst="rect">
              <a:avLst/>
            </a:pr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76117073-B5EC-D2D0-3034-42391B44AD32}"/>
                </a:ext>
              </a:extLst>
            </p:cNvPr>
            <p:cNvSpPr/>
            <p:nvPr/>
          </p:nvSpPr>
          <p:spPr>
            <a:xfrm>
              <a:off x="5303412" y="4817084"/>
              <a:ext cx="262986" cy="347413"/>
            </a:xfrm>
            <a:custGeom>
              <a:avLst/>
              <a:gdLst>
                <a:gd name="csX0" fmla="*/ 0 w 262986"/>
                <a:gd name="csY0" fmla="*/ 347413 h 347413"/>
                <a:gd name="csX1" fmla="*/ 262986 w 262986"/>
                <a:gd name="csY1" fmla="*/ 347413 h 347413"/>
                <a:gd name="csX2" fmla="*/ 262986 w 262986"/>
                <a:gd name="csY2" fmla="*/ 0 h 347413"/>
                <a:gd name="csX3" fmla="*/ 0 w 262986"/>
                <a:gd name="csY3" fmla="*/ 0 h 347413"/>
                <a:gd name="csX4" fmla="*/ 8766 w 262986"/>
                <a:gd name="csY4" fmla="*/ 8685 h 347413"/>
                <a:gd name="csX5" fmla="*/ 254220 w 262986"/>
                <a:gd name="csY5" fmla="*/ 8685 h 347413"/>
                <a:gd name="csX6" fmla="*/ 254220 w 262986"/>
                <a:gd name="csY6" fmla="*/ 338728 h 347413"/>
                <a:gd name="csX7" fmla="*/ 8766 w 262986"/>
                <a:gd name="csY7" fmla="*/ 338728 h 347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62986" h="347413">
                  <a:moveTo>
                    <a:pt x="0" y="347413"/>
                  </a:moveTo>
                  <a:lnTo>
                    <a:pt x="262986" y="347413"/>
                  </a:lnTo>
                  <a:lnTo>
                    <a:pt x="262986" y="0"/>
                  </a:lnTo>
                  <a:lnTo>
                    <a:pt x="0" y="0"/>
                  </a:lnTo>
                  <a:close/>
                  <a:moveTo>
                    <a:pt x="8766" y="8685"/>
                  </a:moveTo>
                  <a:lnTo>
                    <a:pt x="254220" y="8685"/>
                  </a:lnTo>
                  <a:lnTo>
                    <a:pt x="254220" y="338728"/>
                  </a:lnTo>
                  <a:lnTo>
                    <a:pt x="8766" y="338728"/>
                  </a:ln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669" name="TextBox 668">
            <a:extLst>
              <a:ext uri="{FF2B5EF4-FFF2-40B4-BE49-F238E27FC236}">
                <a16:creationId xmlns:a16="http://schemas.microsoft.com/office/drawing/2014/main" id="{D9BCABCD-D1EA-B372-817E-D2DD4DF4B2C4}"/>
              </a:ext>
            </a:extLst>
          </p:cNvPr>
          <p:cNvSpPr txBox="1"/>
          <p:nvPr/>
        </p:nvSpPr>
        <p:spPr>
          <a:xfrm>
            <a:off x="2215050" y="5078074"/>
            <a:ext cx="960298" cy="271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JIRA Task</a:t>
            </a:r>
            <a:endParaRPr lang="en-US"/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0EF518B7-066E-83F1-D5DC-3B5AFD83FE77}"/>
              </a:ext>
            </a:extLst>
          </p:cNvPr>
          <p:cNvSpPr txBox="1"/>
          <p:nvPr/>
        </p:nvSpPr>
        <p:spPr>
          <a:xfrm>
            <a:off x="-11197" y="5327533"/>
            <a:ext cx="14960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cs typeface="Segoe UI"/>
              </a:rPr>
              <a:t>Application team will connect to the database post validation.</a:t>
            </a:r>
          </a:p>
        </p:txBody>
      </p: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755FA116-7003-DF81-A6C2-DD7A38F9A224}"/>
              </a:ext>
            </a:extLst>
          </p:cNvPr>
          <p:cNvCxnSpPr>
            <a:cxnSpLocks/>
          </p:cNvCxnSpPr>
          <p:nvPr/>
        </p:nvCxnSpPr>
        <p:spPr>
          <a:xfrm>
            <a:off x="10189903" y="2135363"/>
            <a:ext cx="0" cy="7184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01048680-C272-07DB-9EF2-17347F09791C}"/>
              </a:ext>
            </a:extLst>
          </p:cNvPr>
          <p:cNvCxnSpPr/>
          <p:nvPr/>
        </p:nvCxnSpPr>
        <p:spPr>
          <a:xfrm>
            <a:off x="9938938" y="1076255"/>
            <a:ext cx="632736" cy="16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5669A55C-85EA-1CA5-CB46-2658E4419F6A}"/>
              </a:ext>
            </a:extLst>
          </p:cNvPr>
          <p:cNvCxnSpPr>
            <a:cxnSpLocks/>
          </p:cNvCxnSpPr>
          <p:nvPr/>
        </p:nvCxnSpPr>
        <p:spPr>
          <a:xfrm flipV="1">
            <a:off x="9729404" y="3238068"/>
            <a:ext cx="434240" cy="18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Arrow Connector 481">
            <a:extLst>
              <a:ext uri="{FF2B5EF4-FFF2-40B4-BE49-F238E27FC236}">
                <a16:creationId xmlns:a16="http://schemas.microsoft.com/office/drawing/2014/main" id="{DA49F1E8-07DD-97D0-F52F-48937E665EB5}"/>
              </a:ext>
            </a:extLst>
          </p:cNvPr>
          <p:cNvCxnSpPr>
            <a:cxnSpLocks/>
          </p:cNvCxnSpPr>
          <p:nvPr/>
        </p:nvCxnSpPr>
        <p:spPr>
          <a:xfrm>
            <a:off x="10412257" y="4234130"/>
            <a:ext cx="0" cy="5810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>
            <a:extLst>
              <a:ext uri="{FF2B5EF4-FFF2-40B4-BE49-F238E27FC236}">
                <a16:creationId xmlns:a16="http://schemas.microsoft.com/office/drawing/2014/main" id="{175113C1-5DCB-D36F-DF26-526C55A29E55}"/>
              </a:ext>
            </a:extLst>
          </p:cNvPr>
          <p:cNvCxnSpPr>
            <a:cxnSpLocks/>
          </p:cNvCxnSpPr>
          <p:nvPr/>
        </p:nvCxnSpPr>
        <p:spPr>
          <a:xfrm flipH="1">
            <a:off x="6539310" y="6192729"/>
            <a:ext cx="1049241" cy="1005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Box 418">
            <a:extLst>
              <a:ext uri="{FF2B5EF4-FFF2-40B4-BE49-F238E27FC236}">
                <a16:creationId xmlns:a16="http://schemas.microsoft.com/office/drawing/2014/main" id="{48AEE27D-E903-B40C-C4CA-F6A8DC4C4E5C}"/>
              </a:ext>
            </a:extLst>
          </p:cNvPr>
          <p:cNvSpPr txBox="1"/>
          <p:nvPr/>
        </p:nvSpPr>
        <p:spPr>
          <a:xfrm>
            <a:off x="9679142" y="5422988"/>
            <a:ext cx="127541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Full/Diff/Log Validation 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420" name="Flowchart: Process 419">
            <a:extLst>
              <a:ext uri="{FF2B5EF4-FFF2-40B4-BE49-F238E27FC236}">
                <a16:creationId xmlns:a16="http://schemas.microsoft.com/office/drawing/2014/main" id="{1C784686-A4C9-F7DA-4DAB-1E24F141B09E}"/>
              </a:ext>
            </a:extLst>
          </p:cNvPr>
          <p:cNvSpPr/>
          <p:nvPr/>
        </p:nvSpPr>
        <p:spPr>
          <a:xfrm>
            <a:off x="9534791" y="4806789"/>
            <a:ext cx="2221546" cy="1464213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grpSp>
        <p:nvGrpSpPr>
          <p:cNvPr id="31" name="Graphic 112" descr="Decision chart outline">
            <a:extLst>
              <a:ext uri="{FF2B5EF4-FFF2-40B4-BE49-F238E27FC236}">
                <a16:creationId xmlns:a16="http://schemas.microsoft.com/office/drawing/2014/main" id="{4CFFCB43-1A7F-CE30-1A3D-DA25BD2CB5F1}"/>
              </a:ext>
            </a:extLst>
          </p:cNvPr>
          <p:cNvGrpSpPr/>
          <p:nvPr/>
        </p:nvGrpSpPr>
        <p:grpSpPr>
          <a:xfrm>
            <a:off x="10090109" y="4978223"/>
            <a:ext cx="368072" cy="342179"/>
            <a:chOff x="9262075" y="1953190"/>
            <a:chExt cx="316356" cy="338181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5AEE466-056A-7707-D7DA-397720C902C1}"/>
                </a:ext>
              </a:extLst>
            </p:cNvPr>
            <p:cNvSpPr/>
            <p:nvPr/>
          </p:nvSpPr>
          <p:spPr>
            <a:xfrm>
              <a:off x="9262075" y="2233633"/>
              <a:ext cx="116552" cy="57738"/>
            </a:xfrm>
            <a:custGeom>
              <a:avLst/>
              <a:gdLst>
                <a:gd name="csX0" fmla="*/ 0 w 116552"/>
                <a:gd name="csY0" fmla="*/ 57738 h 57738"/>
                <a:gd name="csX1" fmla="*/ 116552 w 116552"/>
                <a:gd name="csY1" fmla="*/ 57738 h 57738"/>
                <a:gd name="csX2" fmla="*/ 116552 w 116552"/>
                <a:gd name="csY2" fmla="*/ 0 h 57738"/>
                <a:gd name="csX3" fmla="*/ 0 w 116552"/>
                <a:gd name="csY3" fmla="*/ 0 h 57738"/>
                <a:gd name="csX4" fmla="*/ 8325 w 116552"/>
                <a:gd name="csY4" fmla="*/ 8248 h 57738"/>
                <a:gd name="csX5" fmla="*/ 108227 w 116552"/>
                <a:gd name="csY5" fmla="*/ 8248 h 57738"/>
                <a:gd name="csX6" fmla="*/ 108227 w 116552"/>
                <a:gd name="csY6" fmla="*/ 49490 h 57738"/>
                <a:gd name="csX7" fmla="*/ 8325 w 116552"/>
                <a:gd name="csY7" fmla="*/ 49490 h 57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552" h="57738">
                  <a:moveTo>
                    <a:pt x="0" y="57738"/>
                  </a:moveTo>
                  <a:lnTo>
                    <a:pt x="116552" y="57738"/>
                  </a:lnTo>
                  <a:lnTo>
                    <a:pt x="116552" y="0"/>
                  </a:lnTo>
                  <a:lnTo>
                    <a:pt x="0" y="0"/>
                  </a:lnTo>
                  <a:close/>
                  <a:moveTo>
                    <a:pt x="8325" y="8248"/>
                  </a:moveTo>
                  <a:lnTo>
                    <a:pt x="108227" y="8248"/>
                  </a:lnTo>
                  <a:lnTo>
                    <a:pt x="108227" y="49490"/>
                  </a:lnTo>
                  <a:lnTo>
                    <a:pt x="8325" y="49490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1C9985A-78FC-E798-405A-20750C500D82}"/>
                </a:ext>
              </a:extLst>
            </p:cNvPr>
            <p:cNvSpPr/>
            <p:nvPr/>
          </p:nvSpPr>
          <p:spPr>
            <a:xfrm>
              <a:off x="9461879" y="2233633"/>
              <a:ext cx="116552" cy="57738"/>
            </a:xfrm>
            <a:custGeom>
              <a:avLst/>
              <a:gdLst>
                <a:gd name="csX0" fmla="*/ 0 w 116552"/>
                <a:gd name="csY0" fmla="*/ 0 h 57738"/>
                <a:gd name="csX1" fmla="*/ 0 w 116552"/>
                <a:gd name="csY1" fmla="*/ 57738 h 57738"/>
                <a:gd name="csX2" fmla="*/ 116552 w 116552"/>
                <a:gd name="csY2" fmla="*/ 57738 h 57738"/>
                <a:gd name="csX3" fmla="*/ 116552 w 116552"/>
                <a:gd name="csY3" fmla="*/ 0 h 57738"/>
                <a:gd name="csX4" fmla="*/ 108227 w 116552"/>
                <a:gd name="csY4" fmla="*/ 49490 h 57738"/>
                <a:gd name="csX5" fmla="*/ 8325 w 116552"/>
                <a:gd name="csY5" fmla="*/ 49490 h 57738"/>
                <a:gd name="csX6" fmla="*/ 8325 w 116552"/>
                <a:gd name="csY6" fmla="*/ 8248 h 57738"/>
                <a:gd name="csX7" fmla="*/ 108227 w 116552"/>
                <a:gd name="csY7" fmla="*/ 8248 h 57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552" h="57738">
                  <a:moveTo>
                    <a:pt x="0" y="0"/>
                  </a:moveTo>
                  <a:lnTo>
                    <a:pt x="0" y="57738"/>
                  </a:lnTo>
                  <a:lnTo>
                    <a:pt x="116552" y="57738"/>
                  </a:lnTo>
                  <a:lnTo>
                    <a:pt x="116552" y="0"/>
                  </a:lnTo>
                  <a:close/>
                  <a:moveTo>
                    <a:pt x="108227" y="49490"/>
                  </a:moveTo>
                  <a:lnTo>
                    <a:pt x="8325" y="49490"/>
                  </a:lnTo>
                  <a:lnTo>
                    <a:pt x="8325" y="8248"/>
                  </a:lnTo>
                  <a:lnTo>
                    <a:pt x="108227" y="8248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959139F-294C-6879-FA92-1BE1DD2FB643}"/>
                </a:ext>
              </a:extLst>
            </p:cNvPr>
            <p:cNvSpPr/>
            <p:nvPr/>
          </p:nvSpPr>
          <p:spPr>
            <a:xfrm>
              <a:off x="9291264" y="2091704"/>
              <a:ext cx="257977" cy="133679"/>
            </a:xfrm>
            <a:custGeom>
              <a:avLst/>
              <a:gdLst>
                <a:gd name="csX0" fmla="*/ 168175 w 257977"/>
                <a:gd name="csY0" fmla="*/ 47073 h 133679"/>
                <a:gd name="csX1" fmla="*/ 224728 w 257977"/>
                <a:gd name="csY1" fmla="*/ 47073 h 133679"/>
                <a:gd name="csX2" fmla="*/ 224728 w 257977"/>
                <a:gd name="csY2" fmla="*/ 119502 h 133679"/>
                <a:gd name="csX3" fmla="*/ 224657 w 257977"/>
                <a:gd name="csY3" fmla="*/ 119531 h 133679"/>
                <a:gd name="csX4" fmla="*/ 206858 w 257977"/>
                <a:gd name="csY4" fmla="*/ 101896 h 133679"/>
                <a:gd name="csX5" fmla="*/ 200972 w 257977"/>
                <a:gd name="csY5" fmla="*/ 101997 h 133679"/>
                <a:gd name="csX6" fmla="*/ 200972 w 257977"/>
                <a:gd name="csY6" fmla="*/ 107727 h 133679"/>
                <a:gd name="csX7" fmla="*/ 225947 w 257977"/>
                <a:gd name="csY7" fmla="*/ 132472 h 133679"/>
                <a:gd name="csX8" fmla="*/ 231833 w 257977"/>
                <a:gd name="csY8" fmla="*/ 132472 h 133679"/>
                <a:gd name="csX9" fmla="*/ 256809 w 257977"/>
                <a:gd name="csY9" fmla="*/ 107727 h 133679"/>
                <a:gd name="csX10" fmla="*/ 256706 w 257977"/>
                <a:gd name="csY10" fmla="*/ 101896 h 133679"/>
                <a:gd name="csX11" fmla="*/ 250923 w 257977"/>
                <a:gd name="csY11" fmla="*/ 101896 h 133679"/>
                <a:gd name="csX12" fmla="*/ 233124 w 257977"/>
                <a:gd name="csY12" fmla="*/ 119531 h 133679"/>
                <a:gd name="csX13" fmla="*/ 233053 w 257977"/>
                <a:gd name="csY13" fmla="*/ 119502 h 133679"/>
                <a:gd name="csX14" fmla="*/ 233053 w 257977"/>
                <a:gd name="csY14" fmla="*/ 38825 h 133679"/>
                <a:gd name="csX15" fmla="*/ 168175 w 257977"/>
                <a:gd name="csY15" fmla="*/ 38825 h 133679"/>
                <a:gd name="csX16" fmla="*/ 128989 w 257977"/>
                <a:gd name="csY16" fmla="*/ 0 h 133679"/>
                <a:gd name="csX17" fmla="*/ 89802 w 257977"/>
                <a:gd name="csY17" fmla="*/ 38825 h 133679"/>
                <a:gd name="csX18" fmla="*/ 24924 w 257977"/>
                <a:gd name="csY18" fmla="*/ 38825 h 133679"/>
                <a:gd name="csX19" fmla="*/ 24924 w 257977"/>
                <a:gd name="csY19" fmla="*/ 119502 h 133679"/>
                <a:gd name="csX20" fmla="*/ 24854 w 257977"/>
                <a:gd name="csY20" fmla="*/ 119531 h 133679"/>
                <a:gd name="csX21" fmla="*/ 7054 w 257977"/>
                <a:gd name="csY21" fmla="*/ 101896 h 133679"/>
                <a:gd name="csX22" fmla="*/ 1169 w 257977"/>
                <a:gd name="csY22" fmla="*/ 101997 h 133679"/>
                <a:gd name="csX23" fmla="*/ 1169 w 257977"/>
                <a:gd name="csY23" fmla="*/ 107727 h 133679"/>
                <a:gd name="csX24" fmla="*/ 26144 w 257977"/>
                <a:gd name="csY24" fmla="*/ 132472 h 133679"/>
                <a:gd name="csX25" fmla="*/ 32030 w 257977"/>
                <a:gd name="csY25" fmla="*/ 132472 h 133679"/>
                <a:gd name="csX26" fmla="*/ 57005 w 257977"/>
                <a:gd name="csY26" fmla="*/ 107727 h 133679"/>
                <a:gd name="csX27" fmla="*/ 57108 w 257977"/>
                <a:gd name="csY27" fmla="*/ 101896 h 133679"/>
                <a:gd name="csX28" fmla="*/ 51222 w 257977"/>
                <a:gd name="csY28" fmla="*/ 101794 h 133679"/>
                <a:gd name="csX29" fmla="*/ 51119 w 257977"/>
                <a:gd name="csY29" fmla="*/ 101896 h 133679"/>
                <a:gd name="csX30" fmla="*/ 33320 w 257977"/>
                <a:gd name="csY30" fmla="*/ 119531 h 133679"/>
                <a:gd name="csX31" fmla="*/ 33249 w 257977"/>
                <a:gd name="csY31" fmla="*/ 119502 h 133679"/>
                <a:gd name="csX32" fmla="*/ 33249 w 257977"/>
                <a:gd name="csY32" fmla="*/ 47073 h 133679"/>
                <a:gd name="csX33" fmla="*/ 89802 w 257977"/>
                <a:gd name="csY33" fmla="*/ 47073 h 133679"/>
                <a:gd name="csX34" fmla="*/ 128989 w 257977"/>
                <a:gd name="csY34" fmla="*/ 85898 h 133679"/>
                <a:gd name="csX35" fmla="*/ 128989 w 257977"/>
                <a:gd name="csY35" fmla="*/ 11663 h 133679"/>
                <a:gd name="csX36" fmla="*/ 160566 w 257977"/>
                <a:gd name="csY36" fmla="*/ 42949 h 133679"/>
                <a:gd name="csX37" fmla="*/ 128989 w 257977"/>
                <a:gd name="csY37" fmla="*/ 74235 h 133679"/>
                <a:gd name="csX38" fmla="*/ 97411 w 257977"/>
                <a:gd name="csY38" fmla="*/ 42949 h 133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257977" h="133679">
                  <a:moveTo>
                    <a:pt x="168175" y="47073"/>
                  </a:moveTo>
                  <a:lnTo>
                    <a:pt x="224728" y="47073"/>
                  </a:lnTo>
                  <a:lnTo>
                    <a:pt x="224728" y="119502"/>
                  </a:lnTo>
                  <a:cubicBezTo>
                    <a:pt x="224728" y="119555"/>
                    <a:pt x="224695" y="119568"/>
                    <a:pt x="224657" y="119531"/>
                  </a:cubicBezTo>
                  <a:lnTo>
                    <a:pt x="206858" y="101896"/>
                  </a:lnTo>
                  <a:cubicBezTo>
                    <a:pt x="205204" y="100313"/>
                    <a:pt x="202569" y="100359"/>
                    <a:pt x="200972" y="101997"/>
                  </a:cubicBezTo>
                  <a:cubicBezTo>
                    <a:pt x="199414" y="103595"/>
                    <a:pt x="199414" y="106129"/>
                    <a:pt x="200972" y="107727"/>
                  </a:cubicBezTo>
                  <a:lnTo>
                    <a:pt x="225947" y="132472"/>
                  </a:lnTo>
                  <a:cubicBezTo>
                    <a:pt x="227573" y="134082"/>
                    <a:pt x="230208" y="134082"/>
                    <a:pt x="231833" y="132472"/>
                  </a:cubicBezTo>
                  <a:lnTo>
                    <a:pt x="256809" y="107727"/>
                  </a:lnTo>
                  <a:cubicBezTo>
                    <a:pt x="258406" y="106089"/>
                    <a:pt x="258360" y="103478"/>
                    <a:pt x="256706" y="101896"/>
                  </a:cubicBezTo>
                  <a:cubicBezTo>
                    <a:pt x="255093" y="100352"/>
                    <a:pt x="252536" y="100352"/>
                    <a:pt x="250923" y="101896"/>
                  </a:cubicBezTo>
                  <a:lnTo>
                    <a:pt x="233124" y="119531"/>
                  </a:lnTo>
                  <a:cubicBezTo>
                    <a:pt x="233086" y="119568"/>
                    <a:pt x="233053" y="119555"/>
                    <a:pt x="233053" y="119502"/>
                  </a:cubicBezTo>
                  <a:lnTo>
                    <a:pt x="233053" y="38825"/>
                  </a:lnTo>
                  <a:lnTo>
                    <a:pt x="168175" y="38825"/>
                  </a:lnTo>
                  <a:lnTo>
                    <a:pt x="128989" y="0"/>
                  </a:lnTo>
                  <a:lnTo>
                    <a:pt x="89802" y="38825"/>
                  </a:lnTo>
                  <a:lnTo>
                    <a:pt x="24924" y="38825"/>
                  </a:lnTo>
                  <a:lnTo>
                    <a:pt x="24924" y="119502"/>
                  </a:lnTo>
                  <a:cubicBezTo>
                    <a:pt x="24924" y="119555"/>
                    <a:pt x="24891" y="119568"/>
                    <a:pt x="24854" y="119531"/>
                  </a:cubicBezTo>
                  <a:lnTo>
                    <a:pt x="7054" y="101896"/>
                  </a:lnTo>
                  <a:cubicBezTo>
                    <a:pt x="5401" y="100313"/>
                    <a:pt x="2766" y="100359"/>
                    <a:pt x="1169" y="101997"/>
                  </a:cubicBezTo>
                  <a:cubicBezTo>
                    <a:pt x="-390" y="103595"/>
                    <a:pt x="-390" y="106129"/>
                    <a:pt x="1169" y="107727"/>
                  </a:cubicBezTo>
                  <a:lnTo>
                    <a:pt x="26144" y="132472"/>
                  </a:lnTo>
                  <a:cubicBezTo>
                    <a:pt x="27769" y="134082"/>
                    <a:pt x="30404" y="134082"/>
                    <a:pt x="32030" y="132472"/>
                  </a:cubicBezTo>
                  <a:lnTo>
                    <a:pt x="57005" y="107727"/>
                  </a:lnTo>
                  <a:cubicBezTo>
                    <a:pt x="58659" y="106145"/>
                    <a:pt x="58705" y="103534"/>
                    <a:pt x="57108" y="101896"/>
                  </a:cubicBezTo>
                  <a:cubicBezTo>
                    <a:pt x="55511" y="100257"/>
                    <a:pt x="52875" y="100212"/>
                    <a:pt x="51222" y="101794"/>
                  </a:cubicBezTo>
                  <a:cubicBezTo>
                    <a:pt x="51187" y="101828"/>
                    <a:pt x="51153" y="101862"/>
                    <a:pt x="51119" y="101896"/>
                  </a:cubicBezTo>
                  <a:lnTo>
                    <a:pt x="33320" y="119531"/>
                  </a:lnTo>
                  <a:cubicBezTo>
                    <a:pt x="33283" y="119568"/>
                    <a:pt x="33249" y="119555"/>
                    <a:pt x="33249" y="119502"/>
                  </a:cubicBezTo>
                  <a:lnTo>
                    <a:pt x="33249" y="47073"/>
                  </a:lnTo>
                  <a:lnTo>
                    <a:pt x="89802" y="47073"/>
                  </a:lnTo>
                  <a:lnTo>
                    <a:pt x="128989" y="85898"/>
                  </a:lnTo>
                  <a:close/>
                  <a:moveTo>
                    <a:pt x="128989" y="11663"/>
                  </a:moveTo>
                  <a:lnTo>
                    <a:pt x="160566" y="42949"/>
                  </a:lnTo>
                  <a:lnTo>
                    <a:pt x="128989" y="74235"/>
                  </a:lnTo>
                  <a:lnTo>
                    <a:pt x="97411" y="42949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9821249-C141-8093-559C-90FA34F53336}"/>
                </a:ext>
              </a:extLst>
            </p:cNvPr>
            <p:cNvSpPr/>
            <p:nvPr/>
          </p:nvSpPr>
          <p:spPr>
            <a:xfrm>
              <a:off x="9361977" y="1953190"/>
              <a:ext cx="116552" cy="130219"/>
            </a:xfrm>
            <a:custGeom>
              <a:avLst/>
              <a:gdLst>
                <a:gd name="csX0" fmla="*/ 54113 w 116552"/>
                <a:gd name="csY0" fmla="*/ 116042 h 130219"/>
                <a:gd name="csX1" fmla="*/ 54043 w 116552"/>
                <a:gd name="csY1" fmla="*/ 116071 h 130219"/>
                <a:gd name="csX2" fmla="*/ 36244 w 116552"/>
                <a:gd name="csY2" fmla="*/ 98436 h 130219"/>
                <a:gd name="csX3" fmla="*/ 30358 w 116552"/>
                <a:gd name="csY3" fmla="*/ 98334 h 130219"/>
                <a:gd name="csX4" fmla="*/ 30255 w 116552"/>
                <a:gd name="csY4" fmla="*/ 104166 h 130219"/>
                <a:gd name="csX5" fmla="*/ 30358 w 116552"/>
                <a:gd name="csY5" fmla="*/ 104267 h 130219"/>
                <a:gd name="csX6" fmla="*/ 55333 w 116552"/>
                <a:gd name="csY6" fmla="*/ 129012 h 130219"/>
                <a:gd name="csX7" fmla="*/ 61219 w 116552"/>
                <a:gd name="csY7" fmla="*/ 129012 h 130219"/>
                <a:gd name="csX8" fmla="*/ 86194 w 116552"/>
                <a:gd name="csY8" fmla="*/ 104267 h 130219"/>
                <a:gd name="csX9" fmla="*/ 86297 w 116552"/>
                <a:gd name="csY9" fmla="*/ 98436 h 130219"/>
                <a:gd name="csX10" fmla="*/ 80411 w 116552"/>
                <a:gd name="csY10" fmla="*/ 98334 h 130219"/>
                <a:gd name="csX11" fmla="*/ 80309 w 116552"/>
                <a:gd name="csY11" fmla="*/ 98436 h 130219"/>
                <a:gd name="csX12" fmla="*/ 62509 w 116552"/>
                <a:gd name="csY12" fmla="*/ 116071 h 130219"/>
                <a:gd name="csX13" fmla="*/ 62439 w 116552"/>
                <a:gd name="csY13" fmla="*/ 116042 h 130219"/>
                <a:gd name="csX14" fmla="*/ 62439 w 116552"/>
                <a:gd name="csY14" fmla="*/ 57738 h 130219"/>
                <a:gd name="csX15" fmla="*/ 116552 w 116552"/>
                <a:gd name="csY15" fmla="*/ 57738 h 130219"/>
                <a:gd name="csX16" fmla="*/ 116552 w 116552"/>
                <a:gd name="csY16" fmla="*/ 0 h 130219"/>
                <a:gd name="csX17" fmla="*/ 0 w 116552"/>
                <a:gd name="csY17" fmla="*/ 0 h 130219"/>
                <a:gd name="csX18" fmla="*/ 0 w 116552"/>
                <a:gd name="csY18" fmla="*/ 57738 h 130219"/>
                <a:gd name="csX19" fmla="*/ 54113 w 116552"/>
                <a:gd name="csY19" fmla="*/ 57738 h 130219"/>
                <a:gd name="csX20" fmla="*/ 8325 w 116552"/>
                <a:gd name="csY20" fmla="*/ 8248 h 130219"/>
                <a:gd name="csX21" fmla="*/ 108227 w 116552"/>
                <a:gd name="csY21" fmla="*/ 8248 h 130219"/>
                <a:gd name="csX22" fmla="*/ 108227 w 116552"/>
                <a:gd name="csY22" fmla="*/ 49490 h 130219"/>
                <a:gd name="csX23" fmla="*/ 8325 w 116552"/>
                <a:gd name="csY23" fmla="*/ 49490 h 130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6552" h="130219">
                  <a:moveTo>
                    <a:pt x="54113" y="116042"/>
                  </a:moveTo>
                  <a:cubicBezTo>
                    <a:pt x="54113" y="116095"/>
                    <a:pt x="54080" y="116108"/>
                    <a:pt x="54043" y="116071"/>
                  </a:cubicBezTo>
                  <a:lnTo>
                    <a:pt x="36244" y="98436"/>
                  </a:lnTo>
                  <a:cubicBezTo>
                    <a:pt x="34646" y="96797"/>
                    <a:pt x="32011" y="96752"/>
                    <a:pt x="30358" y="98334"/>
                  </a:cubicBezTo>
                  <a:cubicBezTo>
                    <a:pt x="28704" y="99917"/>
                    <a:pt x="28658" y="102528"/>
                    <a:pt x="30255" y="104166"/>
                  </a:cubicBezTo>
                  <a:cubicBezTo>
                    <a:pt x="30289" y="104200"/>
                    <a:pt x="30323" y="104234"/>
                    <a:pt x="30358" y="104267"/>
                  </a:cubicBezTo>
                  <a:lnTo>
                    <a:pt x="55333" y="129012"/>
                  </a:lnTo>
                  <a:cubicBezTo>
                    <a:pt x="56959" y="130622"/>
                    <a:pt x="59593" y="130622"/>
                    <a:pt x="61219" y="129012"/>
                  </a:cubicBezTo>
                  <a:lnTo>
                    <a:pt x="86194" y="104267"/>
                  </a:lnTo>
                  <a:cubicBezTo>
                    <a:pt x="87848" y="102685"/>
                    <a:pt x="87894" y="100074"/>
                    <a:pt x="86297" y="98436"/>
                  </a:cubicBezTo>
                  <a:cubicBezTo>
                    <a:pt x="84700" y="96797"/>
                    <a:pt x="82064" y="96752"/>
                    <a:pt x="80411" y="98334"/>
                  </a:cubicBezTo>
                  <a:cubicBezTo>
                    <a:pt x="80376" y="98368"/>
                    <a:pt x="80342" y="98401"/>
                    <a:pt x="80309" y="98436"/>
                  </a:cubicBezTo>
                  <a:lnTo>
                    <a:pt x="62509" y="116071"/>
                  </a:lnTo>
                  <a:cubicBezTo>
                    <a:pt x="62472" y="116108"/>
                    <a:pt x="62439" y="116095"/>
                    <a:pt x="62439" y="116042"/>
                  </a:cubicBezTo>
                  <a:lnTo>
                    <a:pt x="62439" y="57738"/>
                  </a:lnTo>
                  <a:lnTo>
                    <a:pt x="116552" y="57738"/>
                  </a:lnTo>
                  <a:lnTo>
                    <a:pt x="116552" y="0"/>
                  </a:lnTo>
                  <a:lnTo>
                    <a:pt x="0" y="0"/>
                  </a:lnTo>
                  <a:lnTo>
                    <a:pt x="0" y="57738"/>
                  </a:lnTo>
                  <a:lnTo>
                    <a:pt x="54113" y="57738"/>
                  </a:lnTo>
                  <a:close/>
                  <a:moveTo>
                    <a:pt x="8325" y="8248"/>
                  </a:moveTo>
                  <a:lnTo>
                    <a:pt x="108227" y="8248"/>
                  </a:lnTo>
                  <a:lnTo>
                    <a:pt x="108227" y="49490"/>
                  </a:lnTo>
                  <a:lnTo>
                    <a:pt x="8325" y="49490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B02E667-E11D-7A97-16D6-44DB829DF703}"/>
              </a:ext>
            </a:extLst>
          </p:cNvPr>
          <p:cNvSpPr txBox="1"/>
          <p:nvPr/>
        </p:nvSpPr>
        <p:spPr>
          <a:xfrm>
            <a:off x="10888662" y="5424091"/>
            <a:ext cx="865133" cy="373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sz="1100" kern="0">
                <a:solidFill>
                  <a:srgbClr val="000000"/>
                </a:solidFill>
              </a:rPr>
              <a:t>Validation </a:t>
            </a:r>
          </a:p>
          <a:p>
            <a:pPr>
              <a:defRPr/>
            </a:pPr>
            <a:r>
              <a:rPr lang="en-US" sz="1100" kern="0">
                <a:solidFill>
                  <a:srgbClr val="000000"/>
                </a:solidFill>
              </a:rPr>
              <a:t>Agent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599" name="Graphic 131" descr="Robot outline">
            <a:extLst>
              <a:ext uri="{FF2B5EF4-FFF2-40B4-BE49-F238E27FC236}">
                <a16:creationId xmlns:a16="http://schemas.microsoft.com/office/drawing/2014/main" id="{83562FB0-1939-5A5A-49BC-A47161385C90}"/>
              </a:ext>
            </a:extLst>
          </p:cNvPr>
          <p:cNvGrpSpPr/>
          <p:nvPr/>
        </p:nvGrpSpPr>
        <p:grpSpPr>
          <a:xfrm>
            <a:off x="11287185" y="4925459"/>
            <a:ext cx="256316" cy="364885"/>
            <a:chOff x="9257793" y="2566684"/>
            <a:chExt cx="315341" cy="421260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43B87D17-2A52-D66E-1757-D121D041F086}"/>
                </a:ext>
              </a:extLst>
            </p:cNvPr>
            <p:cNvSpPr/>
            <p:nvPr/>
          </p:nvSpPr>
          <p:spPr>
            <a:xfrm>
              <a:off x="9257793" y="2566684"/>
              <a:ext cx="315341" cy="421260"/>
            </a:xfrm>
            <a:custGeom>
              <a:avLst/>
              <a:gdLst>
                <a:gd name="csX0" fmla="*/ 292032 w 315341"/>
                <a:gd name="csY0" fmla="*/ 275389 h 421260"/>
                <a:gd name="csX1" fmla="*/ 292032 w 315341"/>
                <a:gd name="csY1" fmla="*/ 228587 h 421260"/>
                <a:gd name="csX2" fmla="*/ 273945 w 315341"/>
                <a:gd name="csY2" fmla="*/ 210671 h 421260"/>
                <a:gd name="csX3" fmla="*/ 250559 w 315341"/>
                <a:gd name="csY3" fmla="*/ 210671 h 421260"/>
                <a:gd name="csX4" fmla="*/ 250559 w 315341"/>
                <a:gd name="csY4" fmla="*/ 184990 h 421260"/>
                <a:gd name="csX5" fmla="*/ 191802 w 315341"/>
                <a:gd name="csY5" fmla="*/ 184990 h 421260"/>
                <a:gd name="csX6" fmla="*/ 191802 w 315341"/>
                <a:gd name="csY6" fmla="*/ 169581 h 421260"/>
                <a:gd name="csX7" fmla="*/ 207070 w 315341"/>
                <a:gd name="csY7" fmla="*/ 169581 h 421260"/>
                <a:gd name="csX8" fmla="*/ 235007 w 315341"/>
                <a:gd name="csY8" fmla="*/ 141901 h 421260"/>
                <a:gd name="csX9" fmla="*/ 235007 w 315341"/>
                <a:gd name="csY9" fmla="*/ 84261 h 421260"/>
                <a:gd name="csX10" fmla="*/ 207070 w 315341"/>
                <a:gd name="csY10" fmla="*/ 56581 h 421260"/>
                <a:gd name="csX11" fmla="*/ 167613 w 315341"/>
                <a:gd name="csY11" fmla="*/ 56581 h 421260"/>
                <a:gd name="csX12" fmla="*/ 167613 w 315341"/>
                <a:gd name="csY12" fmla="*/ 40443 h 421260"/>
                <a:gd name="csX13" fmla="*/ 182507 w 315341"/>
                <a:gd name="csY13" fmla="*/ 15414 h 421260"/>
                <a:gd name="csX14" fmla="*/ 157245 w 315341"/>
                <a:gd name="csY14" fmla="*/ 657 h 421260"/>
                <a:gd name="csX15" fmla="*/ 142351 w 315341"/>
                <a:gd name="csY15" fmla="*/ 25687 h 421260"/>
                <a:gd name="csX16" fmla="*/ 157245 w 315341"/>
                <a:gd name="csY16" fmla="*/ 40443 h 421260"/>
                <a:gd name="csX17" fmla="*/ 157245 w 315341"/>
                <a:gd name="csY17" fmla="*/ 56581 h 421260"/>
                <a:gd name="csX18" fmla="*/ 117783 w 315341"/>
                <a:gd name="csY18" fmla="*/ 56581 h 421260"/>
                <a:gd name="csX19" fmla="*/ 89851 w 315341"/>
                <a:gd name="csY19" fmla="*/ 84261 h 421260"/>
                <a:gd name="csX20" fmla="*/ 89851 w 315341"/>
                <a:gd name="csY20" fmla="*/ 141901 h 421260"/>
                <a:gd name="csX21" fmla="*/ 117783 w 315341"/>
                <a:gd name="csY21" fmla="*/ 169581 h 421260"/>
                <a:gd name="csX22" fmla="*/ 134777 w 315341"/>
                <a:gd name="csY22" fmla="*/ 169581 h 421260"/>
                <a:gd name="csX23" fmla="*/ 134777 w 315341"/>
                <a:gd name="csY23" fmla="*/ 184990 h 421260"/>
                <a:gd name="csX24" fmla="*/ 74299 w 315341"/>
                <a:gd name="csY24" fmla="*/ 184990 h 421260"/>
                <a:gd name="csX25" fmla="*/ 74299 w 315341"/>
                <a:gd name="csY25" fmla="*/ 215772 h 421260"/>
                <a:gd name="csX26" fmla="*/ 41400 w 315341"/>
                <a:gd name="csY26" fmla="*/ 215772 h 421260"/>
                <a:gd name="csX27" fmla="*/ 33686 w 315341"/>
                <a:gd name="csY27" fmla="*/ 208134 h 421260"/>
                <a:gd name="csX28" fmla="*/ 33686 w 315341"/>
                <a:gd name="csY28" fmla="*/ 161327 h 421260"/>
                <a:gd name="csX29" fmla="*/ 56521 w 315341"/>
                <a:gd name="csY29" fmla="*/ 128399 h 421260"/>
                <a:gd name="csX30" fmla="*/ 49814 w 315341"/>
                <a:gd name="csY30" fmla="*/ 114802 h 421260"/>
                <a:gd name="csX31" fmla="*/ 42069 w 315341"/>
                <a:gd name="csY31" fmla="*/ 121633 h 421260"/>
                <a:gd name="csX32" fmla="*/ 40547 w 315341"/>
                <a:gd name="csY32" fmla="*/ 147012 h 421260"/>
                <a:gd name="csX33" fmla="*/ 14933 w 315341"/>
                <a:gd name="csY33" fmla="*/ 145505 h 421260"/>
                <a:gd name="csX34" fmla="*/ 14837 w 315341"/>
                <a:gd name="csY34" fmla="*/ 121741 h 421260"/>
                <a:gd name="csX35" fmla="*/ 7029 w 315341"/>
                <a:gd name="csY35" fmla="*/ 114976 h 421260"/>
                <a:gd name="csX36" fmla="*/ 9767 w 315341"/>
                <a:gd name="csY36" fmla="*/ 154835 h 421260"/>
                <a:gd name="csX37" fmla="*/ 23318 w 315341"/>
                <a:gd name="csY37" fmla="*/ 161327 h 421260"/>
                <a:gd name="csX38" fmla="*/ 23318 w 315341"/>
                <a:gd name="csY38" fmla="*/ 208134 h 421260"/>
                <a:gd name="csX39" fmla="*/ 41400 w 315341"/>
                <a:gd name="csY39" fmla="*/ 226044 h 421260"/>
                <a:gd name="csX40" fmla="*/ 74299 w 315341"/>
                <a:gd name="csY40" fmla="*/ 226044 h 421260"/>
                <a:gd name="csX41" fmla="*/ 74299 w 315341"/>
                <a:gd name="csY41" fmla="*/ 334071 h 421260"/>
                <a:gd name="csX42" fmla="*/ 32953 w 315341"/>
                <a:gd name="csY42" fmla="*/ 380219 h 421260"/>
                <a:gd name="csX43" fmla="*/ 76891 w 315341"/>
                <a:gd name="csY43" fmla="*/ 421260 h 421260"/>
                <a:gd name="csX44" fmla="*/ 247967 w 315341"/>
                <a:gd name="csY44" fmla="*/ 421260 h 421260"/>
                <a:gd name="csX45" fmla="*/ 291983 w 315341"/>
                <a:gd name="csY45" fmla="*/ 377604 h 421260"/>
                <a:gd name="csX46" fmla="*/ 250559 w 315341"/>
                <a:gd name="csY46" fmla="*/ 334071 h 421260"/>
                <a:gd name="csX47" fmla="*/ 250559 w 315341"/>
                <a:gd name="csY47" fmla="*/ 220944 h 421260"/>
                <a:gd name="csX48" fmla="*/ 273945 w 315341"/>
                <a:gd name="csY48" fmla="*/ 220944 h 421260"/>
                <a:gd name="csX49" fmla="*/ 281664 w 315341"/>
                <a:gd name="csY49" fmla="*/ 228587 h 421260"/>
                <a:gd name="csX50" fmla="*/ 281664 w 315341"/>
                <a:gd name="csY50" fmla="*/ 275389 h 421260"/>
                <a:gd name="csX51" fmla="*/ 258829 w 315341"/>
                <a:gd name="csY51" fmla="*/ 308317 h 421260"/>
                <a:gd name="csX52" fmla="*/ 265531 w 315341"/>
                <a:gd name="csY52" fmla="*/ 321909 h 421260"/>
                <a:gd name="csX53" fmla="*/ 273276 w 315341"/>
                <a:gd name="csY53" fmla="*/ 315077 h 421260"/>
                <a:gd name="csX54" fmla="*/ 274802 w 315341"/>
                <a:gd name="csY54" fmla="*/ 289699 h 421260"/>
                <a:gd name="csX55" fmla="*/ 300417 w 315341"/>
                <a:gd name="csY55" fmla="*/ 291211 h 421260"/>
                <a:gd name="csX56" fmla="*/ 300508 w 315341"/>
                <a:gd name="csY56" fmla="*/ 314975 h 421260"/>
                <a:gd name="csX57" fmla="*/ 308316 w 315341"/>
                <a:gd name="csY57" fmla="*/ 321734 h 421260"/>
                <a:gd name="csX58" fmla="*/ 305571 w 315341"/>
                <a:gd name="csY58" fmla="*/ 281876 h 421260"/>
                <a:gd name="csX59" fmla="*/ 292032 w 315341"/>
                <a:gd name="csY59" fmla="*/ 275389 h 421260"/>
                <a:gd name="csX60" fmla="*/ 152061 w 315341"/>
                <a:gd name="csY60" fmla="*/ 20627 h 421260"/>
                <a:gd name="csX61" fmla="*/ 162429 w 315341"/>
                <a:gd name="csY61" fmla="*/ 10355 h 421260"/>
                <a:gd name="csX62" fmla="*/ 172797 w 315341"/>
                <a:gd name="csY62" fmla="*/ 20627 h 421260"/>
                <a:gd name="csX63" fmla="*/ 162429 w 315341"/>
                <a:gd name="csY63" fmla="*/ 30900 h 421260"/>
                <a:gd name="csX64" fmla="*/ 152056 w 315341"/>
                <a:gd name="csY64" fmla="*/ 20632 h 421260"/>
                <a:gd name="csX65" fmla="*/ 152056 w 315341"/>
                <a:gd name="csY65" fmla="*/ 20627 h 421260"/>
                <a:gd name="csX66" fmla="*/ 84667 w 315341"/>
                <a:gd name="csY66" fmla="*/ 272667 h 421260"/>
                <a:gd name="csX67" fmla="*/ 127047 w 315341"/>
                <a:gd name="csY67" fmla="*/ 272667 h 421260"/>
                <a:gd name="csX68" fmla="*/ 143937 w 315341"/>
                <a:gd name="csY68" fmla="*/ 237098 h 421260"/>
                <a:gd name="csX69" fmla="*/ 159806 w 315341"/>
                <a:gd name="csY69" fmla="*/ 297336 h 421260"/>
                <a:gd name="csX70" fmla="*/ 181221 w 315341"/>
                <a:gd name="csY70" fmla="*/ 253678 h 421260"/>
                <a:gd name="csX71" fmla="*/ 194700 w 315341"/>
                <a:gd name="csY71" fmla="*/ 285369 h 421260"/>
                <a:gd name="csX72" fmla="*/ 205151 w 315341"/>
                <a:gd name="csY72" fmla="*/ 274783 h 421260"/>
                <a:gd name="csX73" fmla="*/ 210190 w 315341"/>
                <a:gd name="csY73" fmla="*/ 272682 h 421260"/>
                <a:gd name="csX74" fmla="*/ 240175 w 315341"/>
                <a:gd name="csY74" fmla="*/ 272682 h 421260"/>
                <a:gd name="csX75" fmla="*/ 240175 w 315341"/>
                <a:gd name="csY75" fmla="*/ 333943 h 421260"/>
                <a:gd name="csX76" fmla="*/ 84651 w 315341"/>
                <a:gd name="csY76" fmla="*/ 333943 h 421260"/>
                <a:gd name="csX77" fmla="*/ 117783 w 315341"/>
                <a:gd name="csY77" fmla="*/ 159308 h 421260"/>
                <a:gd name="csX78" fmla="*/ 100219 w 315341"/>
                <a:gd name="csY78" fmla="*/ 141901 h 421260"/>
                <a:gd name="csX79" fmla="*/ 100219 w 315341"/>
                <a:gd name="csY79" fmla="*/ 84261 h 421260"/>
                <a:gd name="csX80" fmla="*/ 117783 w 315341"/>
                <a:gd name="csY80" fmla="*/ 66854 h 421260"/>
                <a:gd name="csX81" fmla="*/ 207070 w 315341"/>
                <a:gd name="csY81" fmla="*/ 66854 h 421260"/>
                <a:gd name="csX82" fmla="*/ 224639 w 315341"/>
                <a:gd name="csY82" fmla="*/ 84261 h 421260"/>
                <a:gd name="csX83" fmla="*/ 224639 w 315341"/>
                <a:gd name="csY83" fmla="*/ 141901 h 421260"/>
                <a:gd name="csX84" fmla="*/ 207070 w 315341"/>
                <a:gd name="csY84" fmla="*/ 159308 h 421260"/>
                <a:gd name="csX85" fmla="*/ 117783 w 315341"/>
                <a:gd name="csY85" fmla="*/ 159308 h 421260"/>
                <a:gd name="csX86" fmla="*/ 145145 w 315341"/>
                <a:gd name="csY86" fmla="*/ 169581 h 421260"/>
                <a:gd name="csX87" fmla="*/ 181434 w 315341"/>
                <a:gd name="csY87" fmla="*/ 169581 h 421260"/>
                <a:gd name="csX88" fmla="*/ 181434 w 315341"/>
                <a:gd name="csY88" fmla="*/ 184990 h 421260"/>
                <a:gd name="csX89" fmla="*/ 145145 w 315341"/>
                <a:gd name="csY89" fmla="*/ 184990 h 421260"/>
                <a:gd name="csX90" fmla="*/ 134777 w 315341"/>
                <a:gd name="csY90" fmla="*/ 195262 h 421260"/>
                <a:gd name="csX91" fmla="*/ 240191 w 315341"/>
                <a:gd name="csY91" fmla="*/ 195262 h 421260"/>
                <a:gd name="csX92" fmla="*/ 240191 w 315341"/>
                <a:gd name="csY92" fmla="*/ 262394 h 421260"/>
                <a:gd name="csX93" fmla="*/ 210206 w 315341"/>
                <a:gd name="csY93" fmla="*/ 262394 h 421260"/>
                <a:gd name="csX94" fmla="*/ 198215 w 315341"/>
                <a:gd name="csY94" fmla="*/ 267140 h 421260"/>
                <a:gd name="csX95" fmla="*/ 181885 w 315341"/>
                <a:gd name="csY95" fmla="*/ 228792 h 421260"/>
                <a:gd name="csX96" fmla="*/ 162750 w 315341"/>
                <a:gd name="csY96" fmla="*/ 267828 h 421260"/>
                <a:gd name="csX97" fmla="*/ 146742 w 315341"/>
                <a:gd name="csY97" fmla="*/ 207076 h 421260"/>
                <a:gd name="csX98" fmla="*/ 120469 w 315341"/>
                <a:gd name="csY98" fmla="*/ 262394 h 421260"/>
                <a:gd name="csX99" fmla="*/ 84667 w 315341"/>
                <a:gd name="csY99" fmla="*/ 262394 h 421260"/>
                <a:gd name="csX100" fmla="*/ 84667 w 315341"/>
                <a:gd name="csY100" fmla="*/ 195262 h 421260"/>
                <a:gd name="csX101" fmla="*/ 281664 w 315341"/>
                <a:gd name="csY101" fmla="*/ 377602 h 421260"/>
                <a:gd name="csX102" fmla="*/ 247967 w 315341"/>
                <a:gd name="csY102" fmla="*/ 410988 h 421260"/>
                <a:gd name="csX103" fmla="*/ 76891 w 315341"/>
                <a:gd name="csY103" fmla="*/ 410988 h 421260"/>
                <a:gd name="csX104" fmla="*/ 43194 w 315341"/>
                <a:gd name="csY104" fmla="*/ 377602 h 421260"/>
                <a:gd name="csX105" fmla="*/ 76891 w 315341"/>
                <a:gd name="csY105" fmla="*/ 344216 h 421260"/>
                <a:gd name="csX106" fmla="*/ 247967 w 315341"/>
                <a:gd name="csY106" fmla="*/ 344216 h 421260"/>
                <a:gd name="csX107" fmla="*/ 281664 w 315341"/>
                <a:gd name="csY107" fmla="*/ 377602 h 42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15341" h="421260">
                  <a:moveTo>
                    <a:pt x="292032" y="275389"/>
                  </a:moveTo>
                  <a:lnTo>
                    <a:pt x="292032" y="228587"/>
                  </a:lnTo>
                  <a:cubicBezTo>
                    <a:pt x="292021" y="218695"/>
                    <a:pt x="283929" y="210680"/>
                    <a:pt x="273945" y="210671"/>
                  </a:cubicBezTo>
                  <a:lnTo>
                    <a:pt x="250559" y="210671"/>
                  </a:lnTo>
                  <a:lnTo>
                    <a:pt x="250559" y="184990"/>
                  </a:lnTo>
                  <a:lnTo>
                    <a:pt x="191802" y="184990"/>
                  </a:lnTo>
                  <a:lnTo>
                    <a:pt x="191802" y="169581"/>
                  </a:lnTo>
                  <a:lnTo>
                    <a:pt x="207070" y="169581"/>
                  </a:lnTo>
                  <a:cubicBezTo>
                    <a:pt x="222493" y="169566"/>
                    <a:pt x="234992" y="157182"/>
                    <a:pt x="235007" y="141901"/>
                  </a:cubicBezTo>
                  <a:lnTo>
                    <a:pt x="235007" y="84261"/>
                  </a:lnTo>
                  <a:cubicBezTo>
                    <a:pt x="234992" y="68980"/>
                    <a:pt x="222493" y="56596"/>
                    <a:pt x="207070" y="56581"/>
                  </a:cubicBezTo>
                  <a:lnTo>
                    <a:pt x="167613" y="56581"/>
                  </a:lnTo>
                  <a:lnTo>
                    <a:pt x="167613" y="40443"/>
                  </a:lnTo>
                  <a:cubicBezTo>
                    <a:pt x="178702" y="37606"/>
                    <a:pt x="185370" y="26400"/>
                    <a:pt x="182507" y="15414"/>
                  </a:cubicBezTo>
                  <a:cubicBezTo>
                    <a:pt x="179644" y="4427"/>
                    <a:pt x="168334" y="-2179"/>
                    <a:pt x="157245" y="657"/>
                  </a:cubicBezTo>
                  <a:cubicBezTo>
                    <a:pt x="146156" y="3494"/>
                    <a:pt x="139488" y="14700"/>
                    <a:pt x="142351" y="25687"/>
                  </a:cubicBezTo>
                  <a:cubicBezTo>
                    <a:pt x="144237" y="32924"/>
                    <a:pt x="149940" y="38575"/>
                    <a:pt x="157245" y="40443"/>
                  </a:cubicBezTo>
                  <a:lnTo>
                    <a:pt x="157245" y="56581"/>
                  </a:lnTo>
                  <a:lnTo>
                    <a:pt x="117783" y="56581"/>
                  </a:lnTo>
                  <a:cubicBezTo>
                    <a:pt x="102362" y="56598"/>
                    <a:pt x="89866" y="68982"/>
                    <a:pt x="89851" y="84261"/>
                  </a:cubicBezTo>
                  <a:lnTo>
                    <a:pt x="89851" y="141901"/>
                  </a:lnTo>
                  <a:cubicBezTo>
                    <a:pt x="89866" y="157180"/>
                    <a:pt x="102362" y="169564"/>
                    <a:pt x="117783" y="169581"/>
                  </a:cubicBezTo>
                  <a:lnTo>
                    <a:pt x="134777" y="169581"/>
                  </a:lnTo>
                  <a:lnTo>
                    <a:pt x="134777" y="184990"/>
                  </a:lnTo>
                  <a:lnTo>
                    <a:pt x="74299" y="184990"/>
                  </a:lnTo>
                  <a:lnTo>
                    <a:pt x="74299" y="215772"/>
                  </a:lnTo>
                  <a:lnTo>
                    <a:pt x="41400" y="215772"/>
                  </a:lnTo>
                  <a:cubicBezTo>
                    <a:pt x="37143" y="215769"/>
                    <a:pt x="33692" y="212352"/>
                    <a:pt x="33686" y="208134"/>
                  </a:cubicBezTo>
                  <a:lnTo>
                    <a:pt x="33686" y="161327"/>
                  </a:lnTo>
                  <a:cubicBezTo>
                    <a:pt x="49169" y="158481"/>
                    <a:pt x="59393" y="143739"/>
                    <a:pt x="56521" y="128399"/>
                  </a:cubicBezTo>
                  <a:cubicBezTo>
                    <a:pt x="55575" y="123346"/>
                    <a:pt x="53256" y="118645"/>
                    <a:pt x="49814" y="114802"/>
                  </a:cubicBezTo>
                  <a:lnTo>
                    <a:pt x="42069" y="121633"/>
                  </a:lnTo>
                  <a:cubicBezTo>
                    <a:pt x="48722" y="129058"/>
                    <a:pt x="48041" y="140420"/>
                    <a:pt x="40547" y="147012"/>
                  </a:cubicBezTo>
                  <a:cubicBezTo>
                    <a:pt x="33054" y="153604"/>
                    <a:pt x="21586" y="152929"/>
                    <a:pt x="14933" y="145505"/>
                  </a:cubicBezTo>
                  <a:cubicBezTo>
                    <a:pt x="8868" y="138736"/>
                    <a:pt x="8827" y="128557"/>
                    <a:pt x="14837" y="121741"/>
                  </a:cubicBezTo>
                  <a:lnTo>
                    <a:pt x="7029" y="114976"/>
                  </a:lnTo>
                  <a:cubicBezTo>
                    <a:pt x="-3324" y="126732"/>
                    <a:pt x="-2098" y="144577"/>
                    <a:pt x="9767" y="154835"/>
                  </a:cubicBezTo>
                  <a:cubicBezTo>
                    <a:pt x="13616" y="158163"/>
                    <a:pt x="18295" y="160405"/>
                    <a:pt x="23318" y="161327"/>
                  </a:cubicBezTo>
                  <a:lnTo>
                    <a:pt x="23318" y="208134"/>
                  </a:lnTo>
                  <a:cubicBezTo>
                    <a:pt x="23329" y="218023"/>
                    <a:pt x="31419" y="226035"/>
                    <a:pt x="41400" y="226044"/>
                  </a:cubicBezTo>
                  <a:lnTo>
                    <a:pt x="74299" y="226044"/>
                  </a:lnTo>
                  <a:lnTo>
                    <a:pt x="74299" y="334071"/>
                  </a:lnTo>
                  <a:cubicBezTo>
                    <a:pt x="50019" y="335503"/>
                    <a:pt x="31508" y="356164"/>
                    <a:pt x="32953" y="380219"/>
                  </a:cubicBezTo>
                  <a:cubicBezTo>
                    <a:pt x="34337" y="403261"/>
                    <a:pt x="53594" y="421248"/>
                    <a:pt x="76891" y="421260"/>
                  </a:cubicBezTo>
                  <a:lnTo>
                    <a:pt x="247967" y="421260"/>
                  </a:lnTo>
                  <a:cubicBezTo>
                    <a:pt x="272290" y="421248"/>
                    <a:pt x="291996" y="401702"/>
                    <a:pt x="291983" y="377604"/>
                  </a:cubicBezTo>
                  <a:cubicBezTo>
                    <a:pt x="291970" y="354522"/>
                    <a:pt x="273815" y="335442"/>
                    <a:pt x="250559" y="334071"/>
                  </a:cubicBezTo>
                  <a:lnTo>
                    <a:pt x="250559" y="220944"/>
                  </a:lnTo>
                  <a:lnTo>
                    <a:pt x="273945" y="220944"/>
                  </a:lnTo>
                  <a:cubicBezTo>
                    <a:pt x="278204" y="220949"/>
                    <a:pt x="281655" y="224367"/>
                    <a:pt x="281664" y="228587"/>
                  </a:cubicBezTo>
                  <a:lnTo>
                    <a:pt x="281664" y="275389"/>
                  </a:lnTo>
                  <a:cubicBezTo>
                    <a:pt x="266181" y="278234"/>
                    <a:pt x="255958" y="292976"/>
                    <a:pt x="258829" y="308317"/>
                  </a:cubicBezTo>
                  <a:cubicBezTo>
                    <a:pt x="259775" y="313367"/>
                    <a:pt x="262091" y="318066"/>
                    <a:pt x="265531" y="321909"/>
                  </a:cubicBezTo>
                  <a:lnTo>
                    <a:pt x="273276" y="315077"/>
                  </a:lnTo>
                  <a:cubicBezTo>
                    <a:pt x="266624" y="307652"/>
                    <a:pt x="267308" y="296289"/>
                    <a:pt x="274802" y="289699"/>
                  </a:cubicBezTo>
                  <a:cubicBezTo>
                    <a:pt x="282297" y="283108"/>
                    <a:pt x="293765" y="283785"/>
                    <a:pt x="300417" y="291211"/>
                  </a:cubicBezTo>
                  <a:cubicBezTo>
                    <a:pt x="306481" y="297980"/>
                    <a:pt x="306520" y="308160"/>
                    <a:pt x="300508" y="314975"/>
                  </a:cubicBezTo>
                  <a:lnTo>
                    <a:pt x="308316" y="321734"/>
                  </a:lnTo>
                  <a:cubicBezTo>
                    <a:pt x="318667" y="309976"/>
                    <a:pt x="317438" y="292131"/>
                    <a:pt x="305571" y="281876"/>
                  </a:cubicBezTo>
                  <a:cubicBezTo>
                    <a:pt x="301726" y="278552"/>
                    <a:pt x="297050" y="276312"/>
                    <a:pt x="292032" y="275389"/>
                  </a:cubicBezTo>
                  <a:close/>
                  <a:moveTo>
                    <a:pt x="152061" y="20627"/>
                  </a:moveTo>
                  <a:cubicBezTo>
                    <a:pt x="152061" y="14954"/>
                    <a:pt x="156703" y="10355"/>
                    <a:pt x="162429" y="10355"/>
                  </a:cubicBezTo>
                  <a:cubicBezTo>
                    <a:pt x="168155" y="10355"/>
                    <a:pt x="172797" y="14954"/>
                    <a:pt x="172797" y="20627"/>
                  </a:cubicBezTo>
                  <a:cubicBezTo>
                    <a:pt x="172797" y="26301"/>
                    <a:pt x="168155" y="30900"/>
                    <a:pt x="162429" y="30900"/>
                  </a:cubicBezTo>
                  <a:cubicBezTo>
                    <a:pt x="156703" y="30903"/>
                    <a:pt x="152059" y="26306"/>
                    <a:pt x="152056" y="20632"/>
                  </a:cubicBezTo>
                  <a:cubicBezTo>
                    <a:pt x="152056" y="20631"/>
                    <a:pt x="152056" y="20629"/>
                    <a:pt x="152056" y="20627"/>
                  </a:cubicBezTo>
                  <a:close/>
                  <a:moveTo>
                    <a:pt x="84667" y="272667"/>
                  </a:moveTo>
                  <a:lnTo>
                    <a:pt x="127047" y="272667"/>
                  </a:lnTo>
                  <a:lnTo>
                    <a:pt x="143937" y="237098"/>
                  </a:lnTo>
                  <a:lnTo>
                    <a:pt x="159806" y="297336"/>
                  </a:lnTo>
                  <a:lnTo>
                    <a:pt x="181221" y="253678"/>
                  </a:lnTo>
                  <a:lnTo>
                    <a:pt x="194700" y="285369"/>
                  </a:lnTo>
                  <a:lnTo>
                    <a:pt x="205151" y="274783"/>
                  </a:lnTo>
                  <a:cubicBezTo>
                    <a:pt x="206535" y="273526"/>
                    <a:pt x="208316" y="272783"/>
                    <a:pt x="210190" y="272682"/>
                  </a:cubicBezTo>
                  <a:lnTo>
                    <a:pt x="240175" y="272682"/>
                  </a:lnTo>
                  <a:lnTo>
                    <a:pt x="240175" y="333943"/>
                  </a:lnTo>
                  <a:lnTo>
                    <a:pt x="84651" y="333943"/>
                  </a:lnTo>
                  <a:close/>
                  <a:moveTo>
                    <a:pt x="117783" y="159308"/>
                  </a:moveTo>
                  <a:cubicBezTo>
                    <a:pt x="108087" y="159294"/>
                    <a:pt x="100231" y="151508"/>
                    <a:pt x="100219" y="141901"/>
                  </a:cubicBezTo>
                  <a:lnTo>
                    <a:pt x="100219" y="84261"/>
                  </a:lnTo>
                  <a:cubicBezTo>
                    <a:pt x="100231" y="74654"/>
                    <a:pt x="108087" y="66869"/>
                    <a:pt x="117783" y="66854"/>
                  </a:cubicBezTo>
                  <a:lnTo>
                    <a:pt x="207070" y="66854"/>
                  </a:lnTo>
                  <a:cubicBezTo>
                    <a:pt x="216767" y="66869"/>
                    <a:pt x="224624" y="74653"/>
                    <a:pt x="224639" y="84261"/>
                  </a:cubicBezTo>
                  <a:lnTo>
                    <a:pt x="224639" y="141901"/>
                  </a:lnTo>
                  <a:cubicBezTo>
                    <a:pt x="224624" y="151509"/>
                    <a:pt x="216767" y="159294"/>
                    <a:pt x="207070" y="159308"/>
                  </a:cubicBezTo>
                  <a:lnTo>
                    <a:pt x="117783" y="159308"/>
                  </a:lnTo>
                  <a:close/>
                  <a:moveTo>
                    <a:pt x="145145" y="169581"/>
                  </a:moveTo>
                  <a:lnTo>
                    <a:pt x="181434" y="169581"/>
                  </a:lnTo>
                  <a:lnTo>
                    <a:pt x="181434" y="184990"/>
                  </a:lnTo>
                  <a:lnTo>
                    <a:pt x="145145" y="184990"/>
                  </a:lnTo>
                  <a:close/>
                  <a:moveTo>
                    <a:pt x="134777" y="195262"/>
                  </a:moveTo>
                  <a:lnTo>
                    <a:pt x="240191" y="195262"/>
                  </a:lnTo>
                  <a:lnTo>
                    <a:pt x="240191" y="262394"/>
                  </a:lnTo>
                  <a:lnTo>
                    <a:pt x="210206" y="262394"/>
                  </a:lnTo>
                  <a:cubicBezTo>
                    <a:pt x="205761" y="262484"/>
                    <a:pt x="201500" y="264171"/>
                    <a:pt x="198215" y="267140"/>
                  </a:cubicBezTo>
                  <a:lnTo>
                    <a:pt x="181885" y="228792"/>
                  </a:lnTo>
                  <a:lnTo>
                    <a:pt x="162750" y="267828"/>
                  </a:lnTo>
                  <a:lnTo>
                    <a:pt x="146742" y="207076"/>
                  </a:lnTo>
                  <a:lnTo>
                    <a:pt x="120469" y="262394"/>
                  </a:lnTo>
                  <a:lnTo>
                    <a:pt x="84667" y="262394"/>
                  </a:lnTo>
                  <a:lnTo>
                    <a:pt x="84667" y="195262"/>
                  </a:lnTo>
                  <a:close/>
                  <a:moveTo>
                    <a:pt x="281664" y="377602"/>
                  </a:moveTo>
                  <a:cubicBezTo>
                    <a:pt x="281641" y="396031"/>
                    <a:pt x="266568" y="410965"/>
                    <a:pt x="247967" y="410988"/>
                  </a:cubicBezTo>
                  <a:lnTo>
                    <a:pt x="76891" y="410988"/>
                  </a:lnTo>
                  <a:cubicBezTo>
                    <a:pt x="58280" y="410988"/>
                    <a:pt x="43194" y="396041"/>
                    <a:pt x="43194" y="377602"/>
                  </a:cubicBezTo>
                  <a:cubicBezTo>
                    <a:pt x="43194" y="359163"/>
                    <a:pt x="58280" y="344216"/>
                    <a:pt x="76891" y="344216"/>
                  </a:cubicBezTo>
                  <a:lnTo>
                    <a:pt x="247967" y="344216"/>
                  </a:lnTo>
                  <a:cubicBezTo>
                    <a:pt x="266568" y="344238"/>
                    <a:pt x="281641" y="359173"/>
                    <a:pt x="281664" y="377602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4A4B6D9-52EE-6E6A-D750-9AC0480EE7DD}"/>
                </a:ext>
              </a:extLst>
            </p:cNvPr>
            <p:cNvSpPr/>
            <p:nvPr/>
          </p:nvSpPr>
          <p:spPr>
            <a:xfrm>
              <a:off x="9423846" y="2657679"/>
              <a:ext cx="44583" cy="44172"/>
            </a:xfrm>
            <a:custGeom>
              <a:avLst/>
              <a:gdLst>
                <a:gd name="csX0" fmla="*/ 44584 w 44583"/>
                <a:gd name="csY0" fmla="*/ 22086 h 44172"/>
                <a:gd name="csX1" fmla="*/ 22292 w 44583"/>
                <a:gd name="csY1" fmla="*/ 0 h 44172"/>
                <a:gd name="csX2" fmla="*/ 0 w 44583"/>
                <a:gd name="csY2" fmla="*/ 22086 h 44172"/>
                <a:gd name="csX3" fmla="*/ 22292 w 44583"/>
                <a:gd name="csY3" fmla="*/ 44172 h 44172"/>
                <a:gd name="csX4" fmla="*/ 44584 w 44583"/>
                <a:gd name="csY4" fmla="*/ 22086 h 44172"/>
                <a:gd name="csX5" fmla="*/ 22292 w 44583"/>
                <a:gd name="csY5" fmla="*/ 37495 h 44172"/>
                <a:gd name="csX6" fmla="*/ 6739 w 44583"/>
                <a:gd name="csY6" fmla="*/ 22086 h 44172"/>
                <a:gd name="csX7" fmla="*/ 22292 w 44583"/>
                <a:gd name="csY7" fmla="*/ 6677 h 44172"/>
                <a:gd name="csX8" fmla="*/ 37844 w 44583"/>
                <a:gd name="csY8" fmla="*/ 22086 h 44172"/>
                <a:gd name="csX9" fmla="*/ 22292 w 44583"/>
                <a:gd name="csY9" fmla="*/ 37495 h 4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4583" h="44172">
                  <a:moveTo>
                    <a:pt x="44584" y="22086"/>
                  </a:moveTo>
                  <a:cubicBezTo>
                    <a:pt x="44584" y="9888"/>
                    <a:pt x="34603" y="0"/>
                    <a:pt x="22292" y="0"/>
                  </a:cubicBezTo>
                  <a:cubicBezTo>
                    <a:pt x="9980" y="0"/>
                    <a:pt x="0" y="9888"/>
                    <a:pt x="0" y="22086"/>
                  </a:cubicBezTo>
                  <a:cubicBezTo>
                    <a:pt x="0" y="34284"/>
                    <a:pt x="9980" y="44172"/>
                    <a:pt x="22292" y="44172"/>
                  </a:cubicBezTo>
                  <a:cubicBezTo>
                    <a:pt x="34603" y="44172"/>
                    <a:pt x="44584" y="34284"/>
                    <a:pt x="44584" y="22086"/>
                  </a:cubicBezTo>
                  <a:close/>
                  <a:moveTo>
                    <a:pt x="22292" y="37495"/>
                  </a:moveTo>
                  <a:cubicBezTo>
                    <a:pt x="13702" y="37495"/>
                    <a:pt x="6739" y="30597"/>
                    <a:pt x="6739" y="22086"/>
                  </a:cubicBezTo>
                  <a:cubicBezTo>
                    <a:pt x="6739" y="13576"/>
                    <a:pt x="13702" y="6677"/>
                    <a:pt x="22292" y="6677"/>
                  </a:cubicBezTo>
                  <a:cubicBezTo>
                    <a:pt x="30881" y="6677"/>
                    <a:pt x="37844" y="13576"/>
                    <a:pt x="37844" y="22086"/>
                  </a:cubicBezTo>
                  <a:cubicBezTo>
                    <a:pt x="37844" y="30597"/>
                    <a:pt x="30881" y="37495"/>
                    <a:pt x="22292" y="3749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09DB02B0-E65B-6F94-027B-F3A56E3EAB14}"/>
                </a:ext>
              </a:extLst>
            </p:cNvPr>
            <p:cNvSpPr/>
            <p:nvPr/>
          </p:nvSpPr>
          <p:spPr>
            <a:xfrm>
              <a:off x="9438361" y="2672061"/>
              <a:ext cx="15552" cy="15408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5C39F9F4-5276-10F1-FCA7-FDE55F644F1E}"/>
                </a:ext>
              </a:extLst>
            </p:cNvPr>
            <p:cNvSpPr/>
            <p:nvPr/>
          </p:nvSpPr>
          <p:spPr>
            <a:xfrm>
              <a:off x="9372004" y="2657679"/>
              <a:ext cx="44583" cy="44172"/>
            </a:xfrm>
            <a:custGeom>
              <a:avLst/>
              <a:gdLst>
                <a:gd name="csX0" fmla="*/ 22292 w 44583"/>
                <a:gd name="csY0" fmla="*/ 0 h 44172"/>
                <a:gd name="csX1" fmla="*/ 0 w 44583"/>
                <a:gd name="csY1" fmla="*/ 22086 h 44172"/>
                <a:gd name="csX2" fmla="*/ 22292 w 44583"/>
                <a:gd name="csY2" fmla="*/ 44172 h 44172"/>
                <a:gd name="csX3" fmla="*/ 44584 w 44583"/>
                <a:gd name="csY3" fmla="*/ 22086 h 44172"/>
                <a:gd name="csX4" fmla="*/ 22292 w 44583"/>
                <a:gd name="csY4" fmla="*/ 0 h 44172"/>
                <a:gd name="csX5" fmla="*/ 22292 w 44583"/>
                <a:gd name="csY5" fmla="*/ 37495 h 44172"/>
                <a:gd name="csX6" fmla="*/ 6739 w 44583"/>
                <a:gd name="csY6" fmla="*/ 22086 h 44172"/>
                <a:gd name="csX7" fmla="*/ 22292 w 44583"/>
                <a:gd name="csY7" fmla="*/ 6677 h 44172"/>
                <a:gd name="csX8" fmla="*/ 37844 w 44583"/>
                <a:gd name="csY8" fmla="*/ 22086 h 44172"/>
                <a:gd name="csX9" fmla="*/ 22292 w 44583"/>
                <a:gd name="csY9" fmla="*/ 37495 h 4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4583" h="44172">
                  <a:moveTo>
                    <a:pt x="22292" y="0"/>
                  </a:moveTo>
                  <a:cubicBezTo>
                    <a:pt x="9980" y="0"/>
                    <a:pt x="0" y="9888"/>
                    <a:pt x="0" y="22086"/>
                  </a:cubicBezTo>
                  <a:cubicBezTo>
                    <a:pt x="0" y="34284"/>
                    <a:pt x="9980" y="44172"/>
                    <a:pt x="22292" y="44172"/>
                  </a:cubicBezTo>
                  <a:cubicBezTo>
                    <a:pt x="34603" y="44172"/>
                    <a:pt x="44584" y="34284"/>
                    <a:pt x="44584" y="22086"/>
                  </a:cubicBezTo>
                  <a:cubicBezTo>
                    <a:pt x="44584" y="9888"/>
                    <a:pt x="34603" y="0"/>
                    <a:pt x="22292" y="0"/>
                  </a:cubicBezTo>
                  <a:close/>
                  <a:moveTo>
                    <a:pt x="22292" y="37495"/>
                  </a:moveTo>
                  <a:cubicBezTo>
                    <a:pt x="13702" y="37495"/>
                    <a:pt x="6739" y="30597"/>
                    <a:pt x="6739" y="22086"/>
                  </a:cubicBezTo>
                  <a:cubicBezTo>
                    <a:pt x="6739" y="13576"/>
                    <a:pt x="13702" y="6677"/>
                    <a:pt x="22292" y="6677"/>
                  </a:cubicBezTo>
                  <a:cubicBezTo>
                    <a:pt x="30881" y="6677"/>
                    <a:pt x="37844" y="13576"/>
                    <a:pt x="37844" y="22086"/>
                  </a:cubicBezTo>
                  <a:cubicBezTo>
                    <a:pt x="37844" y="30597"/>
                    <a:pt x="30881" y="37495"/>
                    <a:pt x="22292" y="3749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36F84D9A-A6CD-19DB-45BC-3EAABADBFC1E}"/>
                </a:ext>
              </a:extLst>
            </p:cNvPr>
            <p:cNvSpPr/>
            <p:nvPr/>
          </p:nvSpPr>
          <p:spPr>
            <a:xfrm>
              <a:off x="9386520" y="2672061"/>
              <a:ext cx="15552" cy="15408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814137E9-D2CF-0463-B5CA-F9FFCED60812}"/>
                </a:ext>
              </a:extLst>
            </p:cNvPr>
            <p:cNvSpPr/>
            <p:nvPr/>
          </p:nvSpPr>
          <p:spPr>
            <a:xfrm>
              <a:off x="940985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CB4D123C-A2BA-1193-00ED-F863FA3D11D6}"/>
                </a:ext>
              </a:extLst>
            </p:cNvPr>
            <p:cNvSpPr/>
            <p:nvPr/>
          </p:nvSpPr>
          <p:spPr>
            <a:xfrm>
              <a:off x="933468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C456A71A-1802-5DB1-0F9A-4D4DFE5B3D9C}"/>
                </a:ext>
              </a:extLst>
            </p:cNvPr>
            <p:cNvSpPr/>
            <p:nvPr/>
          </p:nvSpPr>
          <p:spPr>
            <a:xfrm>
              <a:off x="948502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9E9C4896-904C-6B88-C615-80D4FDC3B7AD}"/>
              </a:ext>
            </a:extLst>
          </p:cNvPr>
          <p:cNvCxnSpPr/>
          <p:nvPr/>
        </p:nvCxnSpPr>
        <p:spPr>
          <a:xfrm flipH="1">
            <a:off x="10546894" y="5130815"/>
            <a:ext cx="635088" cy="98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B25C65-F615-2575-A908-A154F9F237C2}"/>
              </a:ext>
            </a:extLst>
          </p:cNvPr>
          <p:cNvCxnSpPr>
            <a:cxnSpLocks/>
          </p:cNvCxnSpPr>
          <p:nvPr/>
        </p:nvCxnSpPr>
        <p:spPr>
          <a:xfrm flipH="1" flipV="1">
            <a:off x="6185142" y="5409550"/>
            <a:ext cx="4335" cy="3442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08956D0-4031-A7A2-C494-F403FD4C690E}"/>
              </a:ext>
            </a:extLst>
          </p:cNvPr>
          <p:cNvCxnSpPr>
            <a:cxnSpLocks/>
          </p:cNvCxnSpPr>
          <p:nvPr/>
        </p:nvCxnSpPr>
        <p:spPr>
          <a:xfrm flipV="1">
            <a:off x="6398720" y="5062054"/>
            <a:ext cx="1067051" cy="100517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aphic 172" descr="Database outline">
            <a:extLst>
              <a:ext uri="{FF2B5EF4-FFF2-40B4-BE49-F238E27FC236}">
                <a16:creationId xmlns:a16="http://schemas.microsoft.com/office/drawing/2014/main" id="{4382E9AD-2E24-B6BA-B5D9-48C7734489FC}"/>
              </a:ext>
            </a:extLst>
          </p:cNvPr>
          <p:cNvGrpSpPr/>
          <p:nvPr/>
        </p:nvGrpSpPr>
        <p:grpSpPr>
          <a:xfrm>
            <a:off x="6039656" y="4851686"/>
            <a:ext cx="277811" cy="352053"/>
            <a:chOff x="6420991" y="1930381"/>
            <a:chExt cx="277811" cy="3520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F2F0057-0FF3-D047-24AD-6BF77C638221}"/>
                </a:ext>
              </a:extLst>
            </p:cNvPr>
            <p:cNvSpPr/>
            <p:nvPr/>
          </p:nvSpPr>
          <p:spPr>
            <a:xfrm>
              <a:off x="6420991" y="1930381"/>
              <a:ext cx="277811" cy="352053"/>
            </a:xfrm>
            <a:custGeom>
              <a:avLst/>
              <a:gdLst>
                <a:gd name="csX0" fmla="*/ 277812 w 277811"/>
                <a:gd name="csY0" fmla="*/ 311432 h 352053"/>
                <a:gd name="csX1" fmla="*/ 277812 w 277811"/>
                <a:gd name="csY1" fmla="*/ 40622 h 352053"/>
                <a:gd name="csX2" fmla="*/ 138906 w 277811"/>
                <a:gd name="csY2" fmla="*/ 0 h 352053"/>
                <a:gd name="csX3" fmla="*/ 0 w 277811"/>
                <a:gd name="csY3" fmla="*/ 40622 h 352053"/>
                <a:gd name="csX4" fmla="*/ 0 w 277811"/>
                <a:gd name="csY4" fmla="*/ 311432 h 352053"/>
                <a:gd name="csX5" fmla="*/ 138906 w 277811"/>
                <a:gd name="csY5" fmla="*/ 352054 h 352053"/>
                <a:gd name="csX6" fmla="*/ 277812 w 277811"/>
                <a:gd name="csY6" fmla="*/ 311432 h 352053"/>
                <a:gd name="csX7" fmla="*/ 138906 w 277811"/>
                <a:gd name="csY7" fmla="*/ 9027 h 352053"/>
                <a:gd name="csX8" fmla="*/ 268232 w 277811"/>
                <a:gd name="csY8" fmla="*/ 40622 h 352053"/>
                <a:gd name="csX9" fmla="*/ 138906 w 277811"/>
                <a:gd name="csY9" fmla="*/ 72216 h 352053"/>
                <a:gd name="csX10" fmla="*/ 9580 w 277811"/>
                <a:gd name="csY10" fmla="*/ 40622 h 352053"/>
                <a:gd name="csX11" fmla="*/ 138906 w 277811"/>
                <a:gd name="csY11" fmla="*/ 9027 h 352053"/>
                <a:gd name="csX12" fmla="*/ 9580 w 277811"/>
                <a:gd name="csY12" fmla="*/ 56238 h 352053"/>
                <a:gd name="csX13" fmla="*/ 138906 w 277811"/>
                <a:gd name="csY13" fmla="*/ 81243 h 352053"/>
                <a:gd name="csX14" fmla="*/ 268232 w 277811"/>
                <a:gd name="csY14" fmla="*/ 56238 h 352053"/>
                <a:gd name="csX15" fmla="*/ 268232 w 277811"/>
                <a:gd name="csY15" fmla="*/ 130892 h 352053"/>
                <a:gd name="csX16" fmla="*/ 138906 w 277811"/>
                <a:gd name="csY16" fmla="*/ 162486 h 352053"/>
                <a:gd name="csX17" fmla="*/ 9580 w 277811"/>
                <a:gd name="csY17" fmla="*/ 130892 h 352053"/>
                <a:gd name="csX18" fmla="*/ 9580 w 277811"/>
                <a:gd name="csY18" fmla="*/ 146509 h 352053"/>
                <a:gd name="csX19" fmla="*/ 138906 w 277811"/>
                <a:gd name="csY19" fmla="*/ 171513 h 352053"/>
                <a:gd name="csX20" fmla="*/ 268232 w 277811"/>
                <a:gd name="csY20" fmla="*/ 146509 h 352053"/>
                <a:gd name="csX21" fmla="*/ 268232 w 277811"/>
                <a:gd name="csY21" fmla="*/ 221162 h 352053"/>
                <a:gd name="csX22" fmla="*/ 138906 w 277811"/>
                <a:gd name="csY22" fmla="*/ 252757 h 352053"/>
                <a:gd name="csX23" fmla="*/ 9580 w 277811"/>
                <a:gd name="csY23" fmla="*/ 221162 h 352053"/>
                <a:gd name="csX24" fmla="*/ 9580 w 277811"/>
                <a:gd name="csY24" fmla="*/ 311432 h 352053"/>
                <a:gd name="csX25" fmla="*/ 9580 w 277811"/>
                <a:gd name="csY25" fmla="*/ 236779 h 352053"/>
                <a:gd name="csX26" fmla="*/ 138906 w 277811"/>
                <a:gd name="csY26" fmla="*/ 261784 h 352053"/>
                <a:gd name="csX27" fmla="*/ 268232 w 277811"/>
                <a:gd name="csY27" fmla="*/ 236779 h 352053"/>
                <a:gd name="csX28" fmla="*/ 268232 w 277811"/>
                <a:gd name="csY28" fmla="*/ 311432 h 352053"/>
                <a:gd name="csX29" fmla="*/ 138906 w 277811"/>
                <a:gd name="csY29" fmla="*/ 343027 h 352053"/>
                <a:gd name="csX30" fmla="*/ 9580 w 277811"/>
                <a:gd name="csY30" fmla="*/ 311432 h 352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77811" h="352053">
                  <a:moveTo>
                    <a:pt x="277812" y="311432"/>
                  </a:moveTo>
                  <a:lnTo>
                    <a:pt x="277812" y="40622"/>
                  </a:lnTo>
                  <a:cubicBezTo>
                    <a:pt x="277812" y="14236"/>
                    <a:pt x="206246" y="0"/>
                    <a:pt x="138906" y="0"/>
                  </a:cubicBezTo>
                  <a:cubicBezTo>
                    <a:pt x="71565" y="0"/>
                    <a:pt x="0" y="14236"/>
                    <a:pt x="0" y="40622"/>
                  </a:cubicBezTo>
                  <a:lnTo>
                    <a:pt x="0" y="311432"/>
                  </a:lnTo>
                  <a:cubicBezTo>
                    <a:pt x="0" y="337818"/>
                    <a:pt x="71565" y="352054"/>
                    <a:pt x="138906" y="352054"/>
                  </a:cubicBezTo>
                  <a:cubicBezTo>
                    <a:pt x="206246" y="352054"/>
                    <a:pt x="277812" y="337818"/>
                    <a:pt x="277812" y="311432"/>
                  </a:cubicBezTo>
                  <a:close/>
                  <a:moveTo>
                    <a:pt x="138906" y="9027"/>
                  </a:moveTo>
                  <a:cubicBezTo>
                    <a:pt x="212923" y="9027"/>
                    <a:pt x="268232" y="25727"/>
                    <a:pt x="268232" y="40622"/>
                  </a:cubicBezTo>
                  <a:cubicBezTo>
                    <a:pt x="268232" y="55516"/>
                    <a:pt x="212923" y="72216"/>
                    <a:pt x="138906" y="72216"/>
                  </a:cubicBezTo>
                  <a:cubicBezTo>
                    <a:pt x="64888" y="72216"/>
                    <a:pt x="9580" y="55516"/>
                    <a:pt x="9580" y="40622"/>
                  </a:cubicBezTo>
                  <a:cubicBezTo>
                    <a:pt x="9580" y="25727"/>
                    <a:pt x="64888" y="9027"/>
                    <a:pt x="138906" y="9027"/>
                  </a:cubicBezTo>
                  <a:close/>
                  <a:moveTo>
                    <a:pt x="9580" y="56238"/>
                  </a:moveTo>
                  <a:cubicBezTo>
                    <a:pt x="31273" y="72577"/>
                    <a:pt x="86375" y="81243"/>
                    <a:pt x="138906" y="81243"/>
                  </a:cubicBezTo>
                  <a:cubicBezTo>
                    <a:pt x="191436" y="81243"/>
                    <a:pt x="246539" y="72577"/>
                    <a:pt x="268232" y="56238"/>
                  </a:cubicBezTo>
                  <a:lnTo>
                    <a:pt x="268232" y="130892"/>
                  </a:lnTo>
                  <a:cubicBezTo>
                    <a:pt x="268232" y="145786"/>
                    <a:pt x="212923" y="162486"/>
                    <a:pt x="138906" y="162486"/>
                  </a:cubicBezTo>
                  <a:cubicBezTo>
                    <a:pt x="64888" y="162486"/>
                    <a:pt x="9580" y="145786"/>
                    <a:pt x="9580" y="130892"/>
                  </a:cubicBezTo>
                  <a:close/>
                  <a:moveTo>
                    <a:pt x="9580" y="146509"/>
                  </a:moveTo>
                  <a:cubicBezTo>
                    <a:pt x="31273" y="162847"/>
                    <a:pt x="86375" y="171513"/>
                    <a:pt x="138906" y="171513"/>
                  </a:cubicBezTo>
                  <a:cubicBezTo>
                    <a:pt x="191436" y="171513"/>
                    <a:pt x="246539" y="162847"/>
                    <a:pt x="268232" y="146509"/>
                  </a:cubicBezTo>
                  <a:lnTo>
                    <a:pt x="268232" y="221162"/>
                  </a:lnTo>
                  <a:cubicBezTo>
                    <a:pt x="268232" y="236057"/>
                    <a:pt x="212923" y="252757"/>
                    <a:pt x="138906" y="252757"/>
                  </a:cubicBezTo>
                  <a:cubicBezTo>
                    <a:pt x="64888" y="252757"/>
                    <a:pt x="9580" y="236057"/>
                    <a:pt x="9580" y="221162"/>
                  </a:cubicBezTo>
                  <a:close/>
                  <a:moveTo>
                    <a:pt x="9580" y="311432"/>
                  </a:moveTo>
                  <a:lnTo>
                    <a:pt x="9580" y="236779"/>
                  </a:lnTo>
                  <a:cubicBezTo>
                    <a:pt x="31273" y="253118"/>
                    <a:pt x="86375" y="261784"/>
                    <a:pt x="138906" y="261784"/>
                  </a:cubicBezTo>
                  <a:cubicBezTo>
                    <a:pt x="191436" y="261784"/>
                    <a:pt x="246539" y="253118"/>
                    <a:pt x="268232" y="236779"/>
                  </a:cubicBezTo>
                  <a:lnTo>
                    <a:pt x="268232" y="311432"/>
                  </a:lnTo>
                  <a:cubicBezTo>
                    <a:pt x="268232" y="326327"/>
                    <a:pt x="212923" y="343027"/>
                    <a:pt x="138906" y="343027"/>
                  </a:cubicBezTo>
                  <a:cubicBezTo>
                    <a:pt x="64888" y="343027"/>
                    <a:pt x="9580" y="326327"/>
                    <a:pt x="9580" y="31143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1F49DB8-DEA5-4D8C-283C-E9958A46E5F9}"/>
                </a:ext>
              </a:extLst>
            </p:cNvPr>
            <p:cNvSpPr/>
            <p:nvPr/>
          </p:nvSpPr>
          <p:spPr>
            <a:xfrm>
              <a:off x="6646114" y="203870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4EC859B-F401-C361-A85F-B98543616837}"/>
                </a:ext>
              </a:extLst>
            </p:cNvPr>
            <p:cNvSpPr/>
            <p:nvPr/>
          </p:nvSpPr>
          <p:spPr>
            <a:xfrm>
              <a:off x="6646114" y="212897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3B82124-AE2E-F017-7C0E-6FB214976D0C}"/>
                </a:ext>
              </a:extLst>
            </p:cNvPr>
            <p:cNvSpPr/>
            <p:nvPr/>
          </p:nvSpPr>
          <p:spPr>
            <a:xfrm>
              <a:off x="6646114" y="221924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2FA934-342F-B872-B803-944967E011E5}"/>
              </a:ext>
            </a:extLst>
          </p:cNvPr>
          <p:cNvCxnSpPr>
            <a:cxnSpLocks/>
          </p:cNvCxnSpPr>
          <p:nvPr/>
        </p:nvCxnSpPr>
        <p:spPr>
          <a:xfrm flipV="1">
            <a:off x="3544046" y="3279789"/>
            <a:ext cx="509232" cy="1375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0C2D4B29-DC82-7B79-1069-526ABC4D680C}"/>
              </a:ext>
            </a:extLst>
          </p:cNvPr>
          <p:cNvCxnSpPr>
            <a:cxnSpLocks/>
          </p:cNvCxnSpPr>
          <p:nvPr/>
        </p:nvCxnSpPr>
        <p:spPr>
          <a:xfrm flipH="1" flipV="1">
            <a:off x="2270602" y="2855949"/>
            <a:ext cx="459395" cy="6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67EB1BC4-7F2E-1DDE-D017-6E713E8C91F3}"/>
              </a:ext>
            </a:extLst>
          </p:cNvPr>
          <p:cNvCxnSpPr>
            <a:cxnSpLocks/>
          </p:cNvCxnSpPr>
          <p:nvPr/>
        </p:nvCxnSpPr>
        <p:spPr>
          <a:xfrm flipH="1" flipV="1">
            <a:off x="927453" y="3302468"/>
            <a:ext cx="441670" cy="1375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184069D3-65B3-4732-60C4-8A35AFE04939}"/>
              </a:ext>
            </a:extLst>
          </p:cNvPr>
          <p:cNvCxnSpPr>
            <a:cxnSpLocks/>
          </p:cNvCxnSpPr>
          <p:nvPr/>
        </p:nvCxnSpPr>
        <p:spPr>
          <a:xfrm>
            <a:off x="462569" y="4160773"/>
            <a:ext cx="0" cy="75310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21A7830-64A7-BBC7-5F16-CE3942F09606}"/>
              </a:ext>
            </a:extLst>
          </p:cNvPr>
          <p:cNvSpPr txBox="1"/>
          <p:nvPr/>
        </p:nvSpPr>
        <p:spPr>
          <a:xfrm>
            <a:off x="2619822" y="2624302"/>
            <a:ext cx="1121876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8987">
              <a:defRPr/>
            </a:pPr>
            <a:r>
              <a:rPr lang="en-US" sz="1100" b="1">
                <a:solidFill>
                  <a:srgbClr val="000000"/>
                </a:solidFill>
                <a:latin typeface="Segoe UI"/>
                <a:cs typeface="Segoe UI"/>
              </a:rPr>
              <a:t>Apply Rights Agent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1FE58-DA4E-BD05-00E8-4B701000A87B}"/>
              </a:ext>
            </a:extLst>
          </p:cNvPr>
          <p:cNvSpPr txBox="1"/>
          <p:nvPr/>
        </p:nvSpPr>
        <p:spPr>
          <a:xfrm>
            <a:off x="3774724" y="2588155"/>
            <a:ext cx="110102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8987">
              <a:defRPr/>
            </a:pPr>
            <a:r>
              <a:rPr lang="en-US" sz="1100" b="1">
                <a:solidFill>
                  <a:srgbClr val="000000"/>
                </a:solidFill>
                <a:latin typeface="Segoe UI"/>
                <a:cs typeface="Segoe UI"/>
              </a:rPr>
              <a:t>User Permissions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36049E-4D07-2213-9A3E-6EEFD8C1E401}"/>
              </a:ext>
            </a:extLst>
          </p:cNvPr>
          <p:cNvSpPr txBox="1"/>
          <p:nvPr/>
        </p:nvSpPr>
        <p:spPr>
          <a:xfrm>
            <a:off x="190818" y="3525609"/>
            <a:ext cx="899448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sz="1100" kern="0">
                <a:solidFill>
                  <a:srgbClr val="000000"/>
                </a:solidFill>
                <a:cs typeface="Segoe UI"/>
              </a:rPr>
              <a:t>DB Status/ Owner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49" name="Flowchart: Process 48">
            <a:extLst>
              <a:ext uri="{FF2B5EF4-FFF2-40B4-BE49-F238E27FC236}">
                <a16:creationId xmlns:a16="http://schemas.microsoft.com/office/drawing/2014/main" id="{7FF84289-8FD1-143B-3D9B-4BBDC420FAE8}"/>
              </a:ext>
            </a:extLst>
          </p:cNvPr>
          <p:cNvSpPr/>
          <p:nvPr/>
        </p:nvSpPr>
        <p:spPr>
          <a:xfrm>
            <a:off x="186591" y="2582966"/>
            <a:ext cx="2055260" cy="1599302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865B99-2BE8-0413-9256-2E61CD303286}"/>
              </a:ext>
            </a:extLst>
          </p:cNvPr>
          <p:cNvSpPr txBox="1"/>
          <p:nvPr/>
        </p:nvSpPr>
        <p:spPr>
          <a:xfrm>
            <a:off x="5208069" y="3515374"/>
            <a:ext cx="190813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All Failure Notifications will be saved here and moved to DB Support Agent</a:t>
            </a:r>
            <a:endParaRPr lang="en-US" sz="1100" b="1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53" name="Graphic 129" descr="Robot outline">
            <a:extLst>
              <a:ext uri="{FF2B5EF4-FFF2-40B4-BE49-F238E27FC236}">
                <a16:creationId xmlns:a16="http://schemas.microsoft.com/office/drawing/2014/main" id="{BAD6DC0E-6263-F13D-454A-CBA176181E5A}"/>
              </a:ext>
            </a:extLst>
          </p:cNvPr>
          <p:cNvGrpSpPr/>
          <p:nvPr/>
        </p:nvGrpSpPr>
        <p:grpSpPr>
          <a:xfrm>
            <a:off x="7383514" y="3479610"/>
            <a:ext cx="301862" cy="403253"/>
            <a:chOff x="4994881" y="5383980"/>
            <a:chExt cx="301862" cy="4032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A07A0F5-A9C9-DD32-A590-85A28DD84942}"/>
                </a:ext>
              </a:extLst>
            </p:cNvPr>
            <p:cNvSpPr/>
            <p:nvPr/>
          </p:nvSpPr>
          <p:spPr>
            <a:xfrm>
              <a:off x="4994881" y="5383980"/>
              <a:ext cx="301862" cy="403253"/>
            </a:xfrm>
            <a:custGeom>
              <a:avLst/>
              <a:gdLst>
                <a:gd name="csX0" fmla="*/ 279550 w 301862"/>
                <a:gd name="csY0" fmla="*/ 263617 h 403253"/>
                <a:gd name="csX1" fmla="*/ 279550 w 301862"/>
                <a:gd name="csY1" fmla="*/ 218816 h 403253"/>
                <a:gd name="csX2" fmla="*/ 262235 w 301862"/>
                <a:gd name="csY2" fmla="*/ 201666 h 403253"/>
                <a:gd name="csX3" fmla="*/ 239849 w 301862"/>
                <a:gd name="csY3" fmla="*/ 201666 h 403253"/>
                <a:gd name="csX4" fmla="*/ 239849 w 301862"/>
                <a:gd name="csY4" fmla="*/ 177082 h 403253"/>
                <a:gd name="csX5" fmla="*/ 183604 w 301862"/>
                <a:gd name="csY5" fmla="*/ 177082 h 403253"/>
                <a:gd name="csX6" fmla="*/ 183604 w 301862"/>
                <a:gd name="csY6" fmla="*/ 162332 h 403253"/>
                <a:gd name="csX7" fmla="*/ 198218 w 301862"/>
                <a:gd name="csY7" fmla="*/ 162332 h 403253"/>
                <a:gd name="csX8" fmla="*/ 224962 w 301862"/>
                <a:gd name="csY8" fmla="*/ 135835 h 403253"/>
                <a:gd name="csX9" fmla="*/ 224962 w 301862"/>
                <a:gd name="csY9" fmla="*/ 80659 h 403253"/>
                <a:gd name="csX10" fmla="*/ 198218 w 301862"/>
                <a:gd name="csY10" fmla="*/ 54163 h 403253"/>
                <a:gd name="csX11" fmla="*/ 160449 w 301862"/>
                <a:gd name="csY11" fmla="*/ 54163 h 403253"/>
                <a:gd name="csX12" fmla="*/ 160449 w 301862"/>
                <a:gd name="csY12" fmla="*/ 38714 h 403253"/>
                <a:gd name="csX13" fmla="*/ 174706 w 301862"/>
                <a:gd name="csY13" fmla="*/ 14755 h 403253"/>
                <a:gd name="csX14" fmla="*/ 150523 w 301862"/>
                <a:gd name="csY14" fmla="*/ 629 h 403253"/>
                <a:gd name="csX15" fmla="*/ 136266 w 301862"/>
                <a:gd name="csY15" fmla="*/ 24589 h 403253"/>
                <a:gd name="csX16" fmla="*/ 150523 w 301862"/>
                <a:gd name="csY16" fmla="*/ 38714 h 403253"/>
                <a:gd name="csX17" fmla="*/ 150523 w 301862"/>
                <a:gd name="csY17" fmla="*/ 54163 h 403253"/>
                <a:gd name="csX18" fmla="*/ 112749 w 301862"/>
                <a:gd name="csY18" fmla="*/ 54163 h 403253"/>
                <a:gd name="csX19" fmla="*/ 86010 w 301862"/>
                <a:gd name="csY19" fmla="*/ 80659 h 403253"/>
                <a:gd name="csX20" fmla="*/ 86010 w 301862"/>
                <a:gd name="csY20" fmla="*/ 135835 h 403253"/>
                <a:gd name="csX21" fmla="*/ 112749 w 301862"/>
                <a:gd name="csY21" fmla="*/ 162332 h 403253"/>
                <a:gd name="csX22" fmla="*/ 129016 w 301862"/>
                <a:gd name="csY22" fmla="*/ 162332 h 403253"/>
                <a:gd name="csX23" fmla="*/ 129016 w 301862"/>
                <a:gd name="csY23" fmla="*/ 177082 h 403253"/>
                <a:gd name="csX24" fmla="*/ 71123 w 301862"/>
                <a:gd name="csY24" fmla="*/ 177082 h 403253"/>
                <a:gd name="csX25" fmla="*/ 71123 w 301862"/>
                <a:gd name="csY25" fmla="*/ 206548 h 403253"/>
                <a:gd name="csX26" fmla="*/ 39631 w 301862"/>
                <a:gd name="csY26" fmla="*/ 206548 h 403253"/>
                <a:gd name="csX27" fmla="*/ 32246 w 301862"/>
                <a:gd name="csY27" fmla="*/ 199237 h 403253"/>
                <a:gd name="csX28" fmla="*/ 32246 w 301862"/>
                <a:gd name="csY28" fmla="*/ 154431 h 403253"/>
                <a:gd name="csX29" fmla="*/ 54105 w 301862"/>
                <a:gd name="csY29" fmla="*/ 122910 h 403253"/>
                <a:gd name="csX30" fmla="*/ 47685 w 301862"/>
                <a:gd name="csY30" fmla="*/ 109895 h 403253"/>
                <a:gd name="csX31" fmla="*/ 40271 w 301862"/>
                <a:gd name="csY31" fmla="*/ 116434 h 403253"/>
                <a:gd name="csX32" fmla="*/ 38814 w 301862"/>
                <a:gd name="csY32" fmla="*/ 140728 h 403253"/>
                <a:gd name="csX33" fmla="*/ 14294 w 301862"/>
                <a:gd name="csY33" fmla="*/ 139285 h 403253"/>
                <a:gd name="csX34" fmla="*/ 14202 w 301862"/>
                <a:gd name="csY34" fmla="*/ 116537 h 403253"/>
                <a:gd name="csX35" fmla="*/ 6729 w 301862"/>
                <a:gd name="csY35" fmla="*/ 110062 h 403253"/>
                <a:gd name="csX36" fmla="*/ 9350 w 301862"/>
                <a:gd name="csY36" fmla="*/ 148217 h 403253"/>
                <a:gd name="csX37" fmla="*/ 22321 w 301862"/>
                <a:gd name="csY37" fmla="*/ 154431 h 403253"/>
                <a:gd name="csX38" fmla="*/ 22321 w 301862"/>
                <a:gd name="csY38" fmla="*/ 199237 h 403253"/>
                <a:gd name="csX39" fmla="*/ 39631 w 301862"/>
                <a:gd name="csY39" fmla="*/ 216382 h 403253"/>
                <a:gd name="csX40" fmla="*/ 71123 w 301862"/>
                <a:gd name="csY40" fmla="*/ 216382 h 403253"/>
                <a:gd name="csX41" fmla="*/ 71123 w 301862"/>
                <a:gd name="csY41" fmla="*/ 319791 h 403253"/>
                <a:gd name="csX42" fmla="*/ 31545 w 301862"/>
                <a:gd name="csY42" fmla="*/ 363967 h 403253"/>
                <a:gd name="csX43" fmla="*/ 73604 w 301862"/>
                <a:gd name="csY43" fmla="*/ 403254 h 403253"/>
                <a:gd name="csX44" fmla="*/ 237368 w 301862"/>
                <a:gd name="csY44" fmla="*/ 403254 h 403253"/>
                <a:gd name="csX45" fmla="*/ 279502 w 301862"/>
                <a:gd name="csY45" fmla="*/ 361463 h 403253"/>
                <a:gd name="csX46" fmla="*/ 239849 w 301862"/>
                <a:gd name="csY46" fmla="*/ 319791 h 403253"/>
                <a:gd name="csX47" fmla="*/ 239849 w 301862"/>
                <a:gd name="csY47" fmla="*/ 211500 h 403253"/>
                <a:gd name="csX48" fmla="*/ 262235 w 301862"/>
                <a:gd name="csY48" fmla="*/ 211500 h 403253"/>
                <a:gd name="csX49" fmla="*/ 269625 w 301862"/>
                <a:gd name="csY49" fmla="*/ 218816 h 403253"/>
                <a:gd name="csX50" fmla="*/ 269625 w 301862"/>
                <a:gd name="csY50" fmla="*/ 263617 h 403253"/>
                <a:gd name="csX51" fmla="*/ 247765 w 301862"/>
                <a:gd name="csY51" fmla="*/ 295138 h 403253"/>
                <a:gd name="csX52" fmla="*/ 254181 w 301862"/>
                <a:gd name="csY52" fmla="*/ 308149 h 403253"/>
                <a:gd name="csX53" fmla="*/ 261595 w 301862"/>
                <a:gd name="csY53" fmla="*/ 301609 h 403253"/>
                <a:gd name="csX54" fmla="*/ 263056 w 301862"/>
                <a:gd name="csY54" fmla="*/ 277316 h 403253"/>
                <a:gd name="csX55" fmla="*/ 287576 w 301862"/>
                <a:gd name="csY55" fmla="*/ 278763 h 403253"/>
                <a:gd name="csX56" fmla="*/ 287663 w 301862"/>
                <a:gd name="csY56" fmla="*/ 301511 h 403253"/>
                <a:gd name="csX57" fmla="*/ 295137 w 301862"/>
                <a:gd name="csY57" fmla="*/ 307981 h 403253"/>
                <a:gd name="csX58" fmla="*/ 292510 w 301862"/>
                <a:gd name="csY58" fmla="*/ 269827 h 403253"/>
                <a:gd name="csX59" fmla="*/ 279550 w 301862"/>
                <a:gd name="csY59" fmla="*/ 263617 h 403253"/>
                <a:gd name="csX60" fmla="*/ 145561 w 301862"/>
                <a:gd name="csY60" fmla="*/ 19746 h 403253"/>
                <a:gd name="csX61" fmla="*/ 155486 w 301862"/>
                <a:gd name="csY61" fmla="*/ 9912 h 403253"/>
                <a:gd name="csX62" fmla="*/ 165411 w 301862"/>
                <a:gd name="csY62" fmla="*/ 19746 h 403253"/>
                <a:gd name="csX63" fmla="*/ 155486 w 301862"/>
                <a:gd name="csY63" fmla="*/ 29579 h 403253"/>
                <a:gd name="csX64" fmla="*/ 145556 w 301862"/>
                <a:gd name="csY64" fmla="*/ 19750 h 403253"/>
                <a:gd name="csX65" fmla="*/ 145556 w 301862"/>
                <a:gd name="csY65" fmla="*/ 19746 h 403253"/>
                <a:gd name="csX66" fmla="*/ 81048 w 301862"/>
                <a:gd name="csY66" fmla="*/ 261011 h 403253"/>
                <a:gd name="csX67" fmla="*/ 121617 w 301862"/>
                <a:gd name="csY67" fmla="*/ 261011 h 403253"/>
                <a:gd name="csX68" fmla="*/ 137785 w 301862"/>
                <a:gd name="csY68" fmla="*/ 226963 h 403253"/>
                <a:gd name="csX69" fmla="*/ 152975 w 301862"/>
                <a:gd name="csY69" fmla="*/ 284627 h 403253"/>
                <a:gd name="csX70" fmla="*/ 173475 w 301862"/>
                <a:gd name="csY70" fmla="*/ 242834 h 403253"/>
                <a:gd name="csX71" fmla="*/ 186378 w 301862"/>
                <a:gd name="csY71" fmla="*/ 273171 h 403253"/>
                <a:gd name="csX72" fmla="*/ 196382 w 301862"/>
                <a:gd name="csY72" fmla="*/ 263037 h 403253"/>
                <a:gd name="csX73" fmla="*/ 201206 w 301862"/>
                <a:gd name="csY73" fmla="*/ 261026 h 403253"/>
                <a:gd name="csX74" fmla="*/ 229909 w 301862"/>
                <a:gd name="csY74" fmla="*/ 261026 h 403253"/>
                <a:gd name="csX75" fmla="*/ 229909 w 301862"/>
                <a:gd name="csY75" fmla="*/ 319669 h 403253"/>
                <a:gd name="csX76" fmla="*/ 81033 w 301862"/>
                <a:gd name="csY76" fmla="*/ 319669 h 403253"/>
                <a:gd name="csX77" fmla="*/ 112749 w 301862"/>
                <a:gd name="csY77" fmla="*/ 152498 h 403253"/>
                <a:gd name="csX78" fmla="*/ 95936 w 301862"/>
                <a:gd name="csY78" fmla="*/ 135835 h 403253"/>
                <a:gd name="csX79" fmla="*/ 95936 w 301862"/>
                <a:gd name="csY79" fmla="*/ 80659 h 403253"/>
                <a:gd name="csX80" fmla="*/ 112749 w 301862"/>
                <a:gd name="csY80" fmla="*/ 63996 h 403253"/>
                <a:gd name="csX81" fmla="*/ 198218 w 301862"/>
                <a:gd name="csY81" fmla="*/ 63996 h 403253"/>
                <a:gd name="csX82" fmla="*/ 215037 w 301862"/>
                <a:gd name="csY82" fmla="*/ 80659 h 403253"/>
                <a:gd name="csX83" fmla="*/ 215037 w 301862"/>
                <a:gd name="csY83" fmla="*/ 135835 h 403253"/>
                <a:gd name="csX84" fmla="*/ 198218 w 301862"/>
                <a:gd name="csY84" fmla="*/ 152498 h 403253"/>
                <a:gd name="csX85" fmla="*/ 112749 w 301862"/>
                <a:gd name="csY85" fmla="*/ 152498 h 403253"/>
                <a:gd name="csX86" fmla="*/ 138941 w 301862"/>
                <a:gd name="csY86" fmla="*/ 162332 h 403253"/>
                <a:gd name="csX87" fmla="*/ 173679 w 301862"/>
                <a:gd name="csY87" fmla="*/ 162332 h 403253"/>
                <a:gd name="csX88" fmla="*/ 173679 w 301862"/>
                <a:gd name="csY88" fmla="*/ 177082 h 403253"/>
                <a:gd name="csX89" fmla="*/ 138941 w 301862"/>
                <a:gd name="csY89" fmla="*/ 177082 h 403253"/>
                <a:gd name="csX90" fmla="*/ 129016 w 301862"/>
                <a:gd name="csY90" fmla="*/ 186916 h 403253"/>
                <a:gd name="csX91" fmla="*/ 229924 w 301862"/>
                <a:gd name="csY91" fmla="*/ 186916 h 403253"/>
                <a:gd name="csX92" fmla="*/ 229924 w 301862"/>
                <a:gd name="csY92" fmla="*/ 251178 h 403253"/>
                <a:gd name="csX93" fmla="*/ 201221 w 301862"/>
                <a:gd name="csY93" fmla="*/ 251178 h 403253"/>
                <a:gd name="csX94" fmla="*/ 189742 w 301862"/>
                <a:gd name="csY94" fmla="*/ 255721 h 403253"/>
                <a:gd name="csX95" fmla="*/ 174110 w 301862"/>
                <a:gd name="csY95" fmla="*/ 219012 h 403253"/>
                <a:gd name="csX96" fmla="*/ 155794 w 301862"/>
                <a:gd name="csY96" fmla="*/ 256380 h 403253"/>
                <a:gd name="csX97" fmla="*/ 140469 w 301862"/>
                <a:gd name="csY97" fmla="*/ 198224 h 403253"/>
                <a:gd name="csX98" fmla="*/ 115319 w 301862"/>
                <a:gd name="csY98" fmla="*/ 251178 h 403253"/>
                <a:gd name="csX99" fmla="*/ 81048 w 301862"/>
                <a:gd name="csY99" fmla="*/ 251178 h 403253"/>
                <a:gd name="csX100" fmla="*/ 81048 w 301862"/>
                <a:gd name="csY100" fmla="*/ 186916 h 403253"/>
                <a:gd name="csX101" fmla="*/ 269625 w 301862"/>
                <a:gd name="csY101" fmla="*/ 361461 h 403253"/>
                <a:gd name="csX102" fmla="*/ 237368 w 301862"/>
                <a:gd name="csY102" fmla="*/ 393420 h 403253"/>
                <a:gd name="csX103" fmla="*/ 73604 w 301862"/>
                <a:gd name="csY103" fmla="*/ 393420 h 403253"/>
                <a:gd name="csX104" fmla="*/ 41348 w 301862"/>
                <a:gd name="csY104" fmla="*/ 361461 h 403253"/>
                <a:gd name="csX105" fmla="*/ 73604 w 301862"/>
                <a:gd name="csY105" fmla="*/ 329502 h 403253"/>
                <a:gd name="csX106" fmla="*/ 237368 w 301862"/>
                <a:gd name="csY106" fmla="*/ 329502 h 403253"/>
                <a:gd name="csX107" fmla="*/ 269625 w 301862"/>
                <a:gd name="csY107" fmla="*/ 361461 h 403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01862" h="403253">
                  <a:moveTo>
                    <a:pt x="279550" y="263617"/>
                  </a:moveTo>
                  <a:lnTo>
                    <a:pt x="279550" y="218816"/>
                  </a:lnTo>
                  <a:cubicBezTo>
                    <a:pt x="279539" y="209347"/>
                    <a:pt x="271792" y="201674"/>
                    <a:pt x="262235" y="201666"/>
                  </a:cubicBezTo>
                  <a:lnTo>
                    <a:pt x="239849" y="201666"/>
                  </a:lnTo>
                  <a:lnTo>
                    <a:pt x="239849" y="177082"/>
                  </a:lnTo>
                  <a:lnTo>
                    <a:pt x="183604" y="177082"/>
                  </a:lnTo>
                  <a:lnTo>
                    <a:pt x="183604" y="162332"/>
                  </a:lnTo>
                  <a:lnTo>
                    <a:pt x="198218" y="162332"/>
                  </a:lnTo>
                  <a:cubicBezTo>
                    <a:pt x="212983" y="162318"/>
                    <a:pt x="224948" y="150463"/>
                    <a:pt x="224962" y="135835"/>
                  </a:cubicBezTo>
                  <a:lnTo>
                    <a:pt x="224962" y="80659"/>
                  </a:lnTo>
                  <a:cubicBezTo>
                    <a:pt x="224948" y="66032"/>
                    <a:pt x="212983" y="54177"/>
                    <a:pt x="198218" y="54163"/>
                  </a:cubicBezTo>
                  <a:lnTo>
                    <a:pt x="160449" y="54163"/>
                  </a:lnTo>
                  <a:lnTo>
                    <a:pt x="160449" y="38714"/>
                  </a:lnTo>
                  <a:cubicBezTo>
                    <a:pt x="171063" y="35999"/>
                    <a:pt x="177447" y="25272"/>
                    <a:pt x="174706" y="14755"/>
                  </a:cubicBezTo>
                  <a:cubicBezTo>
                    <a:pt x="171965" y="4238"/>
                    <a:pt x="161138" y="-2086"/>
                    <a:pt x="150523" y="629"/>
                  </a:cubicBezTo>
                  <a:cubicBezTo>
                    <a:pt x="139909" y="3345"/>
                    <a:pt x="133525" y="14072"/>
                    <a:pt x="136266" y="24589"/>
                  </a:cubicBezTo>
                  <a:cubicBezTo>
                    <a:pt x="138071" y="31516"/>
                    <a:pt x="143531" y="36926"/>
                    <a:pt x="150523" y="38714"/>
                  </a:cubicBezTo>
                  <a:lnTo>
                    <a:pt x="150523" y="54163"/>
                  </a:lnTo>
                  <a:lnTo>
                    <a:pt x="112749" y="54163"/>
                  </a:lnTo>
                  <a:cubicBezTo>
                    <a:pt x="97987" y="54179"/>
                    <a:pt x="86024" y="66033"/>
                    <a:pt x="86010" y="80659"/>
                  </a:cubicBezTo>
                  <a:lnTo>
                    <a:pt x="86010" y="135835"/>
                  </a:lnTo>
                  <a:cubicBezTo>
                    <a:pt x="86024" y="150461"/>
                    <a:pt x="97987" y="162316"/>
                    <a:pt x="112749" y="162332"/>
                  </a:cubicBezTo>
                  <a:lnTo>
                    <a:pt x="129016" y="162332"/>
                  </a:lnTo>
                  <a:lnTo>
                    <a:pt x="129016" y="177082"/>
                  </a:lnTo>
                  <a:lnTo>
                    <a:pt x="71123" y="177082"/>
                  </a:lnTo>
                  <a:lnTo>
                    <a:pt x="71123" y="206548"/>
                  </a:lnTo>
                  <a:lnTo>
                    <a:pt x="39631" y="206548"/>
                  </a:lnTo>
                  <a:cubicBezTo>
                    <a:pt x="35555" y="206546"/>
                    <a:pt x="32252" y="203275"/>
                    <a:pt x="32246" y="199237"/>
                  </a:cubicBezTo>
                  <a:lnTo>
                    <a:pt x="32246" y="154431"/>
                  </a:lnTo>
                  <a:cubicBezTo>
                    <a:pt x="47067" y="151707"/>
                    <a:pt x="56854" y="137595"/>
                    <a:pt x="54105" y="122910"/>
                  </a:cubicBezTo>
                  <a:cubicBezTo>
                    <a:pt x="53199" y="118074"/>
                    <a:pt x="50979" y="113574"/>
                    <a:pt x="47685" y="109895"/>
                  </a:cubicBezTo>
                  <a:lnTo>
                    <a:pt x="40271" y="116434"/>
                  </a:lnTo>
                  <a:cubicBezTo>
                    <a:pt x="46640" y="123541"/>
                    <a:pt x="45988" y="134417"/>
                    <a:pt x="38814" y="140728"/>
                  </a:cubicBezTo>
                  <a:cubicBezTo>
                    <a:pt x="31641" y="147038"/>
                    <a:pt x="20663" y="146392"/>
                    <a:pt x="14294" y="139285"/>
                  </a:cubicBezTo>
                  <a:cubicBezTo>
                    <a:pt x="8489" y="132806"/>
                    <a:pt x="8449" y="123062"/>
                    <a:pt x="14202" y="116537"/>
                  </a:cubicBezTo>
                  <a:lnTo>
                    <a:pt x="6729" y="110062"/>
                  </a:lnTo>
                  <a:cubicBezTo>
                    <a:pt x="-3182" y="121315"/>
                    <a:pt x="-2009" y="138398"/>
                    <a:pt x="9350" y="148217"/>
                  </a:cubicBezTo>
                  <a:cubicBezTo>
                    <a:pt x="13034" y="151402"/>
                    <a:pt x="17513" y="153548"/>
                    <a:pt x="22321" y="154431"/>
                  </a:cubicBezTo>
                  <a:lnTo>
                    <a:pt x="22321" y="199237"/>
                  </a:lnTo>
                  <a:cubicBezTo>
                    <a:pt x="22332" y="208703"/>
                    <a:pt x="30076" y="216374"/>
                    <a:pt x="39631" y="216382"/>
                  </a:cubicBezTo>
                  <a:lnTo>
                    <a:pt x="71123" y="216382"/>
                  </a:lnTo>
                  <a:lnTo>
                    <a:pt x="71123" y="319791"/>
                  </a:lnTo>
                  <a:cubicBezTo>
                    <a:pt x="47881" y="321162"/>
                    <a:pt x="30161" y="340940"/>
                    <a:pt x="31545" y="363967"/>
                  </a:cubicBezTo>
                  <a:cubicBezTo>
                    <a:pt x="32869" y="386023"/>
                    <a:pt x="51303" y="403242"/>
                    <a:pt x="73604" y="403254"/>
                  </a:cubicBezTo>
                  <a:lnTo>
                    <a:pt x="237368" y="403254"/>
                  </a:lnTo>
                  <a:cubicBezTo>
                    <a:pt x="260651" y="403241"/>
                    <a:pt x="279515" y="384531"/>
                    <a:pt x="279502" y="361463"/>
                  </a:cubicBezTo>
                  <a:cubicBezTo>
                    <a:pt x="279490" y="339368"/>
                    <a:pt x="262111" y="321104"/>
                    <a:pt x="239849" y="319791"/>
                  </a:cubicBezTo>
                  <a:lnTo>
                    <a:pt x="239849" y="211500"/>
                  </a:lnTo>
                  <a:lnTo>
                    <a:pt x="262235" y="211500"/>
                  </a:lnTo>
                  <a:cubicBezTo>
                    <a:pt x="266312" y="211505"/>
                    <a:pt x="269616" y="214777"/>
                    <a:pt x="269625" y="218816"/>
                  </a:cubicBezTo>
                  <a:lnTo>
                    <a:pt x="269625" y="263617"/>
                  </a:lnTo>
                  <a:cubicBezTo>
                    <a:pt x="254803" y="266341"/>
                    <a:pt x="245017" y="280453"/>
                    <a:pt x="247765" y="295138"/>
                  </a:cubicBezTo>
                  <a:cubicBezTo>
                    <a:pt x="248671" y="299972"/>
                    <a:pt x="250888" y="304470"/>
                    <a:pt x="254181" y="308149"/>
                  </a:cubicBezTo>
                  <a:lnTo>
                    <a:pt x="261595" y="301609"/>
                  </a:lnTo>
                  <a:cubicBezTo>
                    <a:pt x="255228" y="294501"/>
                    <a:pt x="255882" y="283624"/>
                    <a:pt x="263056" y="277316"/>
                  </a:cubicBezTo>
                  <a:cubicBezTo>
                    <a:pt x="270230" y="271007"/>
                    <a:pt x="281209" y="271655"/>
                    <a:pt x="287576" y="278763"/>
                  </a:cubicBezTo>
                  <a:cubicBezTo>
                    <a:pt x="293381" y="285243"/>
                    <a:pt x="293418" y="294988"/>
                    <a:pt x="287663" y="301511"/>
                  </a:cubicBezTo>
                  <a:lnTo>
                    <a:pt x="295137" y="307981"/>
                  </a:lnTo>
                  <a:cubicBezTo>
                    <a:pt x="305046" y="296726"/>
                    <a:pt x="303869" y="279644"/>
                    <a:pt x="292510" y="269827"/>
                  </a:cubicBezTo>
                  <a:cubicBezTo>
                    <a:pt x="288829" y="266645"/>
                    <a:pt x="284353" y="264501"/>
                    <a:pt x="279550" y="263617"/>
                  </a:cubicBezTo>
                  <a:close/>
                  <a:moveTo>
                    <a:pt x="145561" y="19746"/>
                  </a:moveTo>
                  <a:cubicBezTo>
                    <a:pt x="145561" y="14315"/>
                    <a:pt x="150004" y="9912"/>
                    <a:pt x="155486" y="9912"/>
                  </a:cubicBezTo>
                  <a:cubicBezTo>
                    <a:pt x="160968" y="9912"/>
                    <a:pt x="165411" y="14315"/>
                    <a:pt x="165411" y="19746"/>
                  </a:cubicBezTo>
                  <a:cubicBezTo>
                    <a:pt x="165411" y="25177"/>
                    <a:pt x="160968" y="29579"/>
                    <a:pt x="155486" y="29579"/>
                  </a:cubicBezTo>
                  <a:cubicBezTo>
                    <a:pt x="150004" y="29582"/>
                    <a:pt x="145559" y="25182"/>
                    <a:pt x="145556" y="19750"/>
                  </a:cubicBezTo>
                  <a:cubicBezTo>
                    <a:pt x="145556" y="19749"/>
                    <a:pt x="145556" y="19747"/>
                    <a:pt x="145556" y="19746"/>
                  </a:cubicBezTo>
                  <a:close/>
                  <a:moveTo>
                    <a:pt x="81048" y="261011"/>
                  </a:moveTo>
                  <a:lnTo>
                    <a:pt x="121617" y="261011"/>
                  </a:lnTo>
                  <a:lnTo>
                    <a:pt x="137785" y="226963"/>
                  </a:lnTo>
                  <a:lnTo>
                    <a:pt x="152975" y="284627"/>
                  </a:lnTo>
                  <a:lnTo>
                    <a:pt x="173475" y="242834"/>
                  </a:lnTo>
                  <a:lnTo>
                    <a:pt x="186378" y="273171"/>
                  </a:lnTo>
                  <a:lnTo>
                    <a:pt x="196382" y="263037"/>
                  </a:lnTo>
                  <a:cubicBezTo>
                    <a:pt x="197707" y="261834"/>
                    <a:pt x="199411" y="261123"/>
                    <a:pt x="201206" y="261026"/>
                  </a:cubicBezTo>
                  <a:lnTo>
                    <a:pt x="229909" y="261026"/>
                  </a:lnTo>
                  <a:lnTo>
                    <a:pt x="229909" y="319669"/>
                  </a:lnTo>
                  <a:lnTo>
                    <a:pt x="81033" y="319669"/>
                  </a:lnTo>
                  <a:close/>
                  <a:moveTo>
                    <a:pt x="112749" y="152498"/>
                  </a:moveTo>
                  <a:cubicBezTo>
                    <a:pt x="103467" y="152485"/>
                    <a:pt x="95946" y="145032"/>
                    <a:pt x="95936" y="135835"/>
                  </a:cubicBezTo>
                  <a:lnTo>
                    <a:pt x="95936" y="80659"/>
                  </a:lnTo>
                  <a:cubicBezTo>
                    <a:pt x="95946" y="71463"/>
                    <a:pt x="103467" y="64010"/>
                    <a:pt x="112749" y="63996"/>
                  </a:cubicBezTo>
                  <a:lnTo>
                    <a:pt x="198218" y="63996"/>
                  </a:lnTo>
                  <a:cubicBezTo>
                    <a:pt x="207501" y="64010"/>
                    <a:pt x="215023" y="71462"/>
                    <a:pt x="215037" y="80659"/>
                  </a:cubicBezTo>
                  <a:lnTo>
                    <a:pt x="215037" y="135835"/>
                  </a:lnTo>
                  <a:cubicBezTo>
                    <a:pt x="215023" y="145033"/>
                    <a:pt x="207501" y="152485"/>
                    <a:pt x="198218" y="152498"/>
                  </a:cubicBezTo>
                  <a:lnTo>
                    <a:pt x="112749" y="152498"/>
                  </a:lnTo>
                  <a:close/>
                  <a:moveTo>
                    <a:pt x="138941" y="162332"/>
                  </a:moveTo>
                  <a:lnTo>
                    <a:pt x="173679" y="162332"/>
                  </a:lnTo>
                  <a:lnTo>
                    <a:pt x="173679" y="177082"/>
                  </a:lnTo>
                  <a:lnTo>
                    <a:pt x="138941" y="177082"/>
                  </a:lnTo>
                  <a:close/>
                  <a:moveTo>
                    <a:pt x="129016" y="186916"/>
                  </a:moveTo>
                  <a:lnTo>
                    <a:pt x="229924" y="186916"/>
                  </a:lnTo>
                  <a:lnTo>
                    <a:pt x="229924" y="251178"/>
                  </a:lnTo>
                  <a:lnTo>
                    <a:pt x="201221" y="251178"/>
                  </a:lnTo>
                  <a:cubicBezTo>
                    <a:pt x="196965" y="251264"/>
                    <a:pt x="192887" y="252879"/>
                    <a:pt x="189742" y="255721"/>
                  </a:cubicBezTo>
                  <a:lnTo>
                    <a:pt x="174110" y="219012"/>
                  </a:lnTo>
                  <a:lnTo>
                    <a:pt x="155794" y="256380"/>
                  </a:lnTo>
                  <a:lnTo>
                    <a:pt x="140469" y="198224"/>
                  </a:lnTo>
                  <a:lnTo>
                    <a:pt x="115319" y="251178"/>
                  </a:lnTo>
                  <a:lnTo>
                    <a:pt x="81048" y="251178"/>
                  </a:lnTo>
                  <a:lnTo>
                    <a:pt x="81048" y="186916"/>
                  </a:lnTo>
                  <a:close/>
                  <a:moveTo>
                    <a:pt x="269625" y="361461"/>
                  </a:moveTo>
                  <a:cubicBezTo>
                    <a:pt x="269603" y="379102"/>
                    <a:pt x="255174" y="393398"/>
                    <a:pt x="237368" y="393420"/>
                  </a:cubicBezTo>
                  <a:lnTo>
                    <a:pt x="73604" y="393420"/>
                  </a:lnTo>
                  <a:cubicBezTo>
                    <a:pt x="55789" y="393420"/>
                    <a:pt x="41348" y="379112"/>
                    <a:pt x="41348" y="361461"/>
                  </a:cubicBezTo>
                  <a:cubicBezTo>
                    <a:pt x="41348" y="343810"/>
                    <a:pt x="55789" y="329502"/>
                    <a:pt x="73604" y="329502"/>
                  </a:cubicBezTo>
                  <a:lnTo>
                    <a:pt x="237368" y="329502"/>
                  </a:lnTo>
                  <a:cubicBezTo>
                    <a:pt x="255174" y="329524"/>
                    <a:pt x="269603" y="343820"/>
                    <a:pt x="269625" y="361461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23D1924-4456-931B-734E-ABE66E0A5711}"/>
                </a:ext>
              </a:extLst>
            </p:cNvPr>
            <p:cNvSpPr/>
            <p:nvPr/>
          </p:nvSpPr>
          <p:spPr>
            <a:xfrm>
              <a:off x="5153836" y="5471085"/>
              <a:ext cx="42677" cy="42284"/>
            </a:xfrm>
            <a:custGeom>
              <a:avLst/>
              <a:gdLst>
                <a:gd name="csX0" fmla="*/ 42678 w 42677"/>
                <a:gd name="csY0" fmla="*/ 21142 h 42284"/>
                <a:gd name="csX1" fmla="*/ 21339 w 42677"/>
                <a:gd name="csY1" fmla="*/ 0 h 42284"/>
                <a:gd name="csX2" fmla="*/ 0 w 42677"/>
                <a:gd name="csY2" fmla="*/ 21142 h 42284"/>
                <a:gd name="csX3" fmla="*/ 21339 w 42677"/>
                <a:gd name="csY3" fmla="*/ 42284 h 42284"/>
                <a:gd name="csX4" fmla="*/ 42678 w 42677"/>
                <a:gd name="csY4" fmla="*/ 21142 h 42284"/>
                <a:gd name="csX5" fmla="*/ 21339 w 42677"/>
                <a:gd name="csY5" fmla="*/ 35892 h 42284"/>
                <a:gd name="csX6" fmla="*/ 6451 w 42677"/>
                <a:gd name="csY6" fmla="*/ 21142 h 42284"/>
                <a:gd name="csX7" fmla="*/ 21339 w 42677"/>
                <a:gd name="csY7" fmla="*/ 6392 h 42284"/>
                <a:gd name="csX8" fmla="*/ 36227 w 42677"/>
                <a:gd name="csY8" fmla="*/ 21142 h 42284"/>
                <a:gd name="csX9" fmla="*/ 21339 w 42677"/>
                <a:gd name="csY9" fmla="*/ 35892 h 42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77" h="42284">
                  <a:moveTo>
                    <a:pt x="42678" y="21142"/>
                  </a:moveTo>
                  <a:cubicBezTo>
                    <a:pt x="42678" y="9466"/>
                    <a:pt x="33124" y="0"/>
                    <a:pt x="21339" y="0"/>
                  </a:cubicBezTo>
                  <a:cubicBezTo>
                    <a:pt x="9554" y="0"/>
                    <a:pt x="0" y="9466"/>
                    <a:pt x="0" y="21142"/>
                  </a:cubicBezTo>
                  <a:cubicBezTo>
                    <a:pt x="0" y="32818"/>
                    <a:pt x="9554" y="42284"/>
                    <a:pt x="21339" y="42284"/>
                  </a:cubicBezTo>
                  <a:cubicBezTo>
                    <a:pt x="33124" y="42284"/>
                    <a:pt x="42678" y="32818"/>
                    <a:pt x="42678" y="21142"/>
                  </a:cubicBezTo>
                  <a:close/>
                  <a:moveTo>
                    <a:pt x="21339" y="35892"/>
                  </a:moveTo>
                  <a:cubicBezTo>
                    <a:pt x="13116" y="35892"/>
                    <a:pt x="6451" y="29289"/>
                    <a:pt x="6451" y="21142"/>
                  </a:cubicBezTo>
                  <a:cubicBezTo>
                    <a:pt x="6451" y="12996"/>
                    <a:pt x="13116" y="6392"/>
                    <a:pt x="21339" y="6392"/>
                  </a:cubicBezTo>
                  <a:cubicBezTo>
                    <a:pt x="29561" y="6392"/>
                    <a:pt x="36227" y="12996"/>
                    <a:pt x="36227" y="21142"/>
                  </a:cubicBezTo>
                  <a:cubicBezTo>
                    <a:pt x="36227" y="29289"/>
                    <a:pt x="29561" y="35892"/>
                    <a:pt x="21339" y="35892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345C3CB-9DDF-5020-57D5-00EF96CA8677}"/>
                </a:ext>
              </a:extLst>
            </p:cNvPr>
            <p:cNvSpPr/>
            <p:nvPr/>
          </p:nvSpPr>
          <p:spPr>
            <a:xfrm>
              <a:off x="5167731" y="5484852"/>
              <a:ext cx="14887" cy="14750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49D5D9C-D129-3AF2-6274-D01F6C8DF3DA}"/>
                </a:ext>
              </a:extLst>
            </p:cNvPr>
            <p:cNvSpPr/>
            <p:nvPr/>
          </p:nvSpPr>
          <p:spPr>
            <a:xfrm>
              <a:off x="5104210" y="5471085"/>
              <a:ext cx="42677" cy="42284"/>
            </a:xfrm>
            <a:custGeom>
              <a:avLst/>
              <a:gdLst>
                <a:gd name="csX0" fmla="*/ 21339 w 42677"/>
                <a:gd name="csY0" fmla="*/ 0 h 42284"/>
                <a:gd name="csX1" fmla="*/ 0 w 42677"/>
                <a:gd name="csY1" fmla="*/ 21142 h 42284"/>
                <a:gd name="csX2" fmla="*/ 21339 w 42677"/>
                <a:gd name="csY2" fmla="*/ 42284 h 42284"/>
                <a:gd name="csX3" fmla="*/ 42678 w 42677"/>
                <a:gd name="csY3" fmla="*/ 21142 h 42284"/>
                <a:gd name="csX4" fmla="*/ 21339 w 42677"/>
                <a:gd name="csY4" fmla="*/ 0 h 42284"/>
                <a:gd name="csX5" fmla="*/ 21339 w 42677"/>
                <a:gd name="csY5" fmla="*/ 35892 h 42284"/>
                <a:gd name="csX6" fmla="*/ 6451 w 42677"/>
                <a:gd name="csY6" fmla="*/ 21142 h 42284"/>
                <a:gd name="csX7" fmla="*/ 21339 w 42677"/>
                <a:gd name="csY7" fmla="*/ 6392 h 42284"/>
                <a:gd name="csX8" fmla="*/ 36227 w 42677"/>
                <a:gd name="csY8" fmla="*/ 21142 h 42284"/>
                <a:gd name="csX9" fmla="*/ 21339 w 42677"/>
                <a:gd name="csY9" fmla="*/ 35892 h 42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2677" h="42284">
                  <a:moveTo>
                    <a:pt x="21339" y="0"/>
                  </a:moveTo>
                  <a:cubicBezTo>
                    <a:pt x="9554" y="0"/>
                    <a:pt x="0" y="9466"/>
                    <a:pt x="0" y="21142"/>
                  </a:cubicBezTo>
                  <a:cubicBezTo>
                    <a:pt x="0" y="32818"/>
                    <a:pt x="9554" y="42284"/>
                    <a:pt x="21339" y="42284"/>
                  </a:cubicBezTo>
                  <a:cubicBezTo>
                    <a:pt x="33124" y="42284"/>
                    <a:pt x="42678" y="32818"/>
                    <a:pt x="42678" y="21142"/>
                  </a:cubicBezTo>
                  <a:cubicBezTo>
                    <a:pt x="42678" y="9466"/>
                    <a:pt x="33124" y="0"/>
                    <a:pt x="21339" y="0"/>
                  </a:cubicBezTo>
                  <a:close/>
                  <a:moveTo>
                    <a:pt x="21339" y="35892"/>
                  </a:moveTo>
                  <a:cubicBezTo>
                    <a:pt x="13116" y="35892"/>
                    <a:pt x="6451" y="29289"/>
                    <a:pt x="6451" y="21142"/>
                  </a:cubicBezTo>
                  <a:cubicBezTo>
                    <a:pt x="6451" y="12996"/>
                    <a:pt x="13116" y="6392"/>
                    <a:pt x="21339" y="6392"/>
                  </a:cubicBezTo>
                  <a:cubicBezTo>
                    <a:pt x="29561" y="6392"/>
                    <a:pt x="36227" y="12996"/>
                    <a:pt x="36227" y="21142"/>
                  </a:cubicBezTo>
                  <a:cubicBezTo>
                    <a:pt x="36227" y="29289"/>
                    <a:pt x="29561" y="35892"/>
                    <a:pt x="21339" y="35892"/>
                  </a:cubicBezTo>
                  <a:close/>
                </a:path>
              </a:pathLst>
            </a:cu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DF2ACB3-4019-45C0-71D5-52C2B970C45E}"/>
                </a:ext>
              </a:extLst>
            </p:cNvPr>
            <p:cNvSpPr/>
            <p:nvPr/>
          </p:nvSpPr>
          <p:spPr>
            <a:xfrm>
              <a:off x="5118105" y="5484852"/>
              <a:ext cx="14887" cy="14750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8FBBE3EE-F8D4-522C-E4FA-21AE9A7069DD}"/>
                </a:ext>
              </a:extLst>
            </p:cNvPr>
            <p:cNvSpPr/>
            <p:nvPr/>
          </p:nvSpPr>
          <p:spPr>
            <a:xfrm>
              <a:off x="5140442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55" name="Oval 454">
              <a:extLst>
                <a:ext uri="{FF2B5EF4-FFF2-40B4-BE49-F238E27FC236}">
                  <a16:creationId xmlns:a16="http://schemas.microsoft.com/office/drawing/2014/main" id="{6591E287-8395-2AAF-1AA6-28E6A264F980}"/>
                </a:ext>
              </a:extLst>
            </p:cNvPr>
            <p:cNvSpPr/>
            <p:nvPr/>
          </p:nvSpPr>
          <p:spPr>
            <a:xfrm>
              <a:off x="5068485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70" name="Oval 469">
              <a:extLst>
                <a:ext uri="{FF2B5EF4-FFF2-40B4-BE49-F238E27FC236}">
                  <a16:creationId xmlns:a16="http://schemas.microsoft.com/office/drawing/2014/main" id="{948DCF81-6718-AB65-1AFF-4469F4EA688A}"/>
                </a:ext>
              </a:extLst>
            </p:cNvPr>
            <p:cNvSpPr/>
            <p:nvPr/>
          </p:nvSpPr>
          <p:spPr>
            <a:xfrm>
              <a:off x="5212398" y="5735607"/>
              <a:ext cx="19850" cy="19667"/>
            </a:xfrm>
            <a:prstGeom prst="ellipse">
              <a:avLst/>
            </a:prstGeom>
            <a:grpFill/>
            <a:ln w="4961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480" name="TextBox 479">
            <a:extLst>
              <a:ext uri="{FF2B5EF4-FFF2-40B4-BE49-F238E27FC236}">
                <a16:creationId xmlns:a16="http://schemas.microsoft.com/office/drawing/2014/main" id="{97E189B9-9168-7853-6FDE-16A55236C083}"/>
              </a:ext>
            </a:extLst>
          </p:cNvPr>
          <p:cNvSpPr txBox="1"/>
          <p:nvPr/>
        </p:nvSpPr>
        <p:spPr>
          <a:xfrm>
            <a:off x="7004793" y="3907356"/>
            <a:ext cx="106550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>
              <a:defRPr/>
            </a:pPr>
            <a:r>
              <a:rPr lang="en-US" kern="0">
                <a:solidFill>
                  <a:srgbClr val="000000"/>
                </a:solidFill>
                <a:cs typeface="Segoe UI"/>
              </a:rPr>
              <a:t>DB Support Agent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465" name="Flowchart: Process 464">
            <a:extLst>
              <a:ext uri="{FF2B5EF4-FFF2-40B4-BE49-F238E27FC236}">
                <a16:creationId xmlns:a16="http://schemas.microsoft.com/office/drawing/2014/main" id="{479A96D4-3F3C-7FD3-EC67-252B8B9B4F0D}"/>
              </a:ext>
            </a:extLst>
          </p:cNvPr>
          <p:cNvSpPr/>
          <p:nvPr/>
        </p:nvSpPr>
        <p:spPr>
          <a:xfrm>
            <a:off x="6926310" y="751653"/>
            <a:ext cx="2014128" cy="991006"/>
          </a:xfrm>
          <a:prstGeom prst="flowChartProcess">
            <a:avLst/>
          </a:prstGeom>
          <a:noFill/>
          <a:ln w="12700" cap="flat" cmpd="sng" algn="ctr">
            <a:gradFill>
              <a:gsLst>
                <a:gs pos="0">
                  <a:srgbClr val="7030A0"/>
                </a:gs>
                <a:gs pos="100000">
                  <a:srgbClr val="00B0F0"/>
                </a:gs>
              </a:gsLst>
              <a:lin ang="5400000" scaled="1"/>
            </a:gra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0155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grpSp>
        <p:nvGrpSpPr>
          <p:cNvPr id="4" name="Graphic 131" descr="Robot outline">
            <a:extLst>
              <a:ext uri="{FF2B5EF4-FFF2-40B4-BE49-F238E27FC236}">
                <a16:creationId xmlns:a16="http://schemas.microsoft.com/office/drawing/2014/main" id="{06A3B552-4430-DC07-0F0E-E1D089B54ADA}"/>
              </a:ext>
            </a:extLst>
          </p:cNvPr>
          <p:cNvGrpSpPr/>
          <p:nvPr/>
        </p:nvGrpSpPr>
        <p:grpSpPr>
          <a:xfrm>
            <a:off x="7130075" y="838145"/>
            <a:ext cx="315341" cy="421260"/>
            <a:chOff x="9257793" y="2566684"/>
            <a:chExt cx="315341" cy="421260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43E22DB-7560-5DAF-954F-F80D8CAFE08E}"/>
                </a:ext>
              </a:extLst>
            </p:cNvPr>
            <p:cNvSpPr/>
            <p:nvPr/>
          </p:nvSpPr>
          <p:spPr>
            <a:xfrm>
              <a:off x="9257793" y="2566684"/>
              <a:ext cx="315341" cy="421260"/>
            </a:xfrm>
            <a:custGeom>
              <a:avLst/>
              <a:gdLst>
                <a:gd name="csX0" fmla="*/ 292032 w 315341"/>
                <a:gd name="csY0" fmla="*/ 275389 h 421260"/>
                <a:gd name="csX1" fmla="*/ 292032 w 315341"/>
                <a:gd name="csY1" fmla="*/ 228587 h 421260"/>
                <a:gd name="csX2" fmla="*/ 273945 w 315341"/>
                <a:gd name="csY2" fmla="*/ 210671 h 421260"/>
                <a:gd name="csX3" fmla="*/ 250559 w 315341"/>
                <a:gd name="csY3" fmla="*/ 210671 h 421260"/>
                <a:gd name="csX4" fmla="*/ 250559 w 315341"/>
                <a:gd name="csY4" fmla="*/ 184990 h 421260"/>
                <a:gd name="csX5" fmla="*/ 191802 w 315341"/>
                <a:gd name="csY5" fmla="*/ 184990 h 421260"/>
                <a:gd name="csX6" fmla="*/ 191802 w 315341"/>
                <a:gd name="csY6" fmla="*/ 169581 h 421260"/>
                <a:gd name="csX7" fmla="*/ 207070 w 315341"/>
                <a:gd name="csY7" fmla="*/ 169581 h 421260"/>
                <a:gd name="csX8" fmla="*/ 235007 w 315341"/>
                <a:gd name="csY8" fmla="*/ 141901 h 421260"/>
                <a:gd name="csX9" fmla="*/ 235007 w 315341"/>
                <a:gd name="csY9" fmla="*/ 84261 h 421260"/>
                <a:gd name="csX10" fmla="*/ 207070 w 315341"/>
                <a:gd name="csY10" fmla="*/ 56581 h 421260"/>
                <a:gd name="csX11" fmla="*/ 167613 w 315341"/>
                <a:gd name="csY11" fmla="*/ 56581 h 421260"/>
                <a:gd name="csX12" fmla="*/ 167613 w 315341"/>
                <a:gd name="csY12" fmla="*/ 40443 h 421260"/>
                <a:gd name="csX13" fmla="*/ 182507 w 315341"/>
                <a:gd name="csY13" fmla="*/ 15414 h 421260"/>
                <a:gd name="csX14" fmla="*/ 157245 w 315341"/>
                <a:gd name="csY14" fmla="*/ 657 h 421260"/>
                <a:gd name="csX15" fmla="*/ 142351 w 315341"/>
                <a:gd name="csY15" fmla="*/ 25687 h 421260"/>
                <a:gd name="csX16" fmla="*/ 157245 w 315341"/>
                <a:gd name="csY16" fmla="*/ 40443 h 421260"/>
                <a:gd name="csX17" fmla="*/ 157245 w 315341"/>
                <a:gd name="csY17" fmla="*/ 56581 h 421260"/>
                <a:gd name="csX18" fmla="*/ 117783 w 315341"/>
                <a:gd name="csY18" fmla="*/ 56581 h 421260"/>
                <a:gd name="csX19" fmla="*/ 89851 w 315341"/>
                <a:gd name="csY19" fmla="*/ 84261 h 421260"/>
                <a:gd name="csX20" fmla="*/ 89851 w 315341"/>
                <a:gd name="csY20" fmla="*/ 141901 h 421260"/>
                <a:gd name="csX21" fmla="*/ 117783 w 315341"/>
                <a:gd name="csY21" fmla="*/ 169581 h 421260"/>
                <a:gd name="csX22" fmla="*/ 134777 w 315341"/>
                <a:gd name="csY22" fmla="*/ 169581 h 421260"/>
                <a:gd name="csX23" fmla="*/ 134777 w 315341"/>
                <a:gd name="csY23" fmla="*/ 184990 h 421260"/>
                <a:gd name="csX24" fmla="*/ 74299 w 315341"/>
                <a:gd name="csY24" fmla="*/ 184990 h 421260"/>
                <a:gd name="csX25" fmla="*/ 74299 w 315341"/>
                <a:gd name="csY25" fmla="*/ 215772 h 421260"/>
                <a:gd name="csX26" fmla="*/ 41400 w 315341"/>
                <a:gd name="csY26" fmla="*/ 215772 h 421260"/>
                <a:gd name="csX27" fmla="*/ 33686 w 315341"/>
                <a:gd name="csY27" fmla="*/ 208134 h 421260"/>
                <a:gd name="csX28" fmla="*/ 33686 w 315341"/>
                <a:gd name="csY28" fmla="*/ 161327 h 421260"/>
                <a:gd name="csX29" fmla="*/ 56521 w 315341"/>
                <a:gd name="csY29" fmla="*/ 128399 h 421260"/>
                <a:gd name="csX30" fmla="*/ 49814 w 315341"/>
                <a:gd name="csY30" fmla="*/ 114802 h 421260"/>
                <a:gd name="csX31" fmla="*/ 42069 w 315341"/>
                <a:gd name="csY31" fmla="*/ 121633 h 421260"/>
                <a:gd name="csX32" fmla="*/ 40547 w 315341"/>
                <a:gd name="csY32" fmla="*/ 147012 h 421260"/>
                <a:gd name="csX33" fmla="*/ 14933 w 315341"/>
                <a:gd name="csY33" fmla="*/ 145505 h 421260"/>
                <a:gd name="csX34" fmla="*/ 14837 w 315341"/>
                <a:gd name="csY34" fmla="*/ 121741 h 421260"/>
                <a:gd name="csX35" fmla="*/ 7029 w 315341"/>
                <a:gd name="csY35" fmla="*/ 114976 h 421260"/>
                <a:gd name="csX36" fmla="*/ 9767 w 315341"/>
                <a:gd name="csY36" fmla="*/ 154835 h 421260"/>
                <a:gd name="csX37" fmla="*/ 23318 w 315341"/>
                <a:gd name="csY37" fmla="*/ 161327 h 421260"/>
                <a:gd name="csX38" fmla="*/ 23318 w 315341"/>
                <a:gd name="csY38" fmla="*/ 208134 h 421260"/>
                <a:gd name="csX39" fmla="*/ 41400 w 315341"/>
                <a:gd name="csY39" fmla="*/ 226044 h 421260"/>
                <a:gd name="csX40" fmla="*/ 74299 w 315341"/>
                <a:gd name="csY40" fmla="*/ 226044 h 421260"/>
                <a:gd name="csX41" fmla="*/ 74299 w 315341"/>
                <a:gd name="csY41" fmla="*/ 334071 h 421260"/>
                <a:gd name="csX42" fmla="*/ 32953 w 315341"/>
                <a:gd name="csY42" fmla="*/ 380219 h 421260"/>
                <a:gd name="csX43" fmla="*/ 76891 w 315341"/>
                <a:gd name="csY43" fmla="*/ 421260 h 421260"/>
                <a:gd name="csX44" fmla="*/ 247967 w 315341"/>
                <a:gd name="csY44" fmla="*/ 421260 h 421260"/>
                <a:gd name="csX45" fmla="*/ 291983 w 315341"/>
                <a:gd name="csY45" fmla="*/ 377604 h 421260"/>
                <a:gd name="csX46" fmla="*/ 250559 w 315341"/>
                <a:gd name="csY46" fmla="*/ 334071 h 421260"/>
                <a:gd name="csX47" fmla="*/ 250559 w 315341"/>
                <a:gd name="csY47" fmla="*/ 220944 h 421260"/>
                <a:gd name="csX48" fmla="*/ 273945 w 315341"/>
                <a:gd name="csY48" fmla="*/ 220944 h 421260"/>
                <a:gd name="csX49" fmla="*/ 281664 w 315341"/>
                <a:gd name="csY49" fmla="*/ 228587 h 421260"/>
                <a:gd name="csX50" fmla="*/ 281664 w 315341"/>
                <a:gd name="csY50" fmla="*/ 275389 h 421260"/>
                <a:gd name="csX51" fmla="*/ 258829 w 315341"/>
                <a:gd name="csY51" fmla="*/ 308317 h 421260"/>
                <a:gd name="csX52" fmla="*/ 265531 w 315341"/>
                <a:gd name="csY52" fmla="*/ 321909 h 421260"/>
                <a:gd name="csX53" fmla="*/ 273276 w 315341"/>
                <a:gd name="csY53" fmla="*/ 315077 h 421260"/>
                <a:gd name="csX54" fmla="*/ 274802 w 315341"/>
                <a:gd name="csY54" fmla="*/ 289699 h 421260"/>
                <a:gd name="csX55" fmla="*/ 300417 w 315341"/>
                <a:gd name="csY55" fmla="*/ 291211 h 421260"/>
                <a:gd name="csX56" fmla="*/ 300508 w 315341"/>
                <a:gd name="csY56" fmla="*/ 314975 h 421260"/>
                <a:gd name="csX57" fmla="*/ 308316 w 315341"/>
                <a:gd name="csY57" fmla="*/ 321734 h 421260"/>
                <a:gd name="csX58" fmla="*/ 305571 w 315341"/>
                <a:gd name="csY58" fmla="*/ 281876 h 421260"/>
                <a:gd name="csX59" fmla="*/ 292032 w 315341"/>
                <a:gd name="csY59" fmla="*/ 275389 h 421260"/>
                <a:gd name="csX60" fmla="*/ 152061 w 315341"/>
                <a:gd name="csY60" fmla="*/ 20627 h 421260"/>
                <a:gd name="csX61" fmla="*/ 162429 w 315341"/>
                <a:gd name="csY61" fmla="*/ 10355 h 421260"/>
                <a:gd name="csX62" fmla="*/ 172797 w 315341"/>
                <a:gd name="csY62" fmla="*/ 20627 h 421260"/>
                <a:gd name="csX63" fmla="*/ 162429 w 315341"/>
                <a:gd name="csY63" fmla="*/ 30900 h 421260"/>
                <a:gd name="csX64" fmla="*/ 152056 w 315341"/>
                <a:gd name="csY64" fmla="*/ 20632 h 421260"/>
                <a:gd name="csX65" fmla="*/ 152056 w 315341"/>
                <a:gd name="csY65" fmla="*/ 20627 h 421260"/>
                <a:gd name="csX66" fmla="*/ 84667 w 315341"/>
                <a:gd name="csY66" fmla="*/ 272667 h 421260"/>
                <a:gd name="csX67" fmla="*/ 127047 w 315341"/>
                <a:gd name="csY67" fmla="*/ 272667 h 421260"/>
                <a:gd name="csX68" fmla="*/ 143937 w 315341"/>
                <a:gd name="csY68" fmla="*/ 237098 h 421260"/>
                <a:gd name="csX69" fmla="*/ 159806 w 315341"/>
                <a:gd name="csY69" fmla="*/ 297336 h 421260"/>
                <a:gd name="csX70" fmla="*/ 181221 w 315341"/>
                <a:gd name="csY70" fmla="*/ 253678 h 421260"/>
                <a:gd name="csX71" fmla="*/ 194700 w 315341"/>
                <a:gd name="csY71" fmla="*/ 285369 h 421260"/>
                <a:gd name="csX72" fmla="*/ 205151 w 315341"/>
                <a:gd name="csY72" fmla="*/ 274783 h 421260"/>
                <a:gd name="csX73" fmla="*/ 210190 w 315341"/>
                <a:gd name="csY73" fmla="*/ 272682 h 421260"/>
                <a:gd name="csX74" fmla="*/ 240175 w 315341"/>
                <a:gd name="csY74" fmla="*/ 272682 h 421260"/>
                <a:gd name="csX75" fmla="*/ 240175 w 315341"/>
                <a:gd name="csY75" fmla="*/ 333943 h 421260"/>
                <a:gd name="csX76" fmla="*/ 84651 w 315341"/>
                <a:gd name="csY76" fmla="*/ 333943 h 421260"/>
                <a:gd name="csX77" fmla="*/ 117783 w 315341"/>
                <a:gd name="csY77" fmla="*/ 159308 h 421260"/>
                <a:gd name="csX78" fmla="*/ 100219 w 315341"/>
                <a:gd name="csY78" fmla="*/ 141901 h 421260"/>
                <a:gd name="csX79" fmla="*/ 100219 w 315341"/>
                <a:gd name="csY79" fmla="*/ 84261 h 421260"/>
                <a:gd name="csX80" fmla="*/ 117783 w 315341"/>
                <a:gd name="csY80" fmla="*/ 66854 h 421260"/>
                <a:gd name="csX81" fmla="*/ 207070 w 315341"/>
                <a:gd name="csY81" fmla="*/ 66854 h 421260"/>
                <a:gd name="csX82" fmla="*/ 224639 w 315341"/>
                <a:gd name="csY82" fmla="*/ 84261 h 421260"/>
                <a:gd name="csX83" fmla="*/ 224639 w 315341"/>
                <a:gd name="csY83" fmla="*/ 141901 h 421260"/>
                <a:gd name="csX84" fmla="*/ 207070 w 315341"/>
                <a:gd name="csY84" fmla="*/ 159308 h 421260"/>
                <a:gd name="csX85" fmla="*/ 117783 w 315341"/>
                <a:gd name="csY85" fmla="*/ 159308 h 421260"/>
                <a:gd name="csX86" fmla="*/ 145145 w 315341"/>
                <a:gd name="csY86" fmla="*/ 169581 h 421260"/>
                <a:gd name="csX87" fmla="*/ 181434 w 315341"/>
                <a:gd name="csY87" fmla="*/ 169581 h 421260"/>
                <a:gd name="csX88" fmla="*/ 181434 w 315341"/>
                <a:gd name="csY88" fmla="*/ 184990 h 421260"/>
                <a:gd name="csX89" fmla="*/ 145145 w 315341"/>
                <a:gd name="csY89" fmla="*/ 184990 h 421260"/>
                <a:gd name="csX90" fmla="*/ 134777 w 315341"/>
                <a:gd name="csY90" fmla="*/ 195262 h 421260"/>
                <a:gd name="csX91" fmla="*/ 240191 w 315341"/>
                <a:gd name="csY91" fmla="*/ 195262 h 421260"/>
                <a:gd name="csX92" fmla="*/ 240191 w 315341"/>
                <a:gd name="csY92" fmla="*/ 262394 h 421260"/>
                <a:gd name="csX93" fmla="*/ 210206 w 315341"/>
                <a:gd name="csY93" fmla="*/ 262394 h 421260"/>
                <a:gd name="csX94" fmla="*/ 198215 w 315341"/>
                <a:gd name="csY94" fmla="*/ 267140 h 421260"/>
                <a:gd name="csX95" fmla="*/ 181885 w 315341"/>
                <a:gd name="csY95" fmla="*/ 228792 h 421260"/>
                <a:gd name="csX96" fmla="*/ 162750 w 315341"/>
                <a:gd name="csY96" fmla="*/ 267828 h 421260"/>
                <a:gd name="csX97" fmla="*/ 146742 w 315341"/>
                <a:gd name="csY97" fmla="*/ 207076 h 421260"/>
                <a:gd name="csX98" fmla="*/ 120469 w 315341"/>
                <a:gd name="csY98" fmla="*/ 262394 h 421260"/>
                <a:gd name="csX99" fmla="*/ 84667 w 315341"/>
                <a:gd name="csY99" fmla="*/ 262394 h 421260"/>
                <a:gd name="csX100" fmla="*/ 84667 w 315341"/>
                <a:gd name="csY100" fmla="*/ 195262 h 421260"/>
                <a:gd name="csX101" fmla="*/ 281664 w 315341"/>
                <a:gd name="csY101" fmla="*/ 377602 h 421260"/>
                <a:gd name="csX102" fmla="*/ 247967 w 315341"/>
                <a:gd name="csY102" fmla="*/ 410988 h 421260"/>
                <a:gd name="csX103" fmla="*/ 76891 w 315341"/>
                <a:gd name="csY103" fmla="*/ 410988 h 421260"/>
                <a:gd name="csX104" fmla="*/ 43194 w 315341"/>
                <a:gd name="csY104" fmla="*/ 377602 h 421260"/>
                <a:gd name="csX105" fmla="*/ 76891 w 315341"/>
                <a:gd name="csY105" fmla="*/ 344216 h 421260"/>
                <a:gd name="csX106" fmla="*/ 247967 w 315341"/>
                <a:gd name="csY106" fmla="*/ 344216 h 421260"/>
                <a:gd name="csX107" fmla="*/ 281664 w 315341"/>
                <a:gd name="csY107" fmla="*/ 377602 h 42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315341" h="421260">
                  <a:moveTo>
                    <a:pt x="292032" y="275389"/>
                  </a:moveTo>
                  <a:lnTo>
                    <a:pt x="292032" y="228587"/>
                  </a:lnTo>
                  <a:cubicBezTo>
                    <a:pt x="292021" y="218695"/>
                    <a:pt x="283929" y="210680"/>
                    <a:pt x="273945" y="210671"/>
                  </a:cubicBezTo>
                  <a:lnTo>
                    <a:pt x="250559" y="210671"/>
                  </a:lnTo>
                  <a:lnTo>
                    <a:pt x="250559" y="184990"/>
                  </a:lnTo>
                  <a:lnTo>
                    <a:pt x="191802" y="184990"/>
                  </a:lnTo>
                  <a:lnTo>
                    <a:pt x="191802" y="169581"/>
                  </a:lnTo>
                  <a:lnTo>
                    <a:pt x="207070" y="169581"/>
                  </a:lnTo>
                  <a:cubicBezTo>
                    <a:pt x="222493" y="169566"/>
                    <a:pt x="234992" y="157182"/>
                    <a:pt x="235007" y="141901"/>
                  </a:cubicBezTo>
                  <a:lnTo>
                    <a:pt x="235007" y="84261"/>
                  </a:lnTo>
                  <a:cubicBezTo>
                    <a:pt x="234992" y="68980"/>
                    <a:pt x="222493" y="56596"/>
                    <a:pt x="207070" y="56581"/>
                  </a:cubicBezTo>
                  <a:lnTo>
                    <a:pt x="167613" y="56581"/>
                  </a:lnTo>
                  <a:lnTo>
                    <a:pt x="167613" y="40443"/>
                  </a:lnTo>
                  <a:cubicBezTo>
                    <a:pt x="178702" y="37606"/>
                    <a:pt x="185370" y="26400"/>
                    <a:pt x="182507" y="15414"/>
                  </a:cubicBezTo>
                  <a:cubicBezTo>
                    <a:pt x="179644" y="4427"/>
                    <a:pt x="168334" y="-2179"/>
                    <a:pt x="157245" y="657"/>
                  </a:cubicBezTo>
                  <a:cubicBezTo>
                    <a:pt x="146156" y="3494"/>
                    <a:pt x="139488" y="14700"/>
                    <a:pt x="142351" y="25687"/>
                  </a:cubicBezTo>
                  <a:cubicBezTo>
                    <a:pt x="144237" y="32924"/>
                    <a:pt x="149940" y="38575"/>
                    <a:pt x="157245" y="40443"/>
                  </a:cubicBezTo>
                  <a:lnTo>
                    <a:pt x="157245" y="56581"/>
                  </a:lnTo>
                  <a:lnTo>
                    <a:pt x="117783" y="56581"/>
                  </a:lnTo>
                  <a:cubicBezTo>
                    <a:pt x="102362" y="56598"/>
                    <a:pt x="89866" y="68982"/>
                    <a:pt x="89851" y="84261"/>
                  </a:cubicBezTo>
                  <a:lnTo>
                    <a:pt x="89851" y="141901"/>
                  </a:lnTo>
                  <a:cubicBezTo>
                    <a:pt x="89866" y="157180"/>
                    <a:pt x="102362" y="169564"/>
                    <a:pt x="117783" y="169581"/>
                  </a:cubicBezTo>
                  <a:lnTo>
                    <a:pt x="134777" y="169581"/>
                  </a:lnTo>
                  <a:lnTo>
                    <a:pt x="134777" y="184990"/>
                  </a:lnTo>
                  <a:lnTo>
                    <a:pt x="74299" y="184990"/>
                  </a:lnTo>
                  <a:lnTo>
                    <a:pt x="74299" y="215772"/>
                  </a:lnTo>
                  <a:lnTo>
                    <a:pt x="41400" y="215772"/>
                  </a:lnTo>
                  <a:cubicBezTo>
                    <a:pt x="37143" y="215769"/>
                    <a:pt x="33692" y="212352"/>
                    <a:pt x="33686" y="208134"/>
                  </a:cubicBezTo>
                  <a:lnTo>
                    <a:pt x="33686" y="161327"/>
                  </a:lnTo>
                  <a:cubicBezTo>
                    <a:pt x="49169" y="158481"/>
                    <a:pt x="59393" y="143739"/>
                    <a:pt x="56521" y="128399"/>
                  </a:cubicBezTo>
                  <a:cubicBezTo>
                    <a:pt x="55575" y="123346"/>
                    <a:pt x="53256" y="118645"/>
                    <a:pt x="49814" y="114802"/>
                  </a:cubicBezTo>
                  <a:lnTo>
                    <a:pt x="42069" y="121633"/>
                  </a:lnTo>
                  <a:cubicBezTo>
                    <a:pt x="48722" y="129058"/>
                    <a:pt x="48041" y="140420"/>
                    <a:pt x="40547" y="147012"/>
                  </a:cubicBezTo>
                  <a:cubicBezTo>
                    <a:pt x="33054" y="153604"/>
                    <a:pt x="21586" y="152929"/>
                    <a:pt x="14933" y="145505"/>
                  </a:cubicBezTo>
                  <a:cubicBezTo>
                    <a:pt x="8868" y="138736"/>
                    <a:pt x="8827" y="128557"/>
                    <a:pt x="14837" y="121741"/>
                  </a:cubicBezTo>
                  <a:lnTo>
                    <a:pt x="7029" y="114976"/>
                  </a:lnTo>
                  <a:cubicBezTo>
                    <a:pt x="-3324" y="126732"/>
                    <a:pt x="-2098" y="144577"/>
                    <a:pt x="9767" y="154835"/>
                  </a:cubicBezTo>
                  <a:cubicBezTo>
                    <a:pt x="13616" y="158163"/>
                    <a:pt x="18295" y="160405"/>
                    <a:pt x="23318" y="161327"/>
                  </a:cubicBezTo>
                  <a:lnTo>
                    <a:pt x="23318" y="208134"/>
                  </a:lnTo>
                  <a:cubicBezTo>
                    <a:pt x="23329" y="218023"/>
                    <a:pt x="31419" y="226035"/>
                    <a:pt x="41400" y="226044"/>
                  </a:cubicBezTo>
                  <a:lnTo>
                    <a:pt x="74299" y="226044"/>
                  </a:lnTo>
                  <a:lnTo>
                    <a:pt x="74299" y="334071"/>
                  </a:lnTo>
                  <a:cubicBezTo>
                    <a:pt x="50019" y="335503"/>
                    <a:pt x="31508" y="356164"/>
                    <a:pt x="32953" y="380219"/>
                  </a:cubicBezTo>
                  <a:cubicBezTo>
                    <a:pt x="34337" y="403261"/>
                    <a:pt x="53594" y="421248"/>
                    <a:pt x="76891" y="421260"/>
                  </a:cubicBezTo>
                  <a:lnTo>
                    <a:pt x="247967" y="421260"/>
                  </a:lnTo>
                  <a:cubicBezTo>
                    <a:pt x="272290" y="421248"/>
                    <a:pt x="291996" y="401702"/>
                    <a:pt x="291983" y="377604"/>
                  </a:cubicBezTo>
                  <a:cubicBezTo>
                    <a:pt x="291970" y="354522"/>
                    <a:pt x="273815" y="335442"/>
                    <a:pt x="250559" y="334071"/>
                  </a:cubicBezTo>
                  <a:lnTo>
                    <a:pt x="250559" y="220944"/>
                  </a:lnTo>
                  <a:lnTo>
                    <a:pt x="273945" y="220944"/>
                  </a:lnTo>
                  <a:cubicBezTo>
                    <a:pt x="278204" y="220949"/>
                    <a:pt x="281655" y="224367"/>
                    <a:pt x="281664" y="228587"/>
                  </a:cubicBezTo>
                  <a:lnTo>
                    <a:pt x="281664" y="275389"/>
                  </a:lnTo>
                  <a:cubicBezTo>
                    <a:pt x="266181" y="278234"/>
                    <a:pt x="255958" y="292976"/>
                    <a:pt x="258829" y="308317"/>
                  </a:cubicBezTo>
                  <a:cubicBezTo>
                    <a:pt x="259775" y="313367"/>
                    <a:pt x="262091" y="318066"/>
                    <a:pt x="265531" y="321909"/>
                  </a:cubicBezTo>
                  <a:lnTo>
                    <a:pt x="273276" y="315077"/>
                  </a:lnTo>
                  <a:cubicBezTo>
                    <a:pt x="266624" y="307652"/>
                    <a:pt x="267308" y="296289"/>
                    <a:pt x="274802" y="289699"/>
                  </a:cubicBezTo>
                  <a:cubicBezTo>
                    <a:pt x="282297" y="283108"/>
                    <a:pt x="293765" y="283785"/>
                    <a:pt x="300417" y="291211"/>
                  </a:cubicBezTo>
                  <a:cubicBezTo>
                    <a:pt x="306481" y="297980"/>
                    <a:pt x="306520" y="308160"/>
                    <a:pt x="300508" y="314975"/>
                  </a:cubicBezTo>
                  <a:lnTo>
                    <a:pt x="308316" y="321734"/>
                  </a:lnTo>
                  <a:cubicBezTo>
                    <a:pt x="318667" y="309976"/>
                    <a:pt x="317438" y="292131"/>
                    <a:pt x="305571" y="281876"/>
                  </a:cubicBezTo>
                  <a:cubicBezTo>
                    <a:pt x="301726" y="278552"/>
                    <a:pt x="297050" y="276312"/>
                    <a:pt x="292032" y="275389"/>
                  </a:cubicBezTo>
                  <a:close/>
                  <a:moveTo>
                    <a:pt x="152061" y="20627"/>
                  </a:moveTo>
                  <a:cubicBezTo>
                    <a:pt x="152061" y="14954"/>
                    <a:pt x="156703" y="10355"/>
                    <a:pt x="162429" y="10355"/>
                  </a:cubicBezTo>
                  <a:cubicBezTo>
                    <a:pt x="168155" y="10355"/>
                    <a:pt x="172797" y="14954"/>
                    <a:pt x="172797" y="20627"/>
                  </a:cubicBezTo>
                  <a:cubicBezTo>
                    <a:pt x="172797" y="26301"/>
                    <a:pt x="168155" y="30900"/>
                    <a:pt x="162429" y="30900"/>
                  </a:cubicBezTo>
                  <a:cubicBezTo>
                    <a:pt x="156703" y="30903"/>
                    <a:pt x="152059" y="26306"/>
                    <a:pt x="152056" y="20632"/>
                  </a:cubicBezTo>
                  <a:cubicBezTo>
                    <a:pt x="152056" y="20631"/>
                    <a:pt x="152056" y="20629"/>
                    <a:pt x="152056" y="20627"/>
                  </a:cubicBezTo>
                  <a:close/>
                  <a:moveTo>
                    <a:pt x="84667" y="272667"/>
                  </a:moveTo>
                  <a:lnTo>
                    <a:pt x="127047" y="272667"/>
                  </a:lnTo>
                  <a:lnTo>
                    <a:pt x="143937" y="237098"/>
                  </a:lnTo>
                  <a:lnTo>
                    <a:pt x="159806" y="297336"/>
                  </a:lnTo>
                  <a:lnTo>
                    <a:pt x="181221" y="253678"/>
                  </a:lnTo>
                  <a:lnTo>
                    <a:pt x="194700" y="285369"/>
                  </a:lnTo>
                  <a:lnTo>
                    <a:pt x="205151" y="274783"/>
                  </a:lnTo>
                  <a:cubicBezTo>
                    <a:pt x="206535" y="273526"/>
                    <a:pt x="208316" y="272783"/>
                    <a:pt x="210190" y="272682"/>
                  </a:cubicBezTo>
                  <a:lnTo>
                    <a:pt x="240175" y="272682"/>
                  </a:lnTo>
                  <a:lnTo>
                    <a:pt x="240175" y="333943"/>
                  </a:lnTo>
                  <a:lnTo>
                    <a:pt x="84651" y="333943"/>
                  </a:lnTo>
                  <a:close/>
                  <a:moveTo>
                    <a:pt x="117783" y="159308"/>
                  </a:moveTo>
                  <a:cubicBezTo>
                    <a:pt x="108087" y="159294"/>
                    <a:pt x="100231" y="151508"/>
                    <a:pt x="100219" y="141901"/>
                  </a:cubicBezTo>
                  <a:lnTo>
                    <a:pt x="100219" y="84261"/>
                  </a:lnTo>
                  <a:cubicBezTo>
                    <a:pt x="100231" y="74654"/>
                    <a:pt x="108087" y="66869"/>
                    <a:pt x="117783" y="66854"/>
                  </a:cubicBezTo>
                  <a:lnTo>
                    <a:pt x="207070" y="66854"/>
                  </a:lnTo>
                  <a:cubicBezTo>
                    <a:pt x="216767" y="66869"/>
                    <a:pt x="224624" y="74653"/>
                    <a:pt x="224639" y="84261"/>
                  </a:cubicBezTo>
                  <a:lnTo>
                    <a:pt x="224639" y="141901"/>
                  </a:lnTo>
                  <a:cubicBezTo>
                    <a:pt x="224624" y="151509"/>
                    <a:pt x="216767" y="159294"/>
                    <a:pt x="207070" y="159308"/>
                  </a:cubicBezTo>
                  <a:lnTo>
                    <a:pt x="117783" y="159308"/>
                  </a:lnTo>
                  <a:close/>
                  <a:moveTo>
                    <a:pt x="145145" y="169581"/>
                  </a:moveTo>
                  <a:lnTo>
                    <a:pt x="181434" y="169581"/>
                  </a:lnTo>
                  <a:lnTo>
                    <a:pt x="181434" y="184990"/>
                  </a:lnTo>
                  <a:lnTo>
                    <a:pt x="145145" y="184990"/>
                  </a:lnTo>
                  <a:close/>
                  <a:moveTo>
                    <a:pt x="134777" y="195262"/>
                  </a:moveTo>
                  <a:lnTo>
                    <a:pt x="240191" y="195262"/>
                  </a:lnTo>
                  <a:lnTo>
                    <a:pt x="240191" y="262394"/>
                  </a:lnTo>
                  <a:lnTo>
                    <a:pt x="210206" y="262394"/>
                  </a:lnTo>
                  <a:cubicBezTo>
                    <a:pt x="205761" y="262484"/>
                    <a:pt x="201500" y="264171"/>
                    <a:pt x="198215" y="267140"/>
                  </a:cubicBezTo>
                  <a:lnTo>
                    <a:pt x="181885" y="228792"/>
                  </a:lnTo>
                  <a:lnTo>
                    <a:pt x="162750" y="267828"/>
                  </a:lnTo>
                  <a:lnTo>
                    <a:pt x="146742" y="207076"/>
                  </a:lnTo>
                  <a:lnTo>
                    <a:pt x="120469" y="262394"/>
                  </a:lnTo>
                  <a:lnTo>
                    <a:pt x="84667" y="262394"/>
                  </a:lnTo>
                  <a:lnTo>
                    <a:pt x="84667" y="195262"/>
                  </a:lnTo>
                  <a:close/>
                  <a:moveTo>
                    <a:pt x="281664" y="377602"/>
                  </a:moveTo>
                  <a:cubicBezTo>
                    <a:pt x="281641" y="396031"/>
                    <a:pt x="266568" y="410965"/>
                    <a:pt x="247967" y="410988"/>
                  </a:cubicBezTo>
                  <a:lnTo>
                    <a:pt x="76891" y="410988"/>
                  </a:lnTo>
                  <a:cubicBezTo>
                    <a:pt x="58280" y="410988"/>
                    <a:pt x="43194" y="396041"/>
                    <a:pt x="43194" y="377602"/>
                  </a:cubicBezTo>
                  <a:cubicBezTo>
                    <a:pt x="43194" y="359163"/>
                    <a:pt x="58280" y="344216"/>
                    <a:pt x="76891" y="344216"/>
                  </a:cubicBezTo>
                  <a:lnTo>
                    <a:pt x="247967" y="344216"/>
                  </a:lnTo>
                  <a:cubicBezTo>
                    <a:pt x="266568" y="344238"/>
                    <a:pt x="281641" y="359173"/>
                    <a:pt x="281664" y="377602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75394EB-72A1-D3AE-BE28-31914D4F64BE}"/>
                </a:ext>
              </a:extLst>
            </p:cNvPr>
            <p:cNvSpPr/>
            <p:nvPr/>
          </p:nvSpPr>
          <p:spPr>
            <a:xfrm>
              <a:off x="9423846" y="2657679"/>
              <a:ext cx="44583" cy="44172"/>
            </a:xfrm>
            <a:custGeom>
              <a:avLst/>
              <a:gdLst>
                <a:gd name="csX0" fmla="*/ 44584 w 44583"/>
                <a:gd name="csY0" fmla="*/ 22086 h 44172"/>
                <a:gd name="csX1" fmla="*/ 22292 w 44583"/>
                <a:gd name="csY1" fmla="*/ 0 h 44172"/>
                <a:gd name="csX2" fmla="*/ 0 w 44583"/>
                <a:gd name="csY2" fmla="*/ 22086 h 44172"/>
                <a:gd name="csX3" fmla="*/ 22292 w 44583"/>
                <a:gd name="csY3" fmla="*/ 44172 h 44172"/>
                <a:gd name="csX4" fmla="*/ 44584 w 44583"/>
                <a:gd name="csY4" fmla="*/ 22086 h 44172"/>
                <a:gd name="csX5" fmla="*/ 22292 w 44583"/>
                <a:gd name="csY5" fmla="*/ 37495 h 44172"/>
                <a:gd name="csX6" fmla="*/ 6739 w 44583"/>
                <a:gd name="csY6" fmla="*/ 22086 h 44172"/>
                <a:gd name="csX7" fmla="*/ 22292 w 44583"/>
                <a:gd name="csY7" fmla="*/ 6677 h 44172"/>
                <a:gd name="csX8" fmla="*/ 37844 w 44583"/>
                <a:gd name="csY8" fmla="*/ 22086 h 44172"/>
                <a:gd name="csX9" fmla="*/ 22292 w 44583"/>
                <a:gd name="csY9" fmla="*/ 37495 h 4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4583" h="44172">
                  <a:moveTo>
                    <a:pt x="44584" y="22086"/>
                  </a:moveTo>
                  <a:cubicBezTo>
                    <a:pt x="44584" y="9888"/>
                    <a:pt x="34603" y="0"/>
                    <a:pt x="22292" y="0"/>
                  </a:cubicBezTo>
                  <a:cubicBezTo>
                    <a:pt x="9980" y="0"/>
                    <a:pt x="0" y="9888"/>
                    <a:pt x="0" y="22086"/>
                  </a:cubicBezTo>
                  <a:cubicBezTo>
                    <a:pt x="0" y="34284"/>
                    <a:pt x="9980" y="44172"/>
                    <a:pt x="22292" y="44172"/>
                  </a:cubicBezTo>
                  <a:cubicBezTo>
                    <a:pt x="34603" y="44172"/>
                    <a:pt x="44584" y="34284"/>
                    <a:pt x="44584" y="22086"/>
                  </a:cubicBezTo>
                  <a:close/>
                  <a:moveTo>
                    <a:pt x="22292" y="37495"/>
                  </a:moveTo>
                  <a:cubicBezTo>
                    <a:pt x="13702" y="37495"/>
                    <a:pt x="6739" y="30597"/>
                    <a:pt x="6739" y="22086"/>
                  </a:cubicBezTo>
                  <a:cubicBezTo>
                    <a:pt x="6739" y="13576"/>
                    <a:pt x="13702" y="6677"/>
                    <a:pt x="22292" y="6677"/>
                  </a:cubicBezTo>
                  <a:cubicBezTo>
                    <a:pt x="30881" y="6677"/>
                    <a:pt x="37844" y="13576"/>
                    <a:pt x="37844" y="22086"/>
                  </a:cubicBezTo>
                  <a:cubicBezTo>
                    <a:pt x="37844" y="30597"/>
                    <a:pt x="30881" y="37495"/>
                    <a:pt x="22292" y="3749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F9A2628-2EDC-4C05-59F9-25C174070B77}"/>
                </a:ext>
              </a:extLst>
            </p:cNvPr>
            <p:cNvSpPr/>
            <p:nvPr/>
          </p:nvSpPr>
          <p:spPr>
            <a:xfrm>
              <a:off x="9438361" y="2672061"/>
              <a:ext cx="15552" cy="15408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08FFBB-E8CD-1260-F12E-2AA6A919EBFB}"/>
                </a:ext>
              </a:extLst>
            </p:cNvPr>
            <p:cNvSpPr/>
            <p:nvPr/>
          </p:nvSpPr>
          <p:spPr>
            <a:xfrm>
              <a:off x="9372004" y="2657679"/>
              <a:ext cx="44583" cy="44172"/>
            </a:xfrm>
            <a:custGeom>
              <a:avLst/>
              <a:gdLst>
                <a:gd name="csX0" fmla="*/ 22292 w 44583"/>
                <a:gd name="csY0" fmla="*/ 0 h 44172"/>
                <a:gd name="csX1" fmla="*/ 0 w 44583"/>
                <a:gd name="csY1" fmla="*/ 22086 h 44172"/>
                <a:gd name="csX2" fmla="*/ 22292 w 44583"/>
                <a:gd name="csY2" fmla="*/ 44172 h 44172"/>
                <a:gd name="csX3" fmla="*/ 44584 w 44583"/>
                <a:gd name="csY3" fmla="*/ 22086 h 44172"/>
                <a:gd name="csX4" fmla="*/ 22292 w 44583"/>
                <a:gd name="csY4" fmla="*/ 0 h 44172"/>
                <a:gd name="csX5" fmla="*/ 22292 w 44583"/>
                <a:gd name="csY5" fmla="*/ 37495 h 44172"/>
                <a:gd name="csX6" fmla="*/ 6739 w 44583"/>
                <a:gd name="csY6" fmla="*/ 22086 h 44172"/>
                <a:gd name="csX7" fmla="*/ 22292 w 44583"/>
                <a:gd name="csY7" fmla="*/ 6677 h 44172"/>
                <a:gd name="csX8" fmla="*/ 37844 w 44583"/>
                <a:gd name="csY8" fmla="*/ 22086 h 44172"/>
                <a:gd name="csX9" fmla="*/ 22292 w 44583"/>
                <a:gd name="csY9" fmla="*/ 37495 h 4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4583" h="44172">
                  <a:moveTo>
                    <a:pt x="22292" y="0"/>
                  </a:moveTo>
                  <a:cubicBezTo>
                    <a:pt x="9980" y="0"/>
                    <a:pt x="0" y="9888"/>
                    <a:pt x="0" y="22086"/>
                  </a:cubicBezTo>
                  <a:cubicBezTo>
                    <a:pt x="0" y="34284"/>
                    <a:pt x="9980" y="44172"/>
                    <a:pt x="22292" y="44172"/>
                  </a:cubicBezTo>
                  <a:cubicBezTo>
                    <a:pt x="34603" y="44172"/>
                    <a:pt x="44584" y="34284"/>
                    <a:pt x="44584" y="22086"/>
                  </a:cubicBezTo>
                  <a:cubicBezTo>
                    <a:pt x="44584" y="9888"/>
                    <a:pt x="34603" y="0"/>
                    <a:pt x="22292" y="0"/>
                  </a:cubicBezTo>
                  <a:close/>
                  <a:moveTo>
                    <a:pt x="22292" y="37495"/>
                  </a:moveTo>
                  <a:cubicBezTo>
                    <a:pt x="13702" y="37495"/>
                    <a:pt x="6739" y="30597"/>
                    <a:pt x="6739" y="22086"/>
                  </a:cubicBezTo>
                  <a:cubicBezTo>
                    <a:pt x="6739" y="13576"/>
                    <a:pt x="13702" y="6677"/>
                    <a:pt x="22292" y="6677"/>
                  </a:cubicBezTo>
                  <a:cubicBezTo>
                    <a:pt x="30881" y="6677"/>
                    <a:pt x="37844" y="13576"/>
                    <a:pt x="37844" y="22086"/>
                  </a:cubicBezTo>
                  <a:cubicBezTo>
                    <a:pt x="37844" y="30597"/>
                    <a:pt x="30881" y="37495"/>
                    <a:pt x="22292" y="37495"/>
                  </a:cubicBezTo>
                  <a:close/>
                </a:path>
              </a:pathLst>
            </a:cu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4E3FD2B-05A7-61CF-8DD2-EA8CFB92630B}"/>
                </a:ext>
              </a:extLst>
            </p:cNvPr>
            <p:cNvSpPr/>
            <p:nvPr/>
          </p:nvSpPr>
          <p:spPr>
            <a:xfrm>
              <a:off x="9386520" y="2672061"/>
              <a:ext cx="15552" cy="15408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A0089F-3A41-FFB8-526A-97E4A7596DBD}"/>
                </a:ext>
              </a:extLst>
            </p:cNvPr>
            <p:cNvSpPr/>
            <p:nvPr/>
          </p:nvSpPr>
          <p:spPr>
            <a:xfrm>
              <a:off x="940985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17B18C9-5DB6-94D0-FB75-3ABC25AA678E}"/>
                </a:ext>
              </a:extLst>
            </p:cNvPr>
            <p:cNvSpPr/>
            <p:nvPr/>
          </p:nvSpPr>
          <p:spPr>
            <a:xfrm>
              <a:off x="933468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E8C6DEC4-EBDD-1AEE-AFA0-533057830960}"/>
                </a:ext>
              </a:extLst>
            </p:cNvPr>
            <p:cNvSpPr/>
            <p:nvPr/>
          </p:nvSpPr>
          <p:spPr>
            <a:xfrm>
              <a:off x="9485024" y="2934014"/>
              <a:ext cx="20736" cy="20545"/>
            </a:xfrm>
            <a:prstGeom prst="ellipse">
              <a:avLst/>
            </a:prstGeom>
            <a:grpFill/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453" name="TextBox 452">
            <a:extLst>
              <a:ext uri="{FF2B5EF4-FFF2-40B4-BE49-F238E27FC236}">
                <a16:creationId xmlns:a16="http://schemas.microsoft.com/office/drawing/2014/main" id="{D93DC4B5-8DF8-550B-FDEB-43A7B6558C6E}"/>
              </a:ext>
            </a:extLst>
          </p:cNvPr>
          <p:cNvSpPr txBox="1"/>
          <p:nvPr/>
        </p:nvSpPr>
        <p:spPr>
          <a:xfrm>
            <a:off x="6750792" y="1358272"/>
            <a:ext cx="11170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121898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egoe UI"/>
              </a:defRPr>
            </a:lvl1pPr>
          </a:lstStyle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</a:rPr>
              <a:t>Validation Agent</a:t>
            </a:r>
          </a:p>
        </p:txBody>
      </p:sp>
      <p:grpSp>
        <p:nvGrpSpPr>
          <p:cNvPr id="456" name="Graphic 172" descr="Database outline">
            <a:extLst>
              <a:ext uri="{FF2B5EF4-FFF2-40B4-BE49-F238E27FC236}">
                <a16:creationId xmlns:a16="http://schemas.microsoft.com/office/drawing/2014/main" id="{219AA9C6-7220-22DA-E128-FE4016CB0207}"/>
              </a:ext>
            </a:extLst>
          </p:cNvPr>
          <p:cNvGrpSpPr/>
          <p:nvPr/>
        </p:nvGrpSpPr>
        <p:grpSpPr>
          <a:xfrm>
            <a:off x="8204934" y="841235"/>
            <a:ext cx="277811" cy="352053"/>
            <a:chOff x="6420991" y="1930381"/>
            <a:chExt cx="277811" cy="352053"/>
          </a:xfr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0E5D36AB-AE5E-7ABB-ACD9-44D95BAE1ED5}"/>
                </a:ext>
              </a:extLst>
            </p:cNvPr>
            <p:cNvSpPr/>
            <p:nvPr/>
          </p:nvSpPr>
          <p:spPr>
            <a:xfrm>
              <a:off x="6420991" y="1930381"/>
              <a:ext cx="277811" cy="352053"/>
            </a:xfrm>
            <a:custGeom>
              <a:avLst/>
              <a:gdLst>
                <a:gd name="csX0" fmla="*/ 277812 w 277811"/>
                <a:gd name="csY0" fmla="*/ 311432 h 352053"/>
                <a:gd name="csX1" fmla="*/ 277812 w 277811"/>
                <a:gd name="csY1" fmla="*/ 40622 h 352053"/>
                <a:gd name="csX2" fmla="*/ 138906 w 277811"/>
                <a:gd name="csY2" fmla="*/ 0 h 352053"/>
                <a:gd name="csX3" fmla="*/ 0 w 277811"/>
                <a:gd name="csY3" fmla="*/ 40622 h 352053"/>
                <a:gd name="csX4" fmla="*/ 0 w 277811"/>
                <a:gd name="csY4" fmla="*/ 311432 h 352053"/>
                <a:gd name="csX5" fmla="*/ 138906 w 277811"/>
                <a:gd name="csY5" fmla="*/ 352054 h 352053"/>
                <a:gd name="csX6" fmla="*/ 277812 w 277811"/>
                <a:gd name="csY6" fmla="*/ 311432 h 352053"/>
                <a:gd name="csX7" fmla="*/ 138906 w 277811"/>
                <a:gd name="csY7" fmla="*/ 9027 h 352053"/>
                <a:gd name="csX8" fmla="*/ 268232 w 277811"/>
                <a:gd name="csY8" fmla="*/ 40622 h 352053"/>
                <a:gd name="csX9" fmla="*/ 138906 w 277811"/>
                <a:gd name="csY9" fmla="*/ 72216 h 352053"/>
                <a:gd name="csX10" fmla="*/ 9580 w 277811"/>
                <a:gd name="csY10" fmla="*/ 40622 h 352053"/>
                <a:gd name="csX11" fmla="*/ 138906 w 277811"/>
                <a:gd name="csY11" fmla="*/ 9027 h 352053"/>
                <a:gd name="csX12" fmla="*/ 9580 w 277811"/>
                <a:gd name="csY12" fmla="*/ 56238 h 352053"/>
                <a:gd name="csX13" fmla="*/ 138906 w 277811"/>
                <a:gd name="csY13" fmla="*/ 81243 h 352053"/>
                <a:gd name="csX14" fmla="*/ 268232 w 277811"/>
                <a:gd name="csY14" fmla="*/ 56238 h 352053"/>
                <a:gd name="csX15" fmla="*/ 268232 w 277811"/>
                <a:gd name="csY15" fmla="*/ 130892 h 352053"/>
                <a:gd name="csX16" fmla="*/ 138906 w 277811"/>
                <a:gd name="csY16" fmla="*/ 162486 h 352053"/>
                <a:gd name="csX17" fmla="*/ 9580 w 277811"/>
                <a:gd name="csY17" fmla="*/ 130892 h 352053"/>
                <a:gd name="csX18" fmla="*/ 9580 w 277811"/>
                <a:gd name="csY18" fmla="*/ 146509 h 352053"/>
                <a:gd name="csX19" fmla="*/ 138906 w 277811"/>
                <a:gd name="csY19" fmla="*/ 171513 h 352053"/>
                <a:gd name="csX20" fmla="*/ 268232 w 277811"/>
                <a:gd name="csY20" fmla="*/ 146509 h 352053"/>
                <a:gd name="csX21" fmla="*/ 268232 w 277811"/>
                <a:gd name="csY21" fmla="*/ 221162 h 352053"/>
                <a:gd name="csX22" fmla="*/ 138906 w 277811"/>
                <a:gd name="csY22" fmla="*/ 252757 h 352053"/>
                <a:gd name="csX23" fmla="*/ 9580 w 277811"/>
                <a:gd name="csY23" fmla="*/ 221162 h 352053"/>
                <a:gd name="csX24" fmla="*/ 9580 w 277811"/>
                <a:gd name="csY24" fmla="*/ 311432 h 352053"/>
                <a:gd name="csX25" fmla="*/ 9580 w 277811"/>
                <a:gd name="csY25" fmla="*/ 236779 h 352053"/>
                <a:gd name="csX26" fmla="*/ 138906 w 277811"/>
                <a:gd name="csY26" fmla="*/ 261784 h 352053"/>
                <a:gd name="csX27" fmla="*/ 268232 w 277811"/>
                <a:gd name="csY27" fmla="*/ 236779 h 352053"/>
                <a:gd name="csX28" fmla="*/ 268232 w 277811"/>
                <a:gd name="csY28" fmla="*/ 311432 h 352053"/>
                <a:gd name="csX29" fmla="*/ 138906 w 277811"/>
                <a:gd name="csY29" fmla="*/ 343027 h 352053"/>
                <a:gd name="csX30" fmla="*/ 9580 w 277811"/>
                <a:gd name="csY30" fmla="*/ 311432 h 352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77811" h="352053">
                  <a:moveTo>
                    <a:pt x="277812" y="311432"/>
                  </a:moveTo>
                  <a:lnTo>
                    <a:pt x="277812" y="40622"/>
                  </a:lnTo>
                  <a:cubicBezTo>
                    <a:pt x="277812" y="14236"/>
                    <a:pt x="206246" y="0"/>
                    <a:pt x="138906" y="0"/>
                  </a:cubicBezTo>
                  <a:cubicBezTo>
                    <a:pt x="71565" y="0"/>
                    <a:pt x="0" y="14236"/>
                    <a:pt x="0" y="40622"/>
                  </a:cubicBezTo>
                  <a:lnTo>
                    <a:pt x="0" y="311432"/>
                  </a:lnTo>
                  <a:cubicBezTo>
                    <a:pt x="0" y="337818"/>
                    <a:pt x="71565" y="352054"/>
                    <a:pt x="138906" y="352054"/>
                  </a:cubicBezTo>
                  <a:cubicBezTo>
                    <a:pt x="206246" y="352054"/>
                    <a:pt x="277812" y="337818"/>
                    <a:pt x="277812" y="311432"/>
                  </a:cubicBezTo>
                  <a:close/>
                  <a:moveTo>
                    <a:pt x="138906" y="9027"/>
                  </a:moveTo>
                  <a:cubicBezTo>
                    <a:pt x="212923" y="9027"/>
                    <a:pt x="268232" y="25727"/>
                    <a:pt x="268232" y="40622"/>
                  </a:cubicBezTo>
                  <a:cubicBezTo>
                    <a:pt x="268232" y="55516"/>
                    <a:pt x="212923" y="72216"/>
                    <a:pt x="138906" y="72216"/>
                  </a:cubicBezTo>
                  <a:cubicBezTo>
                    <a:pt x="64888" y="72216"/>
                    <a:pt x="9580" y="55516"/>
                    <a:pt x="9580" y="40622"/>
                  </a:cubicBezTo>
                  <a:cubicBezTo>
                    <a:pt x="9580" y="25727"/>
                    <a:pt x="64888" y="9027"/>
                    <a:pt x="138906" y="9027"/>
                  </a:cubicBezTo>
                  <a:close/>
                  <a:moveTo>
                    <a:pt x="9580" y="56238"/>
                  </a:moveTo>
                  <a:cubicBezTo>
                    <a:pt x="31273" y="72577"/>
                    <a:pt x="86375" y="81243"/>
                    <a:pt x="138906" y="81243"/>
                  </a:cubicBezTo>
                  <a:cubicBezTo>
                    <a:pt x="191436" y="81243"/>
                    <a:pt x="246539" y="72577"/>
                    <a:pt x="268232" y="56238"/>
                  </a:cubicBezTo>
                  <a:lnTo>
                    <a:pt x="268232" y="130892"/>
                  </a:lnTo>
                  <a:cubicBezTo>
                    <a:pt x="268232" y="145786"/>
                    <a:pt x="212923" y="162486"/>
                    <a:pt x="138906" y="162486"/>
                  </a:cubicBezTo>
                  <a:cubicBezTo>
                    <a:pt x="64888" y="162486"/>
                    <a:pt x="9580" y="145786"/>
                    <a:pt x="9580" y="130892"/>
                  </a:cubicBezTo>
                  <a:close/>
                  <a:moveTo>
                    <a:pt x="9580" y="146509"/>
                  </a:moveTo>
                  <a:cubicBezTo>
                    <a:pt x="31273" y="162847"/>
                    <a:pt x="86375" y="171513"/>
                    <a:pt x="138906" y="171513"/>
                  </a:cubicBezTo>
                  <a:cubicBezTo>
                    <a:pt x="191436" y="171513"/>
                    <a:pt x="246539" y="162847"/>
                    <a:pt x="268232" y="146509"/>
                  </a:cubicBezTo>
                  <a:lnTo>
                    <a:pt x="268232" y="221162"/>
                  </a:lnTo>
                  <a:cubicBezTo>
                    <a:pt x="268232" y="236057"/>
                    <a:pt x="212923" y="252757"/>
                    <a:pt x="138906" y="252757"/>
                  </a:cubicBezTo>
                  <a:cubicBezTo>
                    <a:pt x="64888" y="252757"/>
                    <a:pt x="9580" y="236057"/>
                    <a:pt x="9580" y="221162"/>
                  </a:cubicBezTo>
                  <a:close/>
                  <a:moveTo>
                    <a:pt x="9580" y="311432"/>
                  </a:moveTo>
                  <a:lnTo>
                    <a:pt x="9580" y="236779"/>
                  </a:lnTo>
                  <a:cubicBezTo>
                    <a:pt x="31273" y="253118"/>
                    <a:pt x="86375" y="261784"/>
                    <a:pt x="138906" y="261784"/>
                  </a:cubicBezTo>
                  <a:cubicBezTo>
                    <a:pt x="191436" y="261784"/>
                    <a:pt x="246539" y="253118"/>
                    <a:pt x="268232" y="236779"/>
                  </a:cubicBezTo>
                  <a:lnTo>
                    <a:pt x="268232" y="311432"/>
                  </a:lnTo>
                  <a:cubicBezTo>
                    <a:pt x="268232" y="326327"/>
                    <a:pt x="212923" y="343027"/>
                    <a:pt x="138906" y="343027"/>
                  </a:cubicBezTo>
                  <a:cubicBezTo>
                    <a:pt x="64888" y="343027"/>
                    <a:pt x="9580" y="326327"/>
                    <a:pt x="9580" y="31143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78C7C9C7-B901-6A01-A46D-6B9A9342E3CB}"/>
                </a:ext>
              </a:extLst>
            </p:cNvPr>
            <p:cNvSpPr/>
            <p:nvPr/>
          </p:nvSpPr>
          <p:spPr>
            <a:xfrm>
              <a:off x="6646114" y="203870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89DDA0DF-BA03-47DA-AA57-6C2565CEAE43}"/>
                </a:ext>
              </a:extLst>
            </p:cNvPr>
            <p:cNvSpPr/>
            <p:nvPr/>
          </p:nvSpPr>
          <p:spPr>
            <a:xfrm>
              <a:off x="6646114" y="212897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0165ED0D-6D5E-F14A-1F84-FD4AB96D80A8}"/>
                </a:ext>
              </a:extLst>
            </p:cNvPr>
            <p:cNvSpPr/>
            <p:nvPr/>
          </p:nvSpPr>
          <p:spPr>
            <a:xfrm>
              <a:off x="6646114" y="2219245"/>
              <a:ext cx="19159" cy="18054"/>
            </a:xfrm>
            <a:prstGeom prst="ellipse">
              <a:avLst/>
            </a:prstGeom>
            <a:grpFill/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Segoe UI"/>
              </a:endParaRPr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14A71804-FC87-BE22-EEDB-F1FE21729B7C}"/>
              </a:ext>
            </a:extLst>
          </p:cNvPr>
          <p:cNvSpPr txBox="1"/>
          <p:nvPr/>
        </p:nvSpPr>
        <p:spPr>
          <a:xfrm>
            <a:off x="7549687" y="1267071"/>
            <a:ext cx="1694366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8987">
              <a:defRPr/>
            </a:pPr>
            <a:r>
              <a:rPr lang="en-US" sz="1100" b="1">
                <a:solidFill>
                  <a:srgbClr val="000000"/>
                </a:solidFill>
                <a:latin typeface="Segoe UI"/>
                <a:cs typeface="Segoe UI"/>
              </a:rPr>
              <a:t>DB Server Health</a:t>
            </a: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10A90DF4-9A7E-9737-822B-A07767CB678E}"/>
              </a:ext>
            </a:extLst>
          </p:cNvPr>
          <p:cNvCxnSpPr>
            <a:cxnSpLocks/>
          </p:cNvCxnSpPr>
          <p:nvPr/>
        </p:nvCxnSpPr>
        <p:spPr>
          <a:xfrm>
            <a:off x="8942074" y="1246828"/>
            <a:ext cx="35125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480">
            <a:extLst>
              <a:ext uri="{FF2B5EF4-FFF2-40B4-BE49-F238E27FC236}">
                <a16:creationId xmlns:a16="http://schemas.microsoft.com/office/drawing/2014/main" id="{7562C8FD-C29D-A2A9-9B91-C3944AD12F47}"/>
              </a:ext>
            </a:extLst>
          </p:cNvPr>
          <p:cNvCxnSpPr>
            <a:cxnSpLocks/>
            <a:endCxn id="563" idx="3"/>
          </p:cNvCxnSpPr>
          <p:nvPr/>
        </p:nvCxnSpPr>
        <p:spPr>
          <a:xfrm flipH="1">
            <a:off x="8289736" y="3761703"/>
            <a:ext cx="71451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DC679B7-D8EF-9DEA-F892-161296EDC3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57269" y="5987591"/>
            <a:ext cx="1132355" cy="1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96F5E820-0041-E7BC-88C2-CAE9CE40CA32}"/>
              </a:ext>
            </a:extLst>
          </p:cNvPr>
          <p:cNvCxnSpPr>
            <a:cxnSpLocks/>
          </p:cNvCxnSpPr>
          <p:nvPr/>
        </p:nvCxnSpPr>
        <p:spPr>
          <a:xfrm>
            <a:off x="7245175" y="1752807"/>
            <a:ext cx="27189" cy="14270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: Elbow 474">
            <a:extLst>
              <a:ext uri="{FF2B5EF4-FFF2-40B4-BE49-F238E27FC236}">
                <a16:creationId xmlns:a16="http://schemas.microsoft.com/office/drawing/2014/main" id="{5788FA03-FE0F-CDFC-0E0D-95709924D29F}"/>
              </a:ext>
            </a:extLst>
          </p:cNvPr>
          <p:cNvCxnSpPr>
            <a:cxnSpLocks/>
          </p:cNvCxnSpPr>
          <p:nvPr/>
        </p:nvCxnSpPr>
        <p:spPr>
          <a:xfrm flipV="1">
            <a:off x="2246981" y="3917136"/>
            <a:ext cx="3034018" cy="182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9568077B-930F-2315-618C-5477BE1090D4}"/>
              </a:ext>
            </a:extLst>
          </p:cNvPr>
          <p:cNvCxnSpPr>
            <a:cxnSpLocks/>
          </p:cNvCxnSpPr>
          <p:nvPr/>
        </p:nvCxnSpPr>
        <p:spPr>
          <a:xfrm>
            <a:off x="2045357" y="4160773"/>
            <a:ext cx="0" cy="7561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9D8EE03A-0C5D-D23E-0BBE-3A29E272D65A}"/>
              </a:ext>
            </a:extLst>
          </p:cNvPr>
          <p:cNvGrpSpPr/>
          <p:nvPr/>
        </p:nvGrpSpPr>
        <p:grpSpPr>
          <a:xfrm>
            <a:off x="8029368" y="1949664"/>
            <a:ext cx="1263964" cy="1252619"/>
            <a:chOff x="8180569" y="1834181"/>
            <a:chExt cx="1587293" cy="1452561"/>
          </a:xfrm>
        </p:grpSpPr>
        <p:cxnSp>
          <p:nvCxnSpPr>
            <p:cNvPr id="472" name="Straight Arrow Connector 471">
              <a:extLst>
                <a:ext uri="{FF2B5EF4-FFF2-40B4-BE49-F238E27FC236}">
                  <a16:creationId xmlns:a16="http://schemas.microsoft.com/office/drawing/2014/main" id="{810C4074-1050-D579-1BA2-39C467C87E7F}"/>
                </a:ext>
              </a:extLst>
            </p:cNvPr>
            <p:cNvCxnSpPr/>
            <p:nvPr/>
          </p:nvCxnSpPr>
          <p:spPr>
            <a:xfrm flipH="1" flipV="1">
              <a:off x="8181950" y="1834181"/>
              <a:ext cx="1585912" cy="2381"/>
            </a:xfrm>
            <a:prstGeom prst="straightConnector1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Arrow Connector 477">
              <a:extLst>
                <a:ext uri="{FF2B5EF4-FFF2-40B4-BE49-F238E27FC236}">
                  <a16:creationId xmlns:a16="http://schemas.microsoft.com/office/drawing/2014/main" id="{25036D91-0B46-7519-4DED-496C02F452F2}"/>
                </a:ext>
              </a:extLst>
            </p:cNvPr>
            <p:cNvCxnSpPr/>
            <p:nvPr/>
          </p:nvCxnSpPr>
          <p:spPr>
            <a:xfrm>
              <a:off x="8180569" y="1860374"/>
              <a:ext cx="21431" cy="142636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9" name="Connector: Elbow 488">
            <a:extLst>
              <a:ext uri="{FF2B5EF4-FFF2-40B4-BE49-F238E27FC236}">
                <a16:creationId xmlns:a16="http://schemas.microsoft.com/office/drawing/2014/main" id="{3A1386C2-CD1D-91C6-15D5-5E6092B73DFF}"/>
              </a:ext>
            </a:extLst>
          </p:cNvPr>
          <p:cNvCxnSpPr>
            <a:cxnSpLocks/>
          </p:cNvCxnSpPr>
          <p:nvPr/>
        </p:nvCxnSpPr>
        <p:spPr>
          <a:xfrm rot="10800000">
            <a:off x="8260783" y="4160776"/>
            <a:ext cx="1274009" cy="97988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3517ACB6-144B-455B-E6F0-D15050510177}"/>
              </a:ext>
            </a:extLst>
          </p:cNvPr>
          <p:cNvGrpSpPr/>
          <p:nvPr/>
        </p:nvGrpSpPr>
        <p:grpSpPr>
          <a:xfrm>
            <a:off x="4899442" y="2720147"/>
            <a:ext cx="628650" cy="453464"/>
            <a:chOff x="5768868" y="2474810"/>
            <a:chExt cx="628650" cy="878681"/>
          </a:xfrm>
        </p:grpSpPr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07B442BD-6B8A-5B33-3CD9-1C9C6E4AC8E9}"/>
                </a:ext>
              </a:extLst>
            </p:cNvPr>
            <p:cNvCxnSpPr/>
            <p:nvPr/>
          </p:nvCxnSpPr>
          <p:spPr>
            <a:xfrm flipV="1">
              <a:off x="5768868" y="2491080"/>
              <a:ext cx="628650" cy="2380"/>
            </a:xfrm>
            <a:prstGeom prst="straightConnector1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96FFBD93-F8FC-4803-A4AC-BF6AE96F2B8B}"/>
                </a:ext>
              </a:extLst>
            </p:cNvPr>
            <p:cNvCxnSpPr/>
            <p:nvPr/>
          </p:nvCxnSpPr>
          <p:spPr>
            <a:xfrm>
              <a:off x="6364303" y="2474810"/>
              <a:ext cx="9526" cy="8786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2" name="Straight Arrow Connector 501">
            <a:extLst>
              <a:ext uri="{FF2B5EF4-FFF2-40B4-BE49-F238E27FC236}">
                <a16:creationId xmlns:a16="http://schemas.microsoft.com/office/drawing/2014/main" id="{830EE823-8B3D-B3D9-56CE-CADB5EE148C4}"/>
              </a:ext>
            </a:extLst>
          </p:cNvPr>
          <p:cNvCxnSpPr>
            <a:cxnSpLocks/>
          </p:cNvCxnSpPr>
          <p:nvPr/>
        </p:nvCxnSpPr>
        <p:spPr>
          <a:xfrm flipV="1">
            <a:off x="3814414" y="4942104"/>
            <a:ext cx="1415361" cy="7005"/>
          </a:xfrm>
          <a:prstGeom prst="straightConnector1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>
            <a:extLst>
              <a:ext uri="{FF2B5EF4-FFF2-40B4-BE49-F238E27FC236}">
                <a16:creationId xmlns:a16="http://schemas.microsoft.com/office/drawing/2014/main" id="{C0A6DA6C-1919-934E-3E62-7B6D83C7E50B}"/>
              </a:ext>
            </a:extLst>
          </p:cNvPr>
          <p:cNvCxnSpPr>
            <a:cxnSpLocks/>
          </p:cNvCxnSpPr>
          <p:nvPr/>
        </p:nvCxnSpPr>
        <p:spPr>
          <a:xfrm flipH="1" flipV="1">
            <a:off x="3822358" y="3636030"/>
            <a:ext cx="2380" cy="12965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5391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35A3C-78D5-6048-8016-23E9BAC0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EE46-54D6-4306-A6BD-73AF3F3AD20B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F474A9-E13F-C488-623E-F9E5BC4B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"/>
              </a:rPr>
              <a:t>FlowSphere AGENT ECOSYSTEM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006E1-9D0F-495E-F30D-E8D0A64FA1FC}"/>
              </a:ext>
            </a:extLst>
          </p:cNvPr>
          <p:cNvSpPr txBox="1"/>
          <p:nvPr/>
        </p:nvSpPr>
        <p:spPr>
          <a:xfrm>
            <a:off x="988219" y="1012031"/>
            <a:ext cx="10584655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400" b="1">
                <a:latin typeface="Calibri"/>
                <a:ea typeface="Calibri"/>
                <a:cs typeface="Calibri"/>
              </a:rPr>
              <a:t>Validation Agent</a:t>
            </a:r>
            <a:br>
              <a:rPr lang="en-US" sz="36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 Ensures database readiness through automated pre-health checks.</a:t>
            </a:r>
            <a:endParaRPr lang="en-US" sz="2400">
              <a:cs typeface="Segoe UI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 b="1">
                <a:latin typeface="Calibri"/>
                <a:ea typeface="Calibri"/>
                <a:cs typeface="Calibri"/>
              </a:rPr>
              <a:t> DBA Access Agent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 Validates and provisions secure, role-based access for operations.</a:t>
            </a:r>
          </a:p>
          <a:p>
            <a:pPr marL="342900" indent="-342900">
              <a:buFont typeface="Wingdings"/>
              <a:buChar char="v"/>
            </a:pPr>
            <a:r>
              <a:rPr lang="en-US" sz="2400" b="1">
                <a:latin typeface="Calibri"/>
                <a:ea typeface="Calibri"/>
                <a:cs typeface="Calibri"/>
              </a:rPr>
              <a:t>Backup Agent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 Executes intelligent backup strategies (Full/Diff/Log) based on need.</a:t>
            </a:r>
          </a:p>
          <a:p>
            <a:pPr marL="342900" indent="-342900">
              <a:buFont typeface="Wingdings"/>
              <a:buChar char="v"/>
            </a:pPr>
            <a:r>
              <a:rPr lang="en-US" sz="2400" b="1">
                <a:latin typeface="Calibri"/>
                <a:ea typeface="Calibri"/>
                <a:cs typeface="Calibri"/>
              </a:rPr>
              <a:t>Copy Rights Agent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 Captures existing user permissions and access configurations.</a:t>
            </a:r>
          </a:p>
          <a:p>
            <a:pPr marL="342900" indent="-342900">
              <a:buFont typeface="Wingdings"/>
              <a:buChar char="v"/>
            </a:pPr>
            <a:r>
              <a:rPr lang="en-US" sz="2400" b="1">
                <a:latin typeface="Calibri"/>
                <a:ea typeface="Calibri"/>
                <a:cs typeface="Calibri"/>
              </a:rPr>
              <a:t>Refresh Agent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000" b="1">
                <a:latin typeface="Calibri"/>
                <a:ea typeface="Calibri"/>
                <a:cs typeface="Calibri"/>
              </a:rPr>
              <a:t> </a:t>
            </a:r>
            <a:r>
              <a:rPr lang="en-US" sz="2400">
                <a:latin typeface="Calibri"/>
                <a:ea typeface="Calibri"/>
                <a:cs typeface="Calibri"/>
              </a:rPr>
              <a:t>Automates end-to-end database refresh from source to target.</a:t>
            </a:r>
          </a:p>
          <a:p>
            <a:pPr marL="342900" indent="-342900">
              <a:buFont typeface="Wingdings"/>
              <a:buChar char="v"/>
            </a:pPr>
            <a:r>
              <a:rPr lang="en-US" sz="2400" b="1">
                <a:latin typeface="Calibri"/>
                <a:ea typeface="Calibri"/>
                <a:cs typeface="Calibri"/>
              </a:rPr>
              <a:t>Apply Rights Agent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 Reinstates all permissions post-refresh to maintain consistency.</a:t>
            </a:r>
          </a:p>
          <a:p>
            <a:pPr marL="342900" indent="-342900">
              <a:buFont typeface="Wingdings"/>
              <a:buChar char="v"/>
            </a:pPr>
            <a:r>
              <a:rPr lang="en-US" sz="2400" b="1">
                <a:latin typeface="Calibri"/>
                <a:ea typeface="Calibri"/>
                <a:cs typeface="Calibri"/>
              </a:rPr>
              <a:t>Optimization Agent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 Continuously improves performance by resolving bottlenecks.</a:t>
            </a:r>
          </a:p>
          <a:p>
            <a:endParaRPr lang="en-US" sz="2400">
              <a:latin typeface="Calibri"/>
              <a:ea typeface="Calibri"/>
              <a:cs typeface="Calibri"/>
            </a:endParaRPr>
          </a:p>
          <a:p>
            <a:pPr algn="ctr"/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8846702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1C450FA-C7ED-8334-A5D9-C506A7343958}"/>
              </a:ext>
            </a:extLst>
          </p:cNvPr>
          <p:cNvSpPr txBox="1">
            <a:spLocks/>
          </p:cNvSpPr>
          <p:nvPr/>
        </p:nvSpPr>
        <p:spPr>
          <a:xfrm>
            <a:off x="567115" y="2903458"/>
            <a:ext cx="5350209" cy="49244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marR="0" lvl="0" indent="0" defTabSz="932742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1" i="0" u="none" strike="noStrike" cap="none" spc="-50" normalizeH="0" baseline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50" normalizeH="0" baseline="0" noProof="0">
                <a:ln w="3175">
                  <a:noFill/>
                </a:ln>
                <a:solidFill>
                  <a:srgbClr val="013482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70344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bf6165-64ec-4640-87d9-0bc38db06263">
      <Terms xmlns="http://schemas.microsoft.com/office/infopath/2007/PartnerControls"/>
    </lcf76f155ced4ddcb4097134ff3c332f>
    <TaxCatchAll xmlns="811a0ed8-36c6-477f-a349-a15c3c3b2cf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380940107FDA4185076446C787D9CE" ma:contentTypeVersion="14" ma:contentTypeDescription="Create a new document." ma:contentTypeScope="" ma:versionID="0e9086a30ad23162aa4d20305eac32d3">
  <xsd:schema xmlns:xsd="http://www.w3.org/2001/XMLSchema" xmlns:xs="http://www.w3.org/2001/XMLSchema" xmlns:p="http://schemas.microsoft.com/office/2006/metadata/properties" xmlns:ns2="811a0ed8-36c6-477f-a349-a15c3c3b2cfc" xmlns:ns3="a3bf6165-64ec-4640-87d9-0bc38db06263" targetNamespace="http://schemas.microsoft.com/office/2006/metadata/properties" ma:root="true" ma:fieldsID="895d11f020e0356bfdd1630506a16f46" ns2:_="" ns3:_="">
    <xsd:import namespace="811a0ed8-36c6-477f-a349-a15c3c3b2cfc"/>
    <xsd:import namespace="a3bf6165-64ec-4640-87d9-0bc38db0626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a0ed8-36c6-477f-a349-a15c3c3b2c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79843c7-e3c0-4163-a5f3-54a62008d237}" ma:internalName="TaxCatchAll" ma:showField="CatchAllData" ma:web="811a0ed8-36c6-477f-a349-a15c3c3b2c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bf6165-64ec-4640-87d9-0bc38db062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9d814c0-9b3f-4c78-9577-1f6435586d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2F1D8E-E299-44C2-B5BC-8A32C760D57C}">
  <ds:schemaRefs>
    <ds:schemaRef ds:uri="811a0ed8-36c6-477f-a349-a15c3c3b2cfc"/>
    <ds:schemaRef ds:uri="a3bf6165-64ec-4640-87d9-0bc38db0626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0AAC989-9FC4-45FC-8F76-172A9A964230}">
  <ds:schemaRefs>
    <ds:schemaRef ds:uri="811a0ed8-36c6-477f-a349-a15c3c3b2cfc"/>
    <ds:schemaRef ds:uri="a3bf6165-64ec-4640-87d9-0bc38db062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B5CF2CD-7953-44B9-9529-1E88AD627B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FlowSphere DBA Automation with Agentic AI</vt:lpstr>
      <vt:lpstr>FlowSphere DB Refresh Flow</vt:lpstr>
      <vt:lpstr>FlowSphere AGENT ECOSYSTEM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Mittapally</dc:creator>
  <cp:revision>1</cp:revision>
  <dcterms:created xsi:type="dcterms:W3CDTF">2026-06-09T11:50:55Z</dcterms:created>
  <dcterms:modified xsi:type="dcterms:W3CDTF">2026-07-01T15:52:02Z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0x010100EC380940107FDA4185076446C787D9CE</vt:lpwstr>
  </property>
  <property fmtid="{D5CDD505-2E9C-101B-9397-08002B2CF9AE}" pid="3" name="MediaServiceImageTags">
    <vt:lpwstr/>
  </property>
</Properties>
</file>