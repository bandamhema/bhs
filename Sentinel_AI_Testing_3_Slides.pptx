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147483605" r:id="rId6"/>
    <p:sldId id="2147483618" r:id="rId7"/>
    <p:sldId id="214748361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FC1E83-CBB9-F52E-B9FC-B21C2BBE28DD}" v="1" dt="2026-07-01T15:51:49.440"/>
    <p1510:client id="{32003B73-D78D-8197-06BA-C4FFC0E1DD09}" v="1" dt="2026-07-01T09:13:01.489"/>
    <p1510:client id="{6AA1AB19-1FCC-14CA-BAC6-462B25F9D70B}" v="4" dt="2026-07-01T12:23:52.7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mod Mittapally" userId="88eda2ae-a2c2-4899-8222-768d9bc7899b" providerId="ADAL" clId="{61D56425-70E5-40AF-AA6F-43DF2D537765}"/>
    <pc:docChg chg="modSld">
      <pc:chgData name="Pramod Mittapally" userId="88eda2ae-a2c2-4899-8222-768d9bc7899b" providerId="ADAL" clId="{61D56425-70E5-40AF-AA6F-43DF2D537765}" dt="2026-06-29T04:30:22.179" v="11" actId="20577"/>
      <pc:docMkLst>
        <pc:docMk/>
      </pc:docMkLst>
      <pc:sldChg chg="modSp">
        <pc:chgData name="Pramod Mittapally" userId="88eda2ae-a2c2-4899-8222-768d9bc7899b" providerId="ADAL" clId="{61D56425-70E5-40AF-AA6F-43DF2D537765}" dt="2026-06-29T04:30:15.131" v="9" actId="20577"/>
        <pc:sldMkLst>
          <pc:docMk/>
          <pc:sldMk cId="1217556372" sldId="2147482746"/>
        </pc:sldMkLst>
        <pc:spChg chg="mod">
          <ac:chgData name="Pramod Mittapally" userId="88eda2ae-a2c2-4899-8222-768d9bc7899b" providerId="ADAL" clId="{61D56425-70E5-40AF-AA6F-43DF2D537765}" dt="2026-06-29T04:30:15.131" v="9" actId="20577"/>
          <ac:spMkLst>
            <pc:docMk/>
            <pc:sldMk cId="1217556372" sldId="2147482746"/>
            <ac:spMk id="9" creationId="{C65F20B3-C5F4-C2D8-77AD-D9689896F24E}"/>
          </ac:spMkLst>
        </pc:spChg>
      </pc:sldChg>
      <pc:sldChg chg="modSp mod">
        <pc:chgData name="Pramod Mittapally" userId="88eda2ae-a2c2-4899-8222-768d9bc7899b" providerId="ADAL" clId="{61D56425-70E5-40AF-AA6F-43DF2D537765}" dt="2026-06-29T04:30:22.179" v="11" actId="20577"/>
        <pc:sldMkLst>
          <pc:docMk/>
          <pc:sldMk cId="3694017364" sldId="2147483605"/>
        </pc:sldMkLst>
        <pc:spChg chg="mod">
          <ac:chgData name="Pramod Mittapally" userId="88eda2ae-a2c2-4899-8222-768d9bc7899b" providerId="ADAL" clId="{61D56425-70E5-40AF-AA6F-43DF2D537765}" dt="2026-06-29T04:30:22.179" v="11" actId="20577"/>
          <ac:spMkLst>
            <pc:docMk/>
            <pc:sldMk cId="3694017364" sldId="2147483605"/>
            <ac:spMk id="2" creationId="{8F52CDE4-7C9E-5FDD-076F-33B30CA8FB39}"/>
          </ac:spMkLst>
        </pc:spChg>
      </pc:sldChg>
      <pc:sldChg chg="modSp mod">
        <pc:chgData name="Pramod Mittapally" userId="88eda2ae-a2c2-4899-8222-768d9bc7899b" providerId="ADAL" clId="{61D56425-70E5-40AF-AA6F-43DF2D537765}" dt="2026-06-29T03:38:08.844" v="7" actId="20577"/>
        <pc:sldMkLst>
          <pc:docMk/>
          <pc:sldMk cId="2488467022" sldId="2147483617"/>
        </pc:sldMkLst>
        <pc:spChg chg="mod">
          <ac:chgData name="Pramod Mittapally" userId="88eda2ae-a2c2-4899-8222-768d9bc7899b" providerId="ADAL" clId="{61D56425-70E5-40AF-AA6F-43DF2D537765}" dt="2026-06-29T03:38:08.844" v="7" actId="20577"/>
          <ac:spMkLst>
            <pc:docMk/>
            <pc:sldMk cId="2488467022" sldId="2147483617"/>
            <ac:spMk id="3" creationId="{A3F474A9-E13F-C488-623E-F9E5BC4B2BBB}"/>
          </ac:spMkLst>
        </pc:spChg>
      </pc:sldChg>
      <pc:sldChg chg="modSp mod">
        <pc:chgData name="Pramod Mittapally" userId="88eda2ae-a2c2-4899-8222-768d9bc7899b" providerId="ADAL" clId="{61D56425-70E5-40AF-AA6F-43DF2D537765}" dt="2026-06-29T03:33:54.253" v="5" actId="20577"/>
        <pc:sldMkLst>
          <pc:docMk/>
          <pc:sldMk cId="554539137" sldId="2147483618"/>
        </pc:sldMkLst>
        <pc:spChg chg="mod">
          <ac:chgData name="Pramod Mittapally" userId="88eda2ae-a2c2-4899-8222-768d9bc7899b" providerId="ADAL" clId="{61D56425-70E5-40AF-AA6F-43DF2D537765}" dt="2026-06-29T03:33:54.253" v="5" actId="20577"/>
          <ac:spMkLst>
            <pc:docMk/>
            <pc:sldMk cId="554539137" sldId="2147483618"/>
            <ac:spMk id="3" creationId="{BCE02284-A6D0-CAAA-2A92-2AC6D6FDA22E}"/>
          </ac:spMkLst>
        </pc:spChg>
        <pc:grpChg chg="mod">
          <ac:chgData name="Pramod Mittapally" userId="88eda2ae-a2c2-4899-8222-768d9bc7899b" providerId="ADAL" clId="{61D56425-70E5-40AF-AA6F-43DF2D537765}" dt="2026-06-29T03:32:28.834" v="2" actId="1037"/>
          <ac:grpSpMkLst>
            <pc:docMk/>
            <pc:sldMk cId="554539137" sldId="2147483618"/>
            <ac:grpSpMk id="492" creationId="{3517ACB6-144B-455B-E6F0-D15050510177}"/>
          </ac:grpSpMkLst>
        </pc:grpChg>
        <pc:cxnChg chg="mod">
          <ac:chgData name="Pramod Mittapally" userId="88eda2ae-a2c2-4899-8222-768d9bc7899b" providerId="ADAL" clId="{61D56425-70E5-40AF-AA6F-43DF2D537765}" dt="2026-06-29T03:33:16.709" v="3" actId="14100"/>
          <ac:cxnSpMkLst>
            <pc:docMk/>
            <pc:sldMk cId="554539137" sldId="2147483618"/>
            <ac:cxnSpMk id="476" creationId="{10A90DF4-9A7E-9737-822B-A07767CB678E}"/>
          </ac:cxnSpMkLst>
        </pc:cxnChg>
        <pc:cxnChg chg="mod">
          <ac:chgData name="Pramod Mittapally" userId="88eda2ae-a2c2-4899-8222-768d9bc7899b" providerId="ADAL" clId="{61D56425-70E5-40AF-AA6F-43DF2D537765}" dt="2026-06-29T03:32:13.191" v="0" actId="1035"/>
          <ac:cxnSpMkLst>
            <pc:docMk/>
            <pc:sldMk cId="554539137" sldId="2147483618"/>
            <ac:cxnSpMk id="502" creationId="{830EE823-8B3D-B3D9-56CE-CADB5EE148C4}"/>
          </ac:cxnSpMkLst>
        </pc:cxnChg>
      </pc:sldChg>
    </pc:docChg>
  </pc:docChgLst>
  <pc:docChgLst>
    <pc:chgData name="Pradeep Telu" userId="S::pradeeptel@infinite.com::0fd847f8-4302-4561-a819-d5c62d726949" providerId="AD" clId="Web-{09FC1E83-CBB9-F52E-B9FC-B21C2BBE28DD}"/>
    <pc:docChg chg="delSld">
      <pc:chgData name="Pradeep Telu" userId="S::pradeeptel@infinite.com::0fd847f8-4302-4561-a819-d5c62d726949" providerId="AD" clId="Web-{09FC1E83-CBB9-F52E-B9FC-B21C2BBE28DD}" dt="2026-07-01T15:51:49.440" v="0"/>
      <pc:docMkLst>
        <pc:docMk/>
      </pc:docMkLst>
      <pc:sldChg chg="del">
        <pc:chgData name="Pradeep Telu" userId="S::pradeeptel@infinite.com::0fd847f8-4302-4561-a819-d5c62d726949" providerId="AD" clId="Web-{09FC1E83-CBB9-F52E-B9FC-B21C2BBE28DD}" dt="2026-07-01T15:51:49.440" v="0"/>
        <pc:sldMkLst>
          <pc:docMk/>
          <pc:sldMk cId="3009002652" sldId="2147483619"/>
        </pc:sldMkLst>
      </pc:sldChg>
    </pc:docChg>
  </pc:docChgLst>
  <pc:docChgLst>
    <pc:chgData name="Pradeep Telu" userId="S::pradeeptel@infinite.com::0fd847f8-4302-4561-a819-d5c62d726949" providerId="AD" clId="Web-{6AA1AB19-1FCC-14CA-BAC6-462B25F9D70B}"/>
    <pc:docChg chg="modSld">
      <pc:chgData name="Pradeep Telu" userId="S::pradeeptel@infinite.com::0fd847f8-4302-4561-a819-d5c62d726949" providerId="AD" clId="Web-{6AA1AB19-1FCC-14CA-BAC6-462B25F9D70B}" dt="2026-07-01T12:23:52.729" v="1" actId="20577"/>
      <pc:docMkLst>
        <pc:docMk/>
      </pc:docMkLst>
      <pc:sldChg chg="modSp">
        <pc:chgData name="Pradeep Telu" userId="S::pradeeptel@infinite.com::0fd847f8-4302-4561-a819-d5c62d726949" providerId="AD" clId="Web-{6AA1AB19-1FCC-14CA-BAC6-462B25F9D70B}" dt="2026-07-01T12:23:52.729" v="1" actId="20577"/>
        <pc:sldMkLst>
          <pc:docMk/>
          <pc:sldMk cId="554539137" sldId="2147483618"/>
        </pc:sldMkLst>
        <pc:spChg chg="mod">
          <ac:chgData name="Pradeep Telu" userId="S::pradeeptel@infinite.com::0fd847f8-4302-4561-a819-d5c62d726949" providerId="AD" clId="Web-{6AA1AB19-1FCC-14CA-BAC6-462B25F9D70B}" dt="2026-07-01T12:23:52.729" v="1" actId="20577"/>
          <ac:spMkLst>
            <pc:docMk/>
            <pc:sldMk cId="554539137" sldId="2147483618"/>
            <ac:spMk id="38" creationId="{3A6F2549-C2C3-41F7-DC11-C6F0466B5D30}"/>
          </ac:spMkLst>
        </pc:spChg>
      </pc:sldChg>
    </pc:docChg>
  </pc:docChgLst>
  <pc:docChgLst>
    <pc:chgData name="Pradeep Telu" userId="S::pradeeptel@infinite.com::0fd847f8-4302-4561-a819-d5c62d726949" providerId="AD" clId="Web-{32003B73-D78D-8197-06BA-C4FFC0E1DD09}"/>
    <pc:docChg chg="modSld">
      <pc:chgData name="Pradeep Telu" userId="S::pradeeptel@infinite.com::0fd847f8-4302-4561-a819-d5c62d726949" providerId="AD" clId="Web-{32003B73-D78D-8197-06BA-C4FFC0E1DD09}" dt="2026-07-01T09:13:01.489" v="0"/>
      <pc:docMkLst>
        <pc:docMk/>
      </pc:docMkLst>
      <pc:sldChg chg="mod modShow">
        <pc:chgData name="Pradeep Telu" userId="S::pradeeptel@infinite.com::0fd847f8-4302-4561-a819-d5c62d726949" providerId="AD" clId="Web-{32003B73-D78D-8197-06BA-C4FFC0E1DD09}" dt="2026-07-01T09:13:01.489" v="0"/>
        <pc:sldMkLst>
          <pc:docMk/>
          <pc:sldMk cId="3009002652" sldId="2147483619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A2B5B8-CE63-4A55-8540-CD3257EFBE22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8468D-F79F-44C7-AB05-AB4472CA9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4008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51981-AB12-02D5-76D0-5A5C197F88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A9D09E-EBF0-A01D-9818-08644882B9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4036D-6B5B-9753-893B-AB091ABFA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4B14-7362-42B5-9F41-A37F85F6C4F9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6E01A-794D-A1E5-E2AB-85D7CC4D0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68C37-F7DE-0DE8-5D60-2758CA733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D9E6-0509-4230-82CB-322B483996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42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AF2CB-F949-1715-08A3-EC5943DF3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C8D38-8743-857A-6881-29A15E248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B7CEB-BF57-3C84-AB2A-FF6EE2810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4B14-7362-42B5-9F41-A37F85F6C4F9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38945-B7D9-3304-C158-FF2BA07D7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1C49C-157A-8B01-D018-CA393C15B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D9E6-0509-4230-82CB-322B483996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9855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FC5CE-FB0D-3F45-5E9A-196E706F8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1EBDBB-054E-0749-16C4-D1C0A4A51F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E7C9E-1DF2-5B6C-B454-FD73D5253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4B14-7362-42B5-9F41-A37F85F6C4F9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2E9EB-FCEE-A87C-41A0-D68B4C29F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3F07B-9269-4E24-A6A7-536DC8B0C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D9E6-0509-4230-82CB-322B483996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34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D6E64-53F9-AF46-D12D-516AA8EB1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A0FE7-E683-0D57-12A8-B1000204FD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FD2F6-A2D4-9998-1C5E-B8216552AB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71127D-A147-5A9B-9596-CBA7BC5F0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4B14-7362-42B5-9F41-A37F85F6C4F9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7932C-FA46-5F8E-9238-CA2663049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2E187A-6B9A-7485-27CF-B30294681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D9E6-0509-4230-82CB-322B483996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286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51664-59A8-B7FF-3626-A509713F4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2755D-345A-295F-76D2-84619D686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1EBA4-13A5-1A18-E919-E1E92FA5BA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BEB14E-C43F-B2FA-A5B1-5EDC9A19D8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41794F-5B97-18AB-AD48-EC4D540093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D22045-2A57-86E5-0539-85C3CB06F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4B14-7362-42B5-9F41-A37F85F6C4F9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89F210-06DE-3E4B-D2C4-A8B9A9BB6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FF2132-5BB3-0061-27D8-A2099893D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D9E6-0509-4230-82CB-322B483996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3684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3C3A5-191B-87FD-4E4D-B84F79CC6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BAB2F0-3757-3AA5-5C90-B667A7EAD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4B14-7362-42B5-9F41-A37F85F6C4F9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AB7551-DAC9-0E6B-E8AE-21B4C4902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B780FF-04D8-5FA0-D767-1A4758C98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D9E6-0509-4230-82CB-322B483996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522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03FCAA-7ACC-2F10-E4FD-7C7FEBCBC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4B14-7362-42B5-9F41-A37F85F6C4F9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C73998-18A6-6455-E4F3-D8C0B1115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A98484-69EF-72F5-C39E-E40E6E06A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D9E6-0509-4230-82CB-322B483996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333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1136-D288-D843-46BE-F7A3C642F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1BEC5-4045-36E2-0EBA-0A0098C02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7C5DFA-C310-D5F8-7060-A98BF974A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B66C3E-37A4-8375-0493-60DAB4088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4B14-7362-42B5-9F41-A37F85F6C4F9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8B5984-158E-C96B-F552-83B2F8452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A632B3-7D7F-50B8-8CEE-59BBFE78B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D9E6-0509-4230-82CB-322B483996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975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EB645-B9C9-F81D-DD93-84A80C422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8A7E57-4259-363A-0BD5-7459DA7DFB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AB6631-6F12-2FDC-8098-5AB30FABB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79D91B-E58C-7051-995A-31FBF3697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4B14-7362-42B5-9F41-A37F85F6C4F9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89489-E404-3B51-27DD-C0B559425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1A528-4338-760E-BF05-B939818A5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D9E6-0509-4230-82CB-322B483996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1009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B1E1D-97EC-1619-E299-269D41ADC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D62D02-C62F-29EB-CF1F-8B90B3593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340E3-F26E-81BE-6B9B-CB926BAA5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4B14-7362-42B5-9F41-A37F85F6C4F9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FC1FE-FA0F-30F3-0905-FDA3111DF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145CE-D328-387A-B75F-32289A3A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D9E6-0509-4230-82CB-322B483996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972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BF6570-199F-00B6-9422-1E1DAB3EF2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4E814C-35E0-89B5-8D71-A566C37416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999DA-E07F-B32A-1596-257B9ABD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4B14-7362-42B5-9F41-A37F85F6C4F9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958F6-7656-2A32-FB42-9919B4D52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A3990-5F10-757B-9183-10A2DE1AB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D9E6-0509-4230-82CB-322B483996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6879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D6FC6E-930E-1D2C-E2A9-1D7DE8155F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" b="15"/>
          <a:stretch/>
        </p:blipFill>
        <p:spPr>
          <a:xfrm>
            <a:off x="3912242" y="0"/>
            <a:ext cx="8279757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F9DB58A-473F-F4CA-7382-FC3175B3A620}"/>
              </a:ext>
            </a:extLst>
          </p:cNvPr>
          <p:cNvSpPr/>
          <p:nvPr userDrawn="1"/>
        </p:nvSpPr>
        <p:spPr>
          <a:xfrm>
            <a:off x="3912242" y="0"/>
            <a:ext cx="2919422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9F08BA-A768-F2D5-E08B-FF2D0E1440E9}"/>
              </a:ext>
            </a:extLst>
          </p:cNvPr>
          <p:cNvSpPr/>
          <p:nvPr userDrawn="1"/>
        </p:nvSpPr>
        <p:spPr bwMode="auto">
          <a:xfrm>
            <a:off x="3912242" y="0"/>
            <a:ext cx="2352554" cy="6858000"/>
          </a:xfrm>
          <a:prstGeom prst="rect">
            <a:avLst/>
          </a:prstGeom>
          <a:gradFill flip="none" rotWithShape="1">
            <a:gsLst>
              <a:gs pos="98165">
                <a:srgbClr val="F5F5F5">
                  <a:alpha val="0"/>
                </a:srgbClr>
              </a:gs>
              <a:gs pos="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DBB6B6-37A8-8CD9-F319-45E675E2B187}"/>
              </a:ext>
            </a:extLst>
          </p:cNvPr>
          <p:cNvSpPr/>
          <p:nvPr userDrawn="1"/>
        </p:nvSpPr>
        <p:spPr bwMode="auto">
          <a:xfrm>
            <a:off x="3912242" y="0"/>
            <a:ext cx="3377060" cy="6858000"/>
          </a:xfrm>
          <a:prstGeom prst="rect">
            <a:avLst/>
          </a:prstGeom>
          <a:gradFill flip="none" rotWithShape="1">
            <a:gsLst>
              <a:gs pos="98165">
                <a:srgbClr val="F5F5F5">
                  <a:alpha val="0"/>
                </a:srgbClr>
              </a:gs>
              <a:gs pos="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61D81A2-E994-D038-AE1B-43F48D14B8C8}"/>
              </a:ext>
            </a:extLst>
          </p:cNvPr>
          <p:cNvGrpSpPr/>
          <p:nvPr/>
        </p:nvGrpSpPr>
        <p:grpSpPr>
          <a:xfrm>
            <a:off x="582631" y="392325"/>
            <a:ext cx="465123" cy="479038"/>
            <a:chOff x="9048607" y="215459"/>
            <a:chExt cx="658114" cy="677803"/>
          </a:xfrm>
        </p:grpSpPr>
        <p:grpSp>
          <p:nvGrpSpPr>
            <p:cNvPr id="6" name="Graphic 34">
              <a:extLst>
                <a:ext uri="{FF2B5EF4-FFF2-40B4-BE49-F238E27FC236}">
                  <a16:creationId xmlns:a16="http://schemas.microsoft.com/office/drawing/2014/main" id="{88F1EE03-274C-432F-127F-1DB3C992026D}"/>
                </a:ext>
              </a:extLst>
            </p:cNvPr>
            <p:cNvGrpSpPr/>
            <p:nvPr/>
          </p:nvGrpSpPr>
          <p:grpSpPr>
            <a:xfrm>
              <a:off x="9048607" y="215459"/>
              <a:ext cx="658114" cy="568705"/>
              <a:chOff x="9048607" y="215459"/>
              <a:chExt cx="658114" cy="568705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92124F46-5195-0B6B-5E2B-A8D0A2C1C6E3}"/>
                  </a:ext>
                </a:extLst>
              </p:cNvPr>
              <p:cNvSpPr/>
              <p:nvPr/>
            </p:nvSpPr>
            <p:spPr>
              <a:xfrm>
                <a:off x="9071836" y="215459"/>
                <a:ext cx="592796" cy="484747"/>
              </a:xfrm>
              <a:custGeom>
                <a:avLst/>
                <a:gdLst>
                  <a:gd name="connsiteX0" fmla="*/ 0 w 592796"/>
                  <a:gd name="connsiteY0" fmla="*/ 484748 h 484747"/>
                  <a:gd name="connsiteX1" fmla="*/ 592796 w 592796"/>
                  <a:gd name="connsiteY1" fmla="*/ 480624 h 484747"/>
                  <a:gd name="connsiteX2" fmla="*/ 293137 w 592796"/>
                  <a:gd name="connsiteY2" fmla="*/ 0 h 484747"/>
                  <a:gd name="connsiteX3" fmla="*/ 0 w 592796"/>
                  <a:gd name="connsiteY3" fmla="*/ 484748 h 484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92796" h="484747">
                    <a:moveTo>
                      <a:pt x="0" y="484748"/>
                    </a:moveTo>
                    <a:lnTo>
                      <a:pt x="592796" y="480624"/>
                    </a:lnTo>
                    <a:lnTo>
                      <a:pt x="293137" y="0"/>
                    </a:lnTo>
                    <a:lnTo>
                      <a:pt x="0" y="484748"/>
                    </a:lnTo>
                    <a:close/>
                  </a:path>
                </a:pathLst>
              </a:custGeom>
              <a:solidFill>
                <a:srgbClr val="1C8CCC"/>
              </a:solidFill>
              <a:ln w="106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E1213328-4976-5965-AAA6-6DDBE7AF1014}"/>
                  </a:ext>
                </a:extLst>
              </p:cNvPr>
              <p:cNvSpPr/>
              <p:nvPr/>
            </p:nvSpPr>
            <p:spPr>
              <a:xfrm>
                <a:off x="9262405" y="216996"/>
                <a:ext cx="258193" cy="382724"/>
              </a:xfrm>
              <a:custGeom>
                <a:avLst/>
                <a:gdLst>
                  <a:gd name="connsiteX0" fmla="*/ 33447 w 258193"/>
                  <a:gd name="connsiteY0" fmla="*/ 382725 h 382724"/>
                  <a:gd name="connsiteX1" fmla="*/ 0 w 258193"/>
                  <a:gd name="connsiteY1" fmla="*/ 382725 h 382724"/>
                  <a:gd name="connsiteX2" fmla="*/ 224746 w 258193"/>
                  <a:gd name="connsiteY2" fmla="*/ 0 h 382724"/>
                  <a:gd name="connsiteX3" fmla="*/ 258193 w 258193"/>
                  <a:gd name="connsiteY3" fmla="*/ 0 h 382724"/>
                  <a:gd name="connsiteX4" fmla="*/ 33447 w 258193"/>
                  <a:gd name="connsiteY4" fmla="*/ 382725 h 38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8193" h="382724">
                    <a:moveTo>
                      <a:pt x="33447" y="382725"/>
                    </a:moveTo>
                    <a:lnTo>
                      <a:pt x="0" y="382725"/>
                    </a:lnTo>
                    <a:lnTo>
                      <a:pt x="224746" y="0"/>
                    </a:lnTo>
                    <a:lnTo>
                      <a:pt x="258193" y="0"/>
                    </a:lnTo>
                    <a:lnTo>
                      <a:pt x="33447" y="382725"/>
                    </a:lnTo>
                    <a:close/>
                  </a:path>
                </a:pathLst>
              </a:custGeom>
              <a:solidFill>
                <a:srgbClr val="00B9A6"/>
              </a:solidFill>
              <a:ln w="106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AE560FAB-799A-1161-8D1C-8393184117F3}"/>
                  </a:ext>
                </a:extLst>
              </p:cNvPr>
              <p:cNvSpPr/>
              <p:nvPr/>
            </p:nvSpPr>
            <p:spPr>
              <a:xfrm>
                <a:off x="9344439" y="216996"/>
                <a:ext cx="258211" cy="382724"/>
              </a:xfrm>
              <a:custGeom>
                <a:avLst/>
                <a:gdLst>
                  <a:gd name="connsiteX0" fmla="*/ 33466 w 258211"/>
                  <a:gd name="connsiteY0" fmla="*/ 382725 h 382724"/>
                  <a:gd name="connsiteX1" fmla="*/ 0 w 258211"/>
                  <a:gd name="connsiteY1" fmla="*/ 382725 h 382724"/>
                  <a:gd name="connsiteX2" fmla="*/ 224745 w 258211"/>
                  <a:gd name="connsiteY2" fmla="*/ 0 h 382724"/>
                  <a:gd name="connsiteX3" fmla="*/ 258211 w 258211"/>
                  <a:gd name="connsiteY3" fmla="*/ 0 h 382724"/>
                  <a:gd name="connsiteX4" fmla="*/ 33466 w 258211"/>
                  <a:gd name="connsiteY4" fmla="*/ 382725 h 38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8211" h="382724">
                    <a:moveTo>
                      <a:pt x="33466" y="382725"/>
                    </a:moveTo>
                    <a:lnTo>
                      <a:pt x="0" y="382725"/>
                    </a:lnTo>
                    <a:lnTo>
                      <a:pt x="224745" y="0"/>
                    </a:lnTo>
                    <a:lnTo>
                      <a:pt x="258211" y="0"/>
                    </a:lnTo>
                    <a:lnTo>
                      <a:pt x="33466" y="382725"/>
                    </a:lnTo>
                    <a:close/>
                  </a:path>
                </a:pathLst>
              </a:custGeom>
              <a:solidFill>
                <a:srgbClr val="00B9A6"/>
              </a:solidFill>
              <a:ln w="106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0CE69A79-8057-1717-6032-F711EF246D89}"/>
                  </a:ext>
                </a:extLst>
              </p:cNvPr>
              <p:cNvSpPr/>
              <p:nvPr/>
            </p:nvSpPr>
            <p:spPr>
              <a:xfrm>
                <a:off x="9426492" y="216996"/>
                <a:ext cx="258192" cy="382724"/>
              </a:xfrm>
              <a:custGeom>
                <a:avLst/>
                <a:gdLst>
                  <a:gd name="connsiteX0" fmla="*/ 33447 w 258192"/>
                  <a:gd name="connsiteY0" fmla="*/ 382725 h 382724"/>
                  <a:gd name="connsiteX1" fmla="*/ 0 w 258192"/>
                  <a:gd name="connsiteY1" fmla="*/ 382725 h 382724"/>
                  <a:gd name="connsiteX2" fmla="*/ 224746 w 258192"/>
                  <a:gd name="connsiteY2" fmla="*/ 0 h 382724"/>
                  <a:gd name="connsiteX3" fmla="*/ 258192 w 258192"/>
                  <a:gd name="connsiteY3" fmla="*/ 0 h 382724"/>
                  <a:gd name="connsiteX4" fmla="*/ 33447 w 258192"/>
                  <a:gd name="connsiteY4" fmla="*/ 382725 h 38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8192" h="382724">
                    <a:moveTo>
                      <a:pt x="33447" y="382725"/>
                    </a:moveTo>
                    <a:lnTo>
                      <a:pt x="0" y="382725"/>
                    </a:lnTo>
                    <a:lnTo>
                      <a:pt x="224746" y="0"/>
                    </a:lnTo>
                    <a:lnTo>
                      <a:pt x="258192" y="0"/>
                    </a:lnTo>
                    <a:lnTo>
                      <a:pt x="33447" y="382725"/>
                    </a:lnTo>
                    <a:close/>
                  </a:path>
                </a:pathLst>
              </a:custGeom>
              <a:solidFill>
                <a:srgbClr val="00B9A6"/>
              </a:solidFill>
              <a:ln w="106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575AC8FD-A1B4-417D-1850-023F9AEB596C}"/>
                  </a:ext>
                </a:extLst>
              </p:cNvPr>
              <p:cNvSpPr/>
              <p:nvPr/>
            </p:nvSpPr>
            <p:spPr>
              <a:xfrm>
                <a:off x="9048607" y="326388"/>
                <a:ext cx="658114" cy="457775"/>
              </a:xfrm>
              <a:custGeom>
                <a:avLst/>
                <a:gdLst>
                  <a:gd name="connsiteX0" fmla="*/ 649434 w 658114"/>
                  <a:gd name="connsiteY0" fmla="*/ 416378 h 457775"/>
                  <a:gd name="connsiteX1" fmla="*/ 254306 w 658114"/>
                  <a:gd name="connsiteY1" fmla="*/ 360144 h 457775"/>
                  <a:gd name="connsiteX2" fmla="*/ 8683 w 658114"/>
                  <a:gd name="connsiteY2" fmla="*/ 41395 h 457775"/>
                  <a:gd name="connsiteX3" fmla="*/ 171427 w 658114"/>
                  <a:gd name="connsiteY3" fmla="*/ 6109 h 457775"/>
                  <a:gd name="connsiteX4" fmla="*/ 26874 w 658114"/>
                  <a:gd name="connsiteY4" fmla="*/ 46627 h 457775"/>
                  <a:gd name="connsiteX5" fmla="*/ 260754 w 658114"/>
                  <a:gd name="connsiteY5" fmla="*/ 348823 h 457775"/>
                  <a:gd name="connsiteX6" fmla="*/ 631338 w 658114"/>
                  <a:gd name="connsiteY6" fmla="*/ 399669 h 457775"/>
                  <a:gd name="connsiteX7" fmla="*/ 591117 w 658114"/>
                  <a:gd name="connsiteY7" fmla="*/ 247559 h 457775"/>
                  <a:gd name="connsiteX8" fmla="*/ 649434 w 658114"/>
                  <a:gd name="connsiteY8" fmla="*/ 416378 h 457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58114" h="457775">
                    <a:moveTo>
                      <a:pt x="649434" y="416378"/>
                    </a:moveTo>
                    <a:cubicBezTo>
                      <a:pt x="608138" y="488873"/>
                      <a:pt x="431232" y="463683"/>
                      <a:pt x="254306" y="360144"/>
                    </a:cubicBezTo>
                    <a:cubicBezTo>
                      <a:pt x="77361" y="256585"/>
                      <a:pt x="-32613" y="113890"/>
                      <a:pt x="8683" y="41395"/>
                    </a:cubicBezTo>
                    <a:cubicBezTo>
                      <a:pt x="30846" y="2472"/>
                      <a:pt x="92079" y="-8284"/>
                      <a:pt x="171427" y="6109"/>
                    </a:cubicBezTo>
                    <a:cubicBezTo>
                      <a:pt x="104629" y="-582"/>
                      <a:pt x="45584" y="13754"/>
                      <a:pt x="26874" y="46627"/>
                    </a:cubicBezTo>
                    <a:cubicBezTo>
                      <a:pt x="-10852" y="112859"/>
                      <a:pt x="99064" y="254212"/>
                      <a:pt x="260754" y="348823"/>
                    </a:cubicBezTo>
                    <a:cubicBezTo>
                      <a:pt x="422424" y="443435"/>
                      <a:pt x="593612" y="465901"/>
                      <a:pt x="631338" y="399669"/>
                    </a:cubicBezTo>
                    <a:cubicBezTo>
                      <a:pt x="651007" y="365143"/>
                      <a:pt x="633372" y="305175"/>
                      <a:pt x="591117" y="247559"/>
                    </a:cubicBezTo>
                    <a:cubicBezTo>
                      <a:pt x="648206" y="313052"/>
                      <a:pt x="672576" y="375744"/>
                      <a:pt x="649434" y="416378"/>
                    </a:cubicBezTo>
                    <a:close/>
                  </a:path>
                </a:pathLst>
              </a:custGeom>
              <a:solidFill>
                <a:srgbClr val="00B9A6"/>
              </a:solidFill>
              <a:ln w="106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A8ACBDA-4DED-F6F2-DF65-BD47490AD897}"/>
                </a:ext>
              </a:extLst>
            </p:cNvPr>
            <p:cNvSpPr/>
            <p:nvPr/>
          </p:nvSpPr>
          <p:spPr>
            <a:xfrm>
              <a:off x="9085146" y="715399"/>
              <a:ext cx="568669" cy="177863"/>
            </a:xfrm>
            <a:custGeom>
              <a:avLst/>
              <a:gdLst>
                <a:gd name="connsiteX0" fmla="*/ 20055 w 568669"/>
                <a:gd name="connsiteY0" fmla="*/ 76914 h 177863"/>
                <a:gd name="connsiteX1" fmla="*/ 3515 w 568669"/>
                <a:gd name="connsiteY1" fmla="*/ 76914 h 177863"/>
                <a:gd name="connsiteX2" fmla="*/ 3515 w 568669"/>
                <a:gd name="connsiteY2" fmla="*/ 175147 h 177863"/>
                <a:gd name="connsiteX3" fmla="*/ 20055 w 568669"/>
                <a:gd name="connsiteY3" fmla="*/ 175147 h 177863"/>
                <a:gd name="connsiteX4" fmla="*/ 20055 w 568669"/>
                <a:gd name="connsiteY4" fmla="*/ 76914 h 177863"/>
                <a:gd name="connsiteX5" fmla="*/ 11785 w 568669"/>
                <a:gd name="connsiteY5" fmla="*/ 28007 h 177863"/>
                <a:gd name="connsiteX6" fmla="*/ 0 w 568669"/>
                <a:gd name="connsiteY6" fmla="*/ 39921 h 177863"/>
                <a:gd name="connsiteX7" fmla="*/ 11785 w 568669"/>
                <a:gd name="connsiteY7" fmla="*/ 51833 h 177863"/>
                <a:gd name="connsiteX8" fmla="*/ 23570 w 568669"/>
                <a:gd name="connsiteY8" fmla="*/ 39921 h 177863"/>
                <a:gd name="connsiteX9" fmla="*/ 11785 w 568669"/>
                <a:gd name="connsiteY9" fmla="*/ 28007 h 177863"/>
                <a:gd name="connsiteX10" fmla="*/ 71066 w 568669"/>
                <a:gd name="connsiteY10" fmla="*/ 76914 h 177863"/>
                <a:gd name="connsiteX11" fmla="*/ 54526 w 568669"/>
                <a:gd name="connsiteY11" fmla="*/ 76914 h 177863"/>
                <a:gd name="connsiteX12" fmla="*/ 54526 w 568669"/>
                <a:gd name="connsiteY12" fmla="*/ 175147 h 177863"/>
                <a:gd name="connsiteX13" fmla="*/ 71066 w 568669"/>
                <a:gd name="connsiteY13" fmla="*/ 175147 h 177863"/>
                <a:gd name="connsiteX14" fmla="*/ 71066 w 568669"/>
                <a:gd name="connsiteY14" fmla="*/ 128538 h 177863"/>
                <a:gd name="connsiteX15" fmla="*/ 95257 w 568669"/>
                <a:gd name="connsiteY15" fmla="*/ 89664 h 177863"/>
                <a:gd name="connsiteX16" fmla="*/ 115726 w 568669"/>
                <a:gd name="connsiteY16" fmla="*/ 119761 h 177863"/>
                <a:gd name="connsiteX17" fmla="*/ 115726 w 568669"/>
                <a:gd name="connsiteY17" fmla="*/ 175147 h 177863"/>
                <a:gd name="connsiteX18" fmla="*/ 132267 w 568669"/>
                <a:gd name="connsiteY18" fmla="*/ 175147 h 177863"/>
                <a:gd name="connsiteX19" fmla="*/ 132267 w 568669"/>
                <a:gd name="connsiteY19" fmla="*/ 116834 h 177863"/>
                <a:gd name="connsiteX20" fmla="*/ 99186 w 568669"/>
                <a:gd name="connsiteY20" fmla="*/ 74197 h 177863"/>
                <a:gd name="connsiteX21" fmla="*/ 71480 w 568669"/>
                <a:gd name="connsiteY21" fmla="*/ 88828 h 177863"/>
                <a:gd name="connsiteX22" fmla="*/ 71066 w 568669"/>
                <a:gd name="connsiteY22" fmla="*/ 88828 h 177863"/>
                <a:gd name="connsiteX23" fmla="*/ 71066 w 568669"/>
                <a:gd name="connsiteY23" fmla="*/ 76914 h 177863"/>
                <a:gd name="connsiteX24" fmla="*/ 179267 w 568669"/>
                <a:gd name="connsiteY24" fmla="*/ 92380 h 177863"/>
                <a:gd name="connsiteX25" fmla="*/ 203871 w 568669"/>
                <a:gd name="connsiteY25" fmla="*/ 92380 h 177863"/>
                <a:gd name="connsiteX26" fmla="*/ 203871 w 568669"/>
                <a:gd name="connsiteY26" fmla="*/ 76914 h 177863"/>
                <a:gd name="connsiteX27" fmla="*/ 179267 w 568669"/>
                <a:gd name="connsiteY27" fmla="*/ 76914 h 177863"/>
                <a:gd name="connsiteX28" fmla="*/ 179267 w 568669"/>
                <a:gd name="connsiteY28" fmla="*/ 43683 h 177863"/>
                <a:gd name="connsiteX29" fmla="*/ 192706 w 568669"/>
                <a:gd name="connsiteY29" fmla="*/ 16721 h 177863"/>
                <a:gd name="connsiteX30" fmla="*/ 203871 w 568669"/>
                <a:gd name="connsiteY30" fmla="*/ 19019 h 177863"/>
                <a:gd name="connsiteX31" fmla="*/ 203871 w 568669"/>
                <a:gd name="connsiteY31" fmla="*/ 2090 h 177863"/>
                <a:gd name="connsiteX32" fmla="*/ 192086 w 568669"/>
                <a:gd name="connsiteY32" fmla="*/ 0 h 177863"/>
                <a:gd name="connsiteX33" fmla="*/ 167068 w 568669"/>
                <a:gd name="connsiteY33" fmla="*/ 12331 h 177863"/>
                <a:gd name="connsiteX34" fmla="*/ 162726 w 568669"/>
                <a:gd name="connsiteY34" fmla="*/ 37830 h 177863"/>
                <a:gd name="connsiteX35" fmla="*/ 162726 w 568669"/>
                <a:gd name="connsiteY35" fmla="*/ 76914 h 177863"/>
                <a:gd name="connsiteX36" fmla="*/ 153629 w 568669"/>
                <a:gd name="connsiteY36" fmla="*/ 76914 h 177863"/>
                <a:gd name="connsiteX37" fmla="*/ 153629 w 568669"/>
                <a:gd name="connsiteY37" fmla="*/ 92380 h 177863"/>
                <a:gd name="connsiteX38" fmla="*/ 162726 w 568669"/>
                <a:gd name="connsiteY38" fmla="*/ 92380 h 177863"/>
                <a:gd name="connsiteX39" fmla="*/ 162726 w 568669"/>
                <a:gd name="connsiteY39" fmla="*/ 175147 h 177863"/>
                <a:gd name="connsiteX40" fmla="*/ 179267 w 568669"/>
                <a:gd name="connsiteY40" fmla="*/ 175147 h 177863"/>
                <a:gd name="connsiteX41" fmla="*/ 179267 w 568669"/>
                <a:gd name="connsiteY41" fmla="*/ 92380 h 177863"/>
                <a:gd name="connsiteX42" fmla="*/ 236539 w 568669"/>
                <a:gd name="connsiteY42" fmla="*/ 76914 h 177863"/>
                <a:gd name="connsiteX43" fmla="*/ 219998 w 568669"/>
                <a:gd name="connsiteY43" fmla="*/ 76914 h 177863"/>
                <a:gd name="connsiteX44" fmla="*/ 219998 w 568669"/>
                <a:gd name="connsiteY44" fmla="*/ 175147 h 177863"/>
                <a:gd name="connsiteX45" fmla="*/ 236539 w 568669"/>
                <a:gd name="connsiteY45" fmla="*/ 175147 h 177863"/>
                <a:gd name="connsiteX46" fmla="*/ 236539 w 568669"/>
                <a:gd name="connsiteY46" fmla="*/ 76914 h 177863"/>
                <a:gd name="connsiteX47" fmla="*/ 228269 w 568669"/>
                <a:gd name="connsiteY47" fmla="*/ 28007 h 177863"/>
                <a:gd name="connsiteX48" fmla="*/ 216483 w 568669"/>
                <a:gd name="connsiteY48" fmla="*/ 39921 h 177863"/>
                <a:gd name="connsiteX49" fmla="*/ 228269 w 568669"/>
                <a:gd name="connsiteY49" fmla="*/ 51833 h 177863"/>
                <a:gd name="connsiteX50" fmla="*/ 240054 w 568669"/>
                <a:gd name="connsiteY50" fmla="*/ 39921 h 177863"/>
                <a:gd name="connsiteX51" fmla="*/ 228269 w 568669"/>
                <a:gd name="connsiteY51" fmla="*/ 28007 h 177863"/>
                <a:gd name="connsiteX52" fmla="*/ 287516 w 568669"/>
                <a:gd name="connsiteY52" fmla="*/ 76914 h 177863"/>
                <a:gd name="connsiteX53" fmla="*/ 270976 w 568669"/>
                <a:gd name="connsiteY53" fmla="*/ 76914 h 177863"/>
                <a:gd name="connsiteX54" fmla="*/ 270976 w 568669"/>
                <a:gd name="connsiteY54" fmla="*/ 175147 h 177863"/>
                <a:gd name="connsiteX55" fmla="*/ 287516 w 568669"/>
                <a:gd name="connsiteY55" fmla="*/ 175147 h 177863"/>
                <a:gd name="connsiteX56" fmla="*/ 287516 w 568669"/>
                <a:gd name="connsiteY56" fmla="*/ 128538 h 177863"/>
                <a:gd name="connsiteX57" fmla="*/ 311707 w 568669"/>
                <a:gd name="connsiteY57" fmla="*/ 89664 h 177863"/>
                <a:gd name="connsiteX58" fmla="*/ 332175 w 568669"/>
                <a:gd name="connsiteY58" fmla="*/ 119761 h 177863"/>
                <a:gd name="connsiteX59" fmla="*/ 332175 w 568669"/>
                <a:gd name="connsiteY59" fmla="*/ 175147 h 177863"/>
                <a:gd name="connsiteX60" fmla="*/ 348716 w 568669"/>
                <a:gd name="connsiteY60" fmla="*/ 175147 h 177863"/>
                <a:gd name="connsiteX61" fmla="*/ 348716 w 568669"/>
                <a:gd name="connsiteY61" fmla="*/ 116834 h 177863"/>
                <a:gd name="connsiteX62" fmla="*/ 315635 w 568669"/>
                <a:gd name="connsiteY62" fmla="*/ 74197 h 177863"/>
                <a:gd name="connsiteX63" fmla="*/ 287929 w 568669"/>
                <a:gd name="connsiteY63" fmla="*/ 88828 h 177863"/>
                <a:gd name="connsiteX64" fmla="*/ 287516 w 568669"/>
                <a:gd name="connsiteY64" fmla="*/ 88828 h 177863"/>
                <a:gd name="connsiteX65" fmla="*/ 287516 w 568669"/>
                <a:gd name="connsiteY65" fmla="*/ 76914 h 177863"/>
                <a:gd name="connsiteX66" fmla="*/ 399852 w 568669"/>
                <a:gd name="connsiteY66" fmla="*/ 76914 h 177863"/>
                <a:gd name="connsiteX67" fmla="*/ 383311 w 568669"/>
                <a:gd name="connsiteY67" fmla="*/ 76914 h 177863"/>
                <a:gd name="connsiteX68" fmla="*/ 383311 w 568669"/>
                <a:gd name="connsiteY68" fmla="*/ 175147 h 177863"/>
                <a:gd name="connsiteX69" fmla="*/ 399852 w 568669"/>
                <a:gd name="connsiteY69" fmla="*/ 175147 h 177863"/>
                <a:gd name="connsiteX70" fmla="*/ 399852 w 568669"/>
                <a:gd name="connsiteY70" fmla="*/ 76914 h 177863"/>
                <a:gd name="connsiteX71" fmla="*/ 391581 w 568669"/>
                <a:gd name="connsiteY71" fmla="*/ 28007 h 177863"/>
                <a:gd name="connsiteX72" fmla="*/ 379796 w 568669"/>
                <a:gd name="connsiteY72" fmla="*/ 39921 h 177863"/>
                <a:gd name="connsiteX73" fmla="*/ 391581 w 568669"/>
                <a:gd name="connsiteY73" fmla="*/ 51833 h 177863"/>
                <a:gd name="connsiteX74" fmla="*/ 403366 w 568669"/>
                <a:gd name="connsiteY74" fmla="*/ 39921 h 177863"/>
                <a:gd name="connsiteX75" fmla="*/ 391581 w 568669"/>
                <a:gd name="connsiteY75" fmla="*/ 28007 h 177863"/>
                <a:gd name="connsiteX76" fmla="*/ 451689 w 568669"/>
                <a:gd name="connsiteY76" fmla="*/ 92380 h 177863"/>
                <a:gd name="connsiteX77" fmla="*/ 469057 w 568669"/>
                <a:gd name="connsiteY77" fmla="*/ 92380 h 177863"/>
                <a:gd name="connsiteX78" fmla="*/ 469057 w 568669"/>
                <a:gd name="connsiteY78" fmla="*/ 76914 h 177863"/>
                <a:gd name="connsiteX79" fmla="*/ 451689 w 568669"/>
                <a:gd name="connsiteY79" fmla="*/ 76914 h 177863"/>
                <a:gd name="connsiteX80" fmla="*/ 451689 w 568669"/>
                <a:gd name="connsiteY80" fmla="*/ 41592 h 177863"/>
                <a:gd name="connsiteX81" fmla="*/ 435149 w 568669"/>
                <a:gd name="connsiteY81" fmla="*/ 41592 h 177863"/>
                <a:gd name="connsiteX82" fmla="*/ 435149 w 568669"/>
                <a:gd name="connsiteY82" fmla="*/ 76914 h 177863"/>
                <a:gd name="connsiteX83" fmla="*/ 425017 w 568669"/>
                <a:gd name="connsiteY83" fmla="*/ 76914 h 177863"/>
                <a:gd name="connsiteX84" fmla="*/ 425017 w 568669"/>
                <a:gd name="connsiteY84" fmla="*/ 92380 h 177863"/>
                <a:gd name="connsiteX85" fmla="*/ 435149 w 568669"/>
                <a:gd name="connsiteY85" fmla="*/ 92380 h 177863"/>
                <a:gd name="connsiteX86" fmla="*/ 435149 w 568669"/>
                <a:gd name="connsiteY86" fmla="*/ 175147 h 177863"/>
                <a:gd name="connsiteX87" fmla="*/ 451689 w 568669"/>
                <a:gd name="connsiteY87" fmla="*/ 175147 h 177863"/>
                <a:gd name="connsiteX88" fmla="*/ 451689 w 568669"/>
                <a:gd name="connsiteY88" fmla="*/ 92380 h 177863"/>
                <a:gd name="connsiteX89" fmla="*/ 568556 w 568669"/>
                <a:gd name="connsiteY89" fmla="*/ 129583 h 177863"/>
                <a:gd name="connsiteX90" fmla="*/ 522449 w 568669"/>
                <a:gd name="connsiteY90" fmla="*/ 74197 h 177863"/>
                <a:gd name="connsiteX91" fmla="*/ 475308 w 568669"/>
                <a:gd name="connsiteY91" fmla="*/ 127285 h 177863"/>
                <a:gd name="connsiteX92" fmla="*/ 522862 w 568669"/>
                <a:gd name="connsiteY92" fmla="*/ 177863 h 177863"/>
                <a:gd name="connsiteX93" fmla="*/ 567729 w 568669"/>
                <a:gd name="connsiteY93" fmla="*/ 150275 h 177863"/>
                <a:gd name="connsiteX94" fmla="*/ 553670 w 568669"/>
                <a:gd name="connsiteY94" fmla="*/ 142123 h 177863"/>
                <a:gd name="connsiteX95" fmla="*/ 524103 w 568669"/>
                <a:gd name="connsiteY95" fmla="*/ 162397 h 177863"/>
                <a:gd name="connsiteX96" fmla="*/ 492262 w 568669"/>
                <a:gd name="connsiteY96" fmla="*/ 129583 h 177863"/>
                <a:gd name="connsiteX97" fmla="*/ 568556 w 568669"/>
                <a:gd name="connsiteY97" fmla="*/ 129583 h 177863"/>
                <a:gd name="connsiteX98" fmla="*/ 493090 w 568669"/>
                <a:gd name="connsiteY98" fmla="*/ 115371 h 177863"/>
                <a:gd name="connsiteX99" fmla="*/ 522656 w 568669"/>
                <a:gd name="connsiteY99" fmla="*/ 89664 h 177863"/>
                <a:gd name="connsiteX100" fmla="*/ 551189 w 568669"/>
                <a:gd name="connsiteY100" fmla="*/ 115371 h 177863"/>
                <a:gd name="connsiteX101" fmla="*/ 493090 w 568669"/>
                <a:gd name="connsiteY101" fmla="*/ 115371 h 177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68669" h="177863">
                  <a:moveTo>
                    <a:pt x="20055" y="76914"/>
                  </a:moveTo>
                  <a:lnTo>
                    <a:pt x="3515" y="76914"/>
                  </a:lnTo>
                  <a:lnTo>
                    <a:pt x="3515" y="175147"/>
                  </a:lnTo>
                  <a:lnTo>
                    <a:pt x="20055" y="175147"/>
                  </a:lnTo>
                  <a:lnTo>
                    <a:pt x="20055" y="76914"/>
                  </a:lnTo>
                  <a:close/>
                  <a:moveTo>
                    <a:pt x="11785" y="28007"/>
                  </a:moveTo>
                  <a:cubicBezTo>
                    <a:pt x="5376" y="28007"/>
                    <a:pt x="0" y="33441"/>
                    <a:pt x="0" y="39921"/>
                  </a:cubicBezTo>
                  <a:cubicBezTo>
                    <a:pt x="0" y="46609"/>
                    <a:pt x="5376" y="51833"/>
                    <a:pt x="11785" y="51833"/>
                  </a:cubicBezTo>
                  <a:cubicBezTo>
                    <a:pt x="18195" y="51833"/>
                    <a:pt x="23570" y="46609"/>
                    <a:pt x="23570" y="39921"/>
                  </a:cubicBezTo>
                  <a:cubicBezTo>
                    <a:pt x="23570" y="33441"/>
                    <a:pt x="18195" y="28007"/>
                    <a:pt x="11785" y="28007"/>
                  </a:cubicBezTo>
                  <a:close/>
                  <a:moveTo>
                    <a:pt x="71066" y="76914"/>
                  </a:moveTo>
                  <a:lnTo>
                    <a:pt x="54526" y="76914"/>
                  </a:lnTo>
                  <a:lnTo>
                    <a:pt x="54526" y="175147"/>
                  </a:lnTo>
                  <a:lnTo>
                    <a:pt x="71066" y="175147"/>
                  </a:lnTo>
                  <a:lnTo>
                    <a:pt x="71066" y="128538"/>
                  </a:lnTo>
                  <a:cubicBezTo>
                    <a:pt x="71066" y="110982"/>
                    <a:pt x="72514" y="89664"/>
                    <a:pt x="95257" y="89664"/>
                  </a:cubicBezTo>
                  <a:cubicBezTo>
                    <a:pt x="114486" y="89664"/>
                    <a:pt x="115726" y="103876"/>
                    <a:pt x="115726" y="119761"/>
                  </a:cubicBezTo>
                  <a:lnTo>
                    <a:pt x="115726" y="175147"/>
                  </a:lnTo>
                  <a:lnTo>
                    <a:pt x="132267" y="175147"/>
                  </a:lnTo>
                  <a:lnTo>
                    <a:pt x="132267" y="116834"/>
                  </a:lnTo>
                  <a:cubicBezTo>
                    <a:pt x="132267" y="93844"/>
                    <a:pt x="126065" y="74197"/>
                    <a:pt x="99186" y="74197"/>
                  </a:cubicBezTo>
                  <a:cubicBezTo>
                    <a:pt x="87193" y="74197"/>
                    <a:pt x="78303" y="79423"/>
                    <a:pt x="71480" y="88828"/>
                  </a:cubicBezTo>
                  <a:lnTo>
                    <a:pt x="71066" y="88828"/>
                  </a:lnTo>
                  <a:lnTo>
                    <a:pt x="71066" y="76914"/>
                  </a:lnTo>
                  <a:close/>
                  <a:moveTo>
                    <a:pt x="179267" y="92380"/>
                  </a:moveTo>
                  <a:lnTo>
                    <a:pt x="203871" y="92380"/>
                  </a:lnTo>
                  <a:lnTo>
                    <a:pt x="203871" y="76914"/>
                  </a:lnTo>
                  <a:lnTo>
                    <a:pt x="179267" y="76914"/>
                  </a:lnTo>
                  <a:lnTo>
                    <a:pt x="179267" y="43683"/>
                  </a:lnTo>
                  <a:cubicBezTo>
                    <a:pt x="179267" y="26335"/>
                    <a:pt x="179267" y="16721"/>
                    <a:pt x="192706" y="16721"/>
                  </a:cubicBezTo>
                  <a:cubicBezTo>
                    <a:pt x="196842" y="16721"/>
                    <a:pt x="200149" y="17766"/>
                    <a:pt x="203871" y="19019"/>
                  </a:cubicBezTo>
                  <a:lnTo>
                    <a:pt x="203871" y="2090"/>
                  </a:lnTo>
                  <a:cubicBezTo>
                    <a:pt x="199942" y="836"/>
                    <a:pt x="196014" y="0"/>
                    <a:pt x="192086" y="0"/>
                  </a:cubicBezTo>
                  <a:cubicBezTo>
                    <a:pt x="182162" y="0"/>
                    <a:pt x="172444" y="3553"/>
                    <a:pt x="167068" y="12331"/>
                  </a:cubicBezTo>
                  <a:cubicBezTo>
                    <a:pt x="162726" y="19438"/>
                    <a:pt x="162726" y="29679"/>
                    <a:pt x="162726" y="37830"/>
                  </a:cubicBezTo>
                  <a:lnTo>
                    <a:pt x="162726" y="76914"/>
                  </a:lnTo>
                  <a:lnTo>
                    <a:pt x="153629" y="76914"/>
                  </a:lnTo>
                  <a:lnTo>
                    <a:pt x="153629" y="92380"/>
                  </a:lnTo>
                  <a:lnTo>
                    <a:pt x="162726" y="92380"/>
                  </a:lnTo>
                  <a:lnTo>
                    <a:pt x="162726" y="175147"/>
                  </a:lnTo>
                  <a:lnTo>
                    <a:pt x="179267" y="175147"/>
                  </a:lnTo>
                  <a:lnTo>
                    <a:pt x="179267" y="92380"/>
                  </a:lnTo>
                  <a:close/>
                  <a:moveTo>
                    <a:pt x="236539" y="76914"/>
                  </a:moveTo>
                  <a:lnTo>
                    <a:pt x="219998" y="76914"/>
                  </a:lnTo>
                  <a:lnTo>
                    <a:pt x="219998" y="175147"/>
                  </a:lnTo>
                  <a:lnTo>
                    <a:pt x="236539" y="175147"/>
                  </a:lnTo>
                  <a:lnTo>
                    <a:pt x="236539" y="76914"/>
                  </a:lnTo>
                  <a:close/>
                  <a:moveTo>
                    <a:pt x="228269" y="28007"/>
                  </a:moveTo>
                  <a:cubicBezTo>
                    <a:pt x="221859" y="28007"/>
                    <a:pt x="216483" y="33441"/>
                    <a:pt x="216483" y="39921"/>
                  </a:cubicBezTo>
                  <a:cubicBezTo>
                    <a:pt x="216483" y="46609"/>
                    <a:pt x="221859" y="51833"/>
                    <a:pt x="228269" y="51833"/>
                  </a:cubicBezTo>
                  <a:cubicBezTo>
                    <a:pt x="234678" y="51833"/>
                    <a:pt x="240054" y="46609"/>
                    <a:pt x="240054" y="39921"/>
                  </a:cubicBezTo>
                  <a:cubicBezTo>
                    <a:pt x="240054" y="33441"/>
                    <a:pt x="234678" y="28007"/>
                    <a:pt x="228269" y="28007"/>
                  </a:cubicBezTo>
                  <a:close/>
                  <a:moveTo>
                    <a:pt x="287516" y="76914"/>
                  </a:moveTo>
                  <a:lnTo>
                    <a:pt x="270976" y="76914"/>
                  </a:lnTo>
                  <a:lnTo>
                    <a:pt x="270976" y="175147"/>
                  </a:lnTo>
                  <a:lnTo>
                    <a:pt x="287516" y="175147"/>
                  </a:lnTo>
                  <a:lnTo>
                    <a:pt x="287516" y="128538"/>
                  </a:lnTo>
                  <a:cubicBezTo>
                    <a:pt x="287516" y="110982"/>
                    <a:pt x="288963" y="89664"/>
                    <a:pt x="311707" y="89664"/>
                  </a:cubicBezTo>
                  <a:cubicBezTo>
                    <a:pt x="330935" y="89664"/>
                    <a:pt x="332175" y="103876"/>
                    <a:pt x="332175" y="119761"/>
                  </a:cubicBezTo>
                  <a:lnTo>
                    <a:pt x="332175" y="175147"/>
                  </a:lnTo>
                  <a:lnTo>
                    <a:pt x="348716" y="175147"/>
                  </a:lnTo>
                  <a:lnTo>
                    <a:pt x="348716" y="116834"/>
                  </a:lnTo>
                  <a:cubicBezTo>
                    <a:pt x="348716" y="93844"/>
                    <a:pt x="342514" y="74197"/>
                    <a:pt x="315635" y="74197"/>
                  </a:cubicBezTo>
                  <a:cubicBezTo>
                    <a:pt x="303643" y="74197"/>
                    <a:pt x="294753" y="79423"/>
                    <a:pt x="287929" y="88828"/>
                  </a:cubicBezTo>
                  <a:lnTo>
                    <a:pt x="287516" y="88828"/>
                  </a:lnTo>
                  <a:lnTo>
                    <a:pt x="287516" y="76914"/>
                  </a:lnTo>
                  <a:close/>
                  <a:moveTo>
                    <a:pt x="399852" y="76914"/>
                  </a:moveTo>
                  <a:lnTo>
                    <a:pt x="383311" y="76914"/>
                  </a:lnTo>
                  <a:lnTo>
                    <a:pt x="383311" y="175147"/>
                  </a:lnTo>
                  <a:lnTo>
                    <a:pt x="399852" y="175147"/>
                  </a:lnTo>
                  <a:lnTo>
                    <a:pt x="399852" y="76914"/>
                  </a:lnTo>
                  <a:close/>
                  <a:moveTo>
                    <a:pt x="391581" y="28007"/>
                  </a:moveTo>
                  <a:cubicBezTo>
                    <a:pt x="385172" y="28007"/>
                    <a:pt x="379796" y="33441"/>
                    <a:pt x="379796" y="39921"/>
                  </a:cubicBezTo>
                  <a:cubicBezTo>
                    <a:pt x="379796" y="46609"/>
                    <a:pt x="385172" y="51833"/>
                    <a:pt x="391581" y="51833"/>
                  </a:cubicBezTo>
                  <a:cubicBezTo>
                    <a:pt x="397991" y="51833"/>
                    <a:pt x="403366" y="46609"/>
                    <a:pt x="403366" y="39921"/>
                  </a:cubicBezTo>
                  <a:cubicBezTo>
                    <a:pt x="403366" y="33441"/>
                    <a:pt x="397991" y="28007"/>
                    <a:pt x="391581" y="28007"/>
                  </a:cubicBezTo>
                  <a:close/>
                  <a:moveTo>
                    <a:pt x="451689" y="92380"/>
                  </a:moveTo>
                  <a:lnTo>
                    <a:pt x="469057" y="92380"/>
                  </a:lnTo>
                  <a:lnTo>
                    <a:pt x="469057" y="76914"/>
                  </a:lnTo>
                  <a:lnTo>
                    <a:pt x="451689" y="76914"/>
                  </a:lnTo>
                  <a:lnTo>
                    <a:pt x="451689" y="41592"/>
                  </a:lnTo>
                  <a:lnTo>
                    <a:pt x="435149" y="41592"/>
                  </a:lnTo>
                  <a:lnTo>
                    <a:pt x="435149" y="76914"/>
                  </a:lnTo>
                  <a:lnTo>
                    <a:pt x="425017" y="76914"/>
                  </a:lnTo>
                  <a:lnTo>
                    <a:pt x="425017" y="92380"/>
                  </a:lnTo>
                  <a:lnTo>
                    <a:pt x="435149" y="92380"/>
                  </a:lnTo>
                  <a:lnTo>
                    <a:pt x="435149" y="175147"/>
                  </a:lnTo>
                  <a:lnTo>
                    <a:pt x="451689" y="175147"/>
                  </a:lnTo>
                  <a:lnTo>
                    <a:pt x="451689" y="92380"/>
                  </a:lnTo>
                  <a:close/>
                  <a:moveTo>
                    <a:pt x="568556" y="129583"/>
                  </a:moveTo>
                  <a:cubicBezTo>
                    <a:pt x="570211" y="100323"/>
                    <a:pt x="553670" y="74197"/>
                    <a:pt x="522449" y="74197"/>
                  </a:cubicBezTo>
                  <a:cubicBezTo>
                    <a:pt x="492056" y="74197"/>
                    <a:pt x="475308" y="98233"/>
                    <a:pt x="475308" y="127285"/>
                  </a:cubicBezTo>
                  <a:cubicBezTo>
                    <a:pt x="475308" y="155500"/>
                    <a:pt x="493917" y="177863"/>
                    <a:pt x="522862" y="177863"/>
                  </a:cubicBezTo>
                  <a:cubicBezTo>
                    <a:pt x="542711" y="177863"/>
                    <a:pt x="558425" y="167832"/>
                    <a:pt x="567729" y="150275"/>
                  </a:cubicBezTo>
                  <a:lnTo>
                    <a:pt x="553670" y="142123"/>
                  </a:lnTo>
                  <a:cubicBezTo>
                    <a:pt x="547261" y="153828"/>
                    <a:pt x="538163" y="162397"/>
                    <a:pt x="524103" y="162397"/>
                  </a:cubicBezTo>
                  <a:cubicBezTo>
                    <a:pt x="505289" y="162397"/>
                    <a:pt x="492469" y="147766"/>
                    <a:pt x="492262" y="129583"/>
                  </a:cubicBezTo>
                  <a:lnTo>
                    <a:pt x="568556" y="129583"/>
                  </a:lnTo>
                  <a:close/>
                  <a:moveTo>
                    <a:pt x="493090" y="115371"/>
                  </a:moveTo>
                  <a:cubicBezTo>
                    <a:pt x="495157" y="101159"/>
                    <a:pt x="508390" y="89664"/>
                    <a:pt x="522656" y="89664"/>
                  </a:cubicBezTo>
                  <a:cubicBezTo>
                    <a:pt x="537129" y="89664"/>
                    <a:pt x="548914" y="101159"/>
                    <a:pt x="551189" y="115371"/>
                  </a:cubicBezTo>
                  <a:lnTo>
                    <a:pt x="493090" y="115371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06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73DA462-50DB-A642-38CF-C07AEE28BD87}"/>
              </a:ext>
            </a:extLst>
          </p:cNvPr>
          <p:cNvCxnSpPr>
            <a:cxnSpLocks/>
          </p:cNvCxnSpPr>
          <p:nvPr userDrawn="1"/>
        </p:nvCxnSpPr>
        <p:spPr>
          <a:xfrm>
            <a:off x="614024" y="3793043"/>
            <a:ext cx="3641438" cy="0"/>
          </a:xfrm>
          <a:prstGeom prst="line">
            <a:avLst/>
          </a:prstGeom>
          <a:ln w="34925">
            <a:gradFill flip="none" rotWithShape="1">
              <a:gsLst>
                <a:gs pos="0">
                  <a:srgbClr val="1459D8">
                    <a:alpha val="0"/>
                  </a:srgbClr>
                </a:gs>
                <a:gs pos="100000">
                  <a:srgbClr val="FF5A5D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1C1E5DD6-504C-36BD-5B66-901D3A89EA9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1539" t="16784" b="16347"/>
          <a:stretch>
            <a:fillRect/>
          </a:stretch>
        </p:blipFill>
        <p:spPr>
          <a:xfrm>
            <a:off x="0" y="4587299"/>
            <a:ext cx="2434743" cy="2270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99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D3F44C-86B3-5768-54A8-BBE53168C16C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rgbClr val="F1ECFA"/>
              </a:gs>
              <a:gs pos="100000">
                <a:srgbClr val="FFEBE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>
              <a:solidFill>
                <a:srgbClr val="FFFFFF"/>
              </a:solidFill>
              <a:latin typeface="Century Gothic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C5CCC38-725D-A8A4-4E4F-C117A24385CA}"/>
              </a:ext>
            </a:extLst>
          </p:cNvPr>
          <p:cNvGrpSpPr/>
          <p:nvPr userDrawn="1"/>
        </p:nvGrpSpPr>
        <p:grpSpPr>
          <a:xfrm>
            <a:off x="271506" y="6473483"/>
            <a:ext cx="297180" cy="304884"/>
            <a:chOff x="480261" y="6473483"/>
            <a:chExt cx="297180" cy="304884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F4E06D49-6708-6C09-ABF4-E3D99763162C}"/>
                </a:ext>
              </a:extLst>
            </p:cNvPr>
            <p:cNvSpPr/>
            <p:nvPr/>
          </p:nvSpPr>
          <p:spPr>
            <a:xfrm>
              <a:off x="488654" y="6473483"/>
              <a:ext cx="269875" cy="218440"/>
            </a:xfrm>
            <a:custGeom>
              <a:avLst/>
              <a:gdLst/>
              <a:ahLst/>
              <a:cxnLst/>
              <a:rect l="l" t="t" r="r" b="b"/>
              <a:pathLst>
                <a:path w="269875" h="218440">
                  <a:moveTo>
                    <a:pt x="133286" y="0"/>
                  </a:moveTo>
                  <a:lnTo>
                    <a:pt x="0" y="218033"/>
                  </a:lnTo>
                  <a:lnTo>
                    <a:pt x="269544" y="216192"/>
                  </a:lnTo>
                  <a:lnTo>
                    <a:pt x="133286" y="0"/>
                  </a:lnTo>
                  <a:close/>
                </a:path>
              </a:pathLst>
            </a:custGeom>
            <a:solidFill>
              <a:srgbClr val="1C8BC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</a:endParaRPr>
            </a:p>
          </p:txBody>
        </p:sp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B851F6C-3AE3-D8F8-7510-5588F7B57A91}"/>
                </a:ext>
              </a:extLst>
            </p:cNvPr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75304" y="6474180"/>
              <a:ext cx="192015" cy="172148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981A102-6533-2F74-9CEC-8081CC2FD359}"/>
                </a:ext>
              </a:extLst>
            </p:cNvPr>
            <p:cNvSpPr/>
            <p:nvPr/>
          </p:nvSpPr>
          <p:spPr>
            <a:xfrm>
              <a:off x="480261" y="6523419"/>
              <a:ext cx="297180" cy="204470"/>
            </a:xfrm>
            <a:custGeom>
              <a:avLst/>
              <a:gdLst/>
              <a:ahLst/>
              <a:cxnLst/>
              <a:rect l="l" t="t" r="r" b="b"/>
              <a:pathLst>
                <a:path w="297180" h="204470">
                  <a:moveTo>
                    <a:pt x="50416" y="0"/>
                  </a:moveTo>
                  <a:lnTo>
                    <a:pt x="29033" y="1654"/>
                  </a:lnTo>
                  <a:lnTo>
                    <a:pt x="12525" y="7804"/>
                  </a:lnTo>
                  <a:lnTo>
                    <a:pt x="1787" y="18577"/>
                  </a:lnTo>
                  <a:lnTo>
                    <a:pt x="0" y="48188"/>
                  </a:lnTo>
                  <a:lnTo>
                    <a:pt x="20415" y="85028"/>
                  </a:lnTo>
                  <a:lnTo>
                    <a:pt x="59437" y="124485"/>
                  </a:lnTo>
                  <a:lnTo>
                    <a:pt x="113471" y="161947"/>
                  </a:lnTo>
                  <a:lnTo>
                    <a:pt x="172839" y="190133"/>
                  </a:lnTo>
                  <a:lnTo>
                    <a:pt x="226425" y="204291"/>
                  </a:lnTo>
                  <a:lnTo>
                    <a:pt x="268447" y="203601"/>
                  </a:lnTo>
                  <a:lnTo>
                    <a:pt x="293125" y="187246"/>
                  </a:lnTo>
                  <a:lnTo>
                    <a:pt x="297074" y="171813"/>
                  </a:lnTo>
                  <a:lnTo>
                    <a:pt x="293549" y="153470"/>
                  </a:lnTo>
                  <a:lnTo>
                    <a:pt x="283183" y="133032"/>
                  </a:lnTo>
                  <a:lnTo>
                    <a:pt x="266607" y="111312"/>
                  </a:lnTo>
                  <a:lnTo>
                    <a:pt x="278829" y="130753"/>
                  </a:lnTo>
                  <a:lnTo>
                    <a:pt x="286310" y="149415"/>
                  </a:lnTo>
                  <a:lnTo>
                    <a:pt x="288512" y="166130"/>
                  </a:lnTo>
                  <a:lnTo>
                    <a:pt x="284895" y="179727"/>
                  </a:lnTo>
                  <a:lnTo>
                    <a:pt x="261667" y="194707"/>
                  </a:lnTo>
                  <a:lnTo>
                    <a:pt x="221780" y="195423"/>
                  </a:lnTo>
                  <a:lnTo>
                    <a:pt x="171324" y="182572"/>
                  </a:lnTo>
                  <a:lnTo>
                    <a:pt x="116392" y="156854"/>
                  </a:lnTo>
                  <a:lnTo>
                    <a:pt x="66353" y="121857"/>
                  </a:lnTo>
                  <a:lnTo>
                    <a:pt x="29224" y="84110"/>
                  </a:lnTo>
                  <a:lnTo>
                    <a:pt x="9094" y="48757"/>
                  </a:lnTo>
                  <a:lnTo>
                    <a:pt x="10055" y="20939"/>
                  </a:lnTo>
                  <a:lnTo>
                    <a:pt x="19643" y="11426"/>
                  </a:lnTo>
                  <a:lnTo>
                    <a:pt x="34720" y="5150"/>
                  </a:lnTo>
                  <a:lnTo>
                    <a:pt x="53894" y="2212"/>
                  </a:lnTo>
                  <a:lnTo>
                    <a:pt x="75777" y="2715"/>
                  </a:lnTo>
                  <a:lnTo>
                    <a:pt x="50416" y="0"/>
                  </a:lnTo>
                  <a:close/>
                </a:path>
              </a:pathLst>
            </a:custGeom>
            <a:solidFill>
              <a:srgbClr val="00B8A6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</a:endParaRPr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0A5E59DD-6164-E329-5617-221A7DC7993A}"/>
                </a:ext>
              </a:extLst>
            </p:cNvPr>
            <p:cNvSpPr/>
            <p:nvPr/>
          </p:nvSpPr>
          <p:spPr>
            <a:xfrm>
              <a:off x="494708" y="6698357"/>
              <a:ext cx="259079" cy="80010"/>
            </a:xfrm>
            <a:custGeom>
              <a:avLst/>
              <a:gdLst/>
              <a:ahLst/>
              <a:cxnLst/>
              <a:rect l="l" t="t" r="r" b="b"/>
              <a:pathLst>
                <a:path w="259079" h="80009">
                  <a:moveTo>
                    <a:pt x="237553" y="33375"/>
                  </a:moveTo>
                  <a:lnTo>
                    <a:pt x="228374" y="35268"/>
                  </a:lnTo>
                  <a:lnTo>
                    <a:pt x="221653" y="40412"/>
                  </a:lnTo>
                  <a:lnTo>
                    <a:pt x="217522" y="48007"/>
                  </a:lnTo>
                  <a:lnTo>
                    <a:pt x="216115" y="57251"/>
                  </a:lnTo>
                  <a:lnTo>
                    <a:pt x="217645" y="66158"/>
                  </a:lnTo>
                  <a:lnTo>
                    <a:pt x="221995" y="73382"/>
                  </a:lnTo>
                  <a:lnTo>
                    <a:pt x="228813" y="78227"/>
                  </a:lnTo>
                  <a:lnTo>
                    <a:pt x="237743" y="79997"/>
                  </a:lnTo>
                  <a:lnTo>
                    <a:pt x="246773" y="79997"/>
                  </a:lnTo>
                  <a:lnTo>
                    <a:pt x="253911" y="75488"/>
                  </a:lnTo>
                  <a:lnTo>
                    <a:pt x="255216" y="73050"/>
                  </a:lnTo>
                  <a:lnTo>
                    <a:pt x="229755" y="73050"/>
                  </a:lnTo>
                  <a:lnTo>
                    <a:pt x="223926" y="66459"/>
                  </a:lnTo>
                  <a:lnTo>
                    <a:pt x="223824" y="58280"/>
                  </a:lnTo>
                  <a:lnTo>
                    <a:pt x="258521" y="58280"/>
                  </a:lnTo>
                  <a:lnTo>
                    <a:pt x="257869" y="51892"/>
                  </a:lnTo>
                  <a:lnTo>
                    <a:pt x="224205" y="51892"/>
                  </a:lnTo>
                  <a:lnTo>
                    <a:pt x="225145" y="45504"/>
                  </a:lnTo>
                  <a:lnTo>
                    <a:pt x="231165" y="40335"/>
                  </a:lnTo>
                  <a:lnTo>
                    <a:pt x="252957" y="40335"/>
                  </a:lnTo>
                  <a:lnTo>
                    <a:pt x="246925" y="35416"/>
                  </a:lnTo>
                  <a:lnTo>
                    <a:pt x="237553" y="33375"/>
                  </a:lnTo>
                  <a:close/>
                </a:path>
                <a:path w="259079" h="80009">
                  <a:moveTo>
                    <a:pt x="251752" y="63919"/>
                  </a:moveTo>
                  <a:lnTo>
                    <a:pt x="248831" y="69189"/>
                  </a:lnTo>
                  <a:lnTo>
                    <a:pt x="244703" y="73050"/>
                  </a:lnTo>
                  <a:lnTo>
                    <a:pt x="255216" y="73050"/>
                  </a:lnTo>
                  <a:lnTo>
                    <a:pt x="258140" y="67589"/>
                  </a:lnTo>
                  <a:lnTo>
                    <a:pt x="251752" y="63919"/>
                  </a:lnTo>
                  <a:close/>
                </a:path>
                <a:path w="259079" h="80009">
                  <a:moveTo>
                    <a:pt x="252957" y="40335"/>
                  </a:moveTo>
                  <a:lnTo>
                    <a:pt x="244233" y="40335"/>
                  </a:lnTo>
                  <a:lnTo>
                    <a:pt x="249593" y="45504"/>
                  </a:lnTo>
                  <a:lnTo>
                    <a:pt x="250621" y="51892"/>
                  </a:lnTo>
                  <a:lnTo>
                    <a:pt x="257869" y="51892"/>
                  </a:lnTo>
                  <a:lnTo>
                    <a:pt x="257557" y="48838"/>
                  </a:lnTo>
                  <a:lnTo>
                    <a:pt x="253642" y="40893"/>
                  </a:lnTo>
                  <a:lnTo>
                    <a:pt x="252957" y="40335"/>
                  </a:lnTo>
                  <a:close/>
                </a:path>
                <a:path w="259079" h="80009">
                  <a:moveTo>
                    <a:pt x="205384" y="41554"/>
                  </a:moveTo>
                  <a:lnTo>
                    <a:pt x="197865" y="41554"/>
                  </a:lnTo>
                  <a:lnTo>
                    <a:pt x="197865" y="78778"/>
                  </a:lnTo>
                  <a:lnTo>
                    <a:pt x="205384" y="78778"/>
                  </a:lnTo>
                  <a:lnTo>
                    <a:pt x="205384" y="41554"/>
                  </a:lnTo>
                  <a:close/>
                </a:path>
                <a:path w="259079" h="80009">
                  <a:moveTo>
                    <a:pt x="213283" y="34594"/>
                  </a:moveTo>
                  <a:lnTo>
                    <a:pt x="193255" y="34594"/>
                  </a:lnTo>
                  <a:lnTo>
                    <a:pt x="193255" y="41554"/>
                  </a:lnTo>
                  <a:lnTo>
                    <a:pt x="213283" y="41554"/>
                  </a:lnTo>
                  <a:lnTo>
                    <a:pt x="213283" y="34594"/>
                  </a:lnTo>
                  <a:close/>
                </a:path>
                <a:path w="259079" h="80009">
                  <a:moveTo>
                    <a:pt x="205384" y="18707"/>
                  </a:moveTo>
                  <a:lnTo>
                    <a:pt x="197865" y="18707"/>
                  </a:lnTo>
                  <a:lnTo>
                    <a:pt x="197865" y="34594"/>
                  </a:lnTo>
                  <a:lnTo>
                    <a:pt x="205384" y="34594"/>
                  </a:lnTo>
                  <a:lnTo>
                    <a:pt x="205384" y="18707"/>
                  </a:lnTo>
                  <a:close/>
                </a:path>
                <a:path w="259079" h="80009">
                  <a:moveTo>
                    <a:pt x="180962" y="12598"/>
                  </a:moveTo>
                  <a:lnTo>
                    <a:pt x="175132" y="12598"/>
                  </a:lnTo>
                  <a:lnTo>
                    <a:pt x="172694" y="15036"/>
                  </a:lnTo>
                  <a:lnTo>
                    <a:pt x="172694" y="20967"/>
                  </a:lnTo>
                  <a:lnTo>
                    <a:pt x="175132" y="23317"/>
                  </a:lnTo>
                  <a:lnTo>
                    <a:pt x="180962" y="23317"/>
                  </a:lnTo>
                  <a:lnTo>
                    <a:pt x="183413" y="20967"/>
                  </a:lnTo>
                  <a:lnTo>
                    <a:pt x="183413" y="15036"/>
                  </a:lnTo>
                  <a:lnTo>
                    <a:pt x="180962" y="12598"/>
                  </a:lnTo>
                  <a:close/>
                </a:path>
                <a:path w="259079" h="80009">
                  <a:moveTo>
                    <a:pt x="181813" y="34594"/>
                  </a:moveTo>
                  <a:lnTo>
                    <a:pt x="174294" y="34594"/>
                  </a:lnTo>
                  <a:lnTo>
                    <a:pt x="174294" y="78778"/>
                  </a:lnTo>
                  <a:lnTo>
                    <a:pt x="181813" y="78778"/>
                  </a:lnTo>
                  <a:lnTo>
                    <a:pt x="181813" y="34594"/>
                  </a:lnTo>
                  <a:close/>
                </a:path>
                <a:path w="259079" h="80009">
                  <a:moveTo>
                    <a:pt x="130733" y="34594"/>
                  </a:moveTo>
                  <a:lnTo>
                    <a:pt x="123215" y="34594"/>
                  </a:lnTo>
                  <a:lnTo>
                    <a:pt x="123215" y="78778"/>
                  </a:lnTo>
                  <a:lnTo>
                    <a:pt x="130733" y="78778"/>
                  </a:lnTo>
                  <a:lnTo>
                    <a:pt x="130733" y="49923"/>
                  </a:lnTo>
                  <a:lnTo>
                    <a:pt x="131394" y="40335"/>
                  </a:lnTo>
                  <a:lnTo>
                    <a:pt x="157959" y="40335"/>
                  </a:lnTo>
                  <a:lnTo>
                    <a:pt x="157838" y="39954"/>
                  </a:lnTo>
                  <a:lnTo>
                    <a:pt x="130733" y="39954"/>
                  </a:lnTo>
                  <a:lnTo>
                    <a:pt x="130733" y="34594"/>
                  </a:lnTo>
                  <a:close/>
                </a:path>
                <a:path w="259079" h="80009">
                  <a:moveTo>
                    <a:pt x="157959" y="40335"/>
                  </a:moveTo>
                  <a:lnTo>
                    <a:pt x="150482" y="40335"/>
                  </a:lnTo>
                  <a:lnTo>
                    <a:pt x="151041" y="46723"/>
                  </a:lnTo>
                  <a:lnTo>
                    <a:pt x="151041" y="78778"/>
                  </a:lnTo>
                  <a:lnTo>
                    <a:pt x="158559" y="78778"/>
                  </a:lnTo>
                  <a:lnTo>
                    <a:pt x="158559" y="42214"/>
                  </a:lnTo>
                  <a:lnTo>
                    <a:pt x="157959" y="40335"/>
                  </a:lnTo>
                  <a:close/>
                </a:path>
                <a:path w="259079" h="80009">
                  <a:moveTo>
                    <a:pt x="155740" y="33375"/>
                  </a:moveTo>
                  <a:lnTo>
                    <a:pt x="138061" y="33375"/>
                  </a:lnTo>
                  <a:lnTo>
                    <a:pt x="134023" y="35725"/>
                  </a:lnTo>
                  <a:lnTo>
                    <a:pt x="130924" y="39954"/>
                  </a:lnTo>
                  <a:lnTo>
                    <a:pt x="157838" y="39954"/>
                  </a:lnTo>
                  <a:lnTo>
                    <a:pt x="155740" y="33375"/>
                  </a:lnTo>
                  <a:close/>
                </a:path>
                <a:path w="259079" h="80009">
                  <a:moveTo>
                    <a:pt x="106705" y="12598"/>
                  </a:moveTo>
                  <a:lnTo>
                    <a:pt x="100876" y="12598"/>
                  </a:lnTo>
                  <a:lnTo>
                    <a:pt x="98437" y="15036"/>
                  </a:lnTo>
                  <a:lnTo>
                    <a:pt x="98437" y="20967"/>
                  </a:lnTo>
                  <a:lnTo>
                    <a:pt x="100876" y="23317"/>
                  </a:lnTo>
                  <a:lnTo>
                    <a:pt x="106705" y="23317"/>
                  </a:lnTo>
                  <a:lnTo>
                    <a:pt x="109156" y="20967"/>
                  </a:lnTo>
                  <a:lnTo>
                    <a:pt x="109156" y="15036"/>
                  </a:lnTo>
                  <a:lnTo>
                    <a:pt x="106705" y="12598"/>
                  </a:lnTo>
                  <a:close/>
                </a:path>
                <a:path w="259079" h="80009">
                  <a:moveTo>
                    <a:pt x="107556" y="34594"/>
                  </a:moveTo>
                  <a:lnTo>
                    <a:pt x="100037" y="34594"/>
                  </a:lnTo>
                  <a:lnTo>
                    <a:pt x="100037" y="78778"/>
                  </a:lnTo>
                  <a:lnTo>
                    <a:pt x="107556" y="78778"/>
                  </a:lnTo>
                  <a:lnTo>
                    <a:pt x="107556" y="34594"/>
                  </a:lnTo>
                  <a:close/>
                </a:path>
                <a:path w="259079" h="80009">
                  <a:moveTo>
                    <a:pt x="81508" y="41554"/>
                  </a:moveTo>
                  <a:lnTo>
                    <a:pt x="73990" y="41554"/>
                  </a:lnTo>
                  <a:lnTo>
                    <a:pt x="73990" y="78778"/>
                  </a:lnTo>
                  <a:lnTo>
                    <a:pt x="81508" y="78778"/>
                  </a:lnTo>
                  <a:lnTo>
                    <a:pt x="81508" y="41554"/>
                  </a:lnTo>
                  <a:close/>
                </a:path>
                <a:path w="259079" h="80009">
                  <a:moveTo>
                    <a:pt x="92697" y="34594"/>
                  </a:moveTo>
                  <a:lnTo>
                    <a:pt x="69862" y="34594"/>
                  </a:lnTo>
                  <a:lnTo>
                    <a:pt x="69862" y="41554"/>
                  </a:lnTo>
                  <a:lnTo>
                    <a:pt x="92697" y="41554"/>
                  </a:lnTo>
                  <a:lnTo>
                    <a:pt x="92697" y="34594"/>
                  </a:lnTo>
                  <a:close/>
                </a:path>
                <a:path w="259079" h="80009">
                  <a:moveTo>
                    <a:pt x="89128" y="0"/>
                  </a:moveTo>
                  <a:lnTo>
                    <a:pt x="82829" y="0"/>
                  </a:lnTo>
                  <a:lnTo>
                    <a:pt x="78409" y="1600"/>
                  </a:lnTo>
                  <a:lnTo>
                    <a:pt x="74100" y="8559"/>
                  </a:lnTo>
                  <a:lnTo>
                    <a:pt x="73990" y="34594"/>
                  </a:lnTo>
                  <a:lnTo>
                    <a:pt x="81508" y="34594"/>
                  </a:lnTo>
                  <a:lnTo>
                    <a:pt x="81508" y="7518"/>
                  </a:lnTo>
                  <a:lnTo>
                    <a:pt x="92697" y="7518"/>
                  </a:lnTo>
                  <a:lnTo>
                    <a:pt x="92697" y="939"/>
                  </a:lnTo>
                  <a:lnTo>
                    <a:pt x="90919" y="380"/>
                  </a:lnTo>
                  <a:lnTo>
                    <a:pt x="89128" y="0"/>
                  </a:lnTo>
                  <a:close/>
                </a:path>
                <a:path w="259079" h="80009">
                  <a:moveTo>
                    <a:pt x="92697" y="7518"/>
                  </a:moveTo>
                  <a:lnTo>
                    <a:pt x="89509" y="7518"/>
                  </a:lnTo>
                  <a:lnTo>
                    <a:pt x="91008" y="7988"/>
                  </a:lnTo>
                  <a:lnTo>
                    <a:pt x="92697" y="8559"/>
                  </a:lnTo>
                  <a:lnTo>
                    <a:pt x="92697" y="7518"/>
                  </a:lnTo>
                  <a:close/>
                </a:path>
                <a:path w="259079" h="80009">
                  <a:moveTo>
                    <a:pt x="32321" y="34594"/>
                  </a:moveTo>
                  <a:lnTo>
                    <a:pt x="24803" y="34594"/>
                  </a:lnTo>
                  <a:lnTo>
                    <a:pt x="24803" y="78778"/>
                  </a:lnTo>
                  <a:lnTo>
                    <a:pt x="32321" y="78778"/>
                  </a:lnTo>
                  <a:lnTo>
                    <a:pt x="32321" y="49923"/>
                  </a:lnTo>
                  <a:lnTo>
                    <a:pt x="32981" y="40335"/>
                  </a:lnTo>
                  <a:lnTo>
                    <a:pt x="59547" y="40335"/>
                  </a:lnTo>
                  <a:lnTo>
                    <a:pt x="59426" y="39954"/>
                  </a:lnTo>
                  <a:lnTo>
                    <a:pt x="32321" y="39954"/>
                  </a:lnTo>
                  <a:lnTo>
                    <a:pt x="32321" y="34594"/>
                  </a:lnTo>
                  <a:close/>
                </a:path>
                <a:path w="259079" h="80009">
                  <a:moveTo>
                    <a:pt x="59547" y="40335"/>
                  </a:moveTo>
                  <a:lnTo>
                    <a:pt x="52057" y="40335"/>
                  </a:lnTo>
                  <a:lnTo>
                    <a:pt x="52628" y="46723"/>
                  </a:lnTo>
                  <a:lnTo>
                    <a:pt x="52628" y="78778"/>
                  </a:lnTo>
                  <a:lnTo>
                    <a:pt x="60147" y="78778"/>
                  </a:lnTo>
                  <a:lnTo>
                    <a:pt x="60147" y="42214"/>
                  </a:lnTo>
                  <a:lnTo>
                    <a:pt x="59547" y="40335"/>
                  </a:lnTo>
                  <a:close/>
                </a:path>
                <a:path w="259079" h="80009">
                  <a:moveTo>
                    <a:pt x="57327" y="33375"/>
                  </a:moveTo>
                  <a:lnTo>
                    <a:pt x="39649" y="33375"/>
                  </a:lnTo>
                  <a:lnTo>
                    <a:pt x="35610" y="35725"/>
                  </a:lnTo>
                  <a:lnTo>
                    <a:pt x="32511" y="39954"/>
                  </a:lnTo>
                  <a:lnTo>
                    <a:pt x="59426" y="39954"/>
                  </a:lnTo>
                  <a:lnTo>
                    <a:pt x="57327" y="33375"/>
                  </a:lnTo>
                  <a:close/>
                </a:path>
                <a:path w="259079" h="80009">
                  <a:moveTo>
                    <a:pt x="8280" y="12598"/>
                  </a:moveTo>
                  <a:lnTo>
                    <a:pt x="2451" y="12598"/>
                  </a:lnTo>
                  <a:lnTo>
                    <a:pt x="0" y="15036"/>
                  </a:lnTo>
                  <a:lnTo>
                    <a:pt x="0" y="20967"/>
                  </a:lnTo>
                  <a:lnTo>
                    <a:pt x="2451" y="23317"/>
                  </a:lnTo>
                  <a:lnTo>
                    <a:pt x="8280" y="23317"/>
                  </a:lnTo>
                  <a:lnTo>
                    <a:pt x="10718" y="20967"/>
                  </a:lnTo>
                  <a:lnTo>
                    <a:pt x="10718" y="15036"/>
                  </a:lnTo>
                  <a:lnTo>
                    <a:pt x="8280" y="12598"/>
                  </a:lnTo>
                  <a:close/>
                </a:path>
                <a:path w="259079" h="80009">
                  <a:moveTo>
                    <a:pt x="9118" y="34594"/>
                  </a:moveTo>
                  <a:lnTo>
                    <a:pt x="1600" y="34594"/>
                  </a:lnTo>
                  <a:lnTo>
                    <a:pt x="1600" y="78778"/>
                  </a:lnTo>
                  <a:lnTo>
                    <a:pt x="9118" y="78778"/>
                  </a:lnTo>
                  <a:lnTo>
                    <a:pt x="9118" y="34594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</a:endParaRPr>
            </a:p>
          </p:txBody>
        </p:sp>
      </p:grp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1C3FC04-8AF5-E791-FF46-8462CDC1A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8644" y="6494918"/>
            <a:ext cx="231849" cy="176972"/>
          </a:xfrm>
        </p:spPr>
        <p:txBody>
          <a:bodyPr vert="horz" wrap="square" lIns="0" tIns="22860" rIns="0" bIns="0" rtlCol="0">
            <a:spAutoFit/>
          </a:bodyPr>
          <a:lstStyle>
            <a:lvl1pPr>
              <a:defRPr lang="en-US" sz="1000" b="0" i="0" smtClean="0">
                <a:solidFill>
                  <a:prstClr val="black"/>
                </a:solidFill>
                <a:latin typeface="Segoe UI Semilight" panose="020B0502040204020203" pitchFamily="34" charset="0"/>
                <a:cs typeface="Segoe UI Semilight" panose="020B0502040204020203" pitchFamily="34" charset="0"/>
              </a:defRPr>
            </a:lvl1pPr>
          </a:lstStyle>
          <a:p>
            <a:fld id="{656FEE46-54D6-4306-A6BD-73AF3F3AD20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25B842-E79C-AD2A-0C69-853D672A4026}"/>
              </a:ext>
            </a:extLst>
          </p:cNvPr>
          <p:cNvSpPr txBox="1"/>
          <p:nvPr userDrawn="1"/>
        </p:nvSpPr>
        <p:spPr>
          <a:xfrm>
            <a:off x="655336" y="6533786"/>
            <a:ext cx="17123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latin typeface="Segoe UI Semilight" panose="020B0402040204020203" pitchFamily="34" charset="0"/>
                <a:cs typeface="Segoe UI Semilight" panose="020B0402040204020203" pitchFamily="34" charset="0"/>
              </a:rPr>
              <a:t>© 2026 Infinite Confidential</a:t>
            </a:r>
            <a:endParaRPr lang="en-IN" sz="10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017A5DE-C44C-4784-0917-A3ADCF8CC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422" y="211672"/>
            <a:ext cx="10515600" cy="3630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768261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E7942A-CBDF-12C2-52C2-A812E5C6E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CC892-4A81-4E88-A0B4-FE27FC73C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94BC2-2F79-B71C-D689-792F55646A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074B14-7362-42B5-9F41-A37F85F6C4F9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17FBC-B128-BC67-4034-F17B76A996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96BF9-0A90-AB3C-EC3D-D2F586D622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AAD9E6-0509-4230-82CB-322B483996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222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svg"/><Relationship Id="rId3" Type="http://schemas.openxmlformats.org/officeDocument/2006/relationships/image" Target="../media/image5.svg"/><Relationship Id="rId4" Type="http://schemas.openxmlformats.org/officeDocument/2006/relationships/image" Target="../media/image6.svg"/><Relationship Id="rId5" Type="http://schemas.openxmlformats.org/officeDocument/2006/relationships/image" Target="../media/image7.svg"/><Relationship Id="rId6" Type="http://schemas.openxmlformats.org/officeDocument/2006/relationships/image" Target="../media/image8.png"/><Relationship Id="rId7" Type="http://schemas.openxmlformats.org/officeDocument/2006/relationships/image" Target="../media/image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2CDE4-7C9E-5FDD-076F-33B30CA8F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Sentinel – AI-Assisted QA Testing with Agentic AI</a:t>
            </a:r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1FC2142C-96E0-E142-FA74-77F7F85B7A72}"/>
              </a:ext>
            </a:extLst>
          </p:cNvPr>
          <p:cNvSpPr/>
          <p:nvPr/>
        </p:nvSpPr>
        <p:spPr>
          <a:xfrm rot="16200000" flipH="1">
            <a:off x="8319232" y="1297464"/>
            <a:ext cx="3872863" cy="3381904"/>
          </a:xfrm>
          <a:prstGeom prst="round2SameRect">
            <a:avLst>
              <a:gd name="adj1" fmla="val 8967"/>
              <a:gd name="adj2" fmla="val 0"/>
            </a:avLst>
          </a:prstGeom>
          <a:gradFill flip="none" rotWithShape="1">
            <a:gsLst>
              <a:gs pos="0">
                <a:srgbClr val="F1ECFA"/>
              </a:gs>
              <a:gs pos="100000">
                <a:srgbClr val="FFEBEB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algn="ctr">
              <a:defRPr/>
            </a:pPr>
            <a:endParaRPr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810CED-0CB0-FD15-2793-EA57C378DE45}"/>
              </a:ext>
            </a:extLst>
          </p:cNvPr>
          <p:cNvSpPr/>
          <p:nvPr/>
        </p:nvSpPr>
        <p:spPr>
          <a:xfrm>
            <a:off x="0" y="5234465"/>
            <a:ext cx="12192000" cy="1623535"/>
          </a:xfrm>
          <a:prstGeom prst="rect">
            <a:avLst/>
          </a:prstGeom>
          <a:solidFill>
            <a:srgbClr val="01348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algn="ctr">
              <a:lnSpc>
                <a:spcPct val="150000"/>
              </a:lnSpc>
              <a:spcBef>
                <a:spcPts val="1200"/>
              </a:spcBef>
            </a:pPr>
            <a:endParaRPr lang="en-IN" b="1" kern="0">
              <a:solidFill>
                <a:srgbClr val="FFFFFF"/>
              </a:solidFill>
              <a:latin typeface="Segoe UI"/>
            </a:endParaRPr>
          </a:p>
        </p:txBody>
      </p:sp>
      <p:pic>
        <p:nvPicPr>
          <p:cNvPr id="13" name="Graphic 12" descr="Life ring outline">
            <a:extLst>
              <a:ext uri="{FF2B5EF4-FFF2-40B4-BE49-F238E27FC236}">
                <a16:creationId xmlns:a16="http://schemas.microsoft.com/office/drawing/2014/main" id="{F9D4A7A5-5B5A-564A-C54A-BA98F8DEC6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06040" y="5440680"/>
            <a:ext cx="387795" cy="387795"/>
          </a:xfrm>
          <a:prstGeom prst="rect">
            <a:avLst/>
          </a:prstGeom>
        </p:spPr>
      </p:pic>
      <p:pic>
        <p:nvPicPr>
          <p:cNvPr id="14" name="Graphic 13" descr="Fast Forward outline">
            <a:extLst>
              <a:ext uri="{FF2B5EF4-FFF2-40B4-BE49-F238E27FC236}">
                <a16:creationId xmlns:a16="http://schemas.microsoft.com/office/drawing/2014/main" id="{4D0C0706-FEDC-051F-E2D6-827E42FA45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23560" y="5440680"/>
            <a:ext cx="387795" cy="387795"/>
          </a:xfrm>
          <a:prstGeom prst="rect">
            <a:avLst/>
          </a:prstGeom>
        </p:spPr>
      </p:pic>
      <p:pic>
        <p:nvPicPr>
          <p:cNvPr id="15" name="Graphic 14" descr="Wreath outline">
            <a:extLst>
              <a:ext uri="{FF2B5EF4-FFF2-40B4-BE49-F238E27FC236}">
                <a16:creationId xmlns:a16="http://schemas.microsoft.com/office/drawing/2014/main" id="{F69D1F3A-0841-DBDF-4A49-6C8B3ED1F2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32520" y="5440680"/>
            <a:ext cx="352541" cy="35254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9FF545F-E0A8-2980-7E6B-06A5B582BC04}"/>
              </a:ext>
            </a:extLst>
          </p:cNvPr>
          <p:cNvSpPr txBox="1"/>
          <p:nvPr/>
        </p:nvSpPr>
        <p:spPr>
          <a:xfrm>
            <a:off x="350476" y="628424"/>
            <a:ext cx="11841524" cy="323165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0" i="0" u="none" strike="noStrike" kern="0" cap="none" spc="0" normalizeH="0" baseline="0">
                <a:ln>
                  <a:noFill/>
                </a:ln>
                <a:solidFill>
                  <a:srgbClr val="013482"/>
                </a:solidFill>
                <a:effectLst/>
                <a:uLnTx/>
                <a:uFillTx/>
                <a:latin typeface="Segoe UI"/>
              </a:defRPr>
            </a:lvl1pPr>
          </a:lstStyle>
          <a:p>
            <a:pPr>
              <a:buNone/>
            </a:pPr>
            <a:r>
              <a:rPr lang="en-US" sz="1600" b="0" i="0">
                <a:solidFill>
                  <a:srgbClr val="013482"/>
                </a:solidFill>
                <a:latin typeface="Segoe UI"/>
                <a:cs typeface="Segoe UI"/>
              </a:rPr>
              <a:t>Turns your QA runbook into a governed agentic system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5AD628F-62F3-524C-0D48-E7933852DA2A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0987" y="6454737"/>
            <a:ext cx="338970" cy="33897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B1AC455-01AB-1FA1-1714-6698A0916552}"/>
              </a:ext>
            </a:extLst>
          </p:cNvPr>
          <p:cNvSpPr txBox="1"/>
          <p:nvPr/>
        </p:nvSpPr>
        <p:spPr>
          <a:xfrm>
            <a:off x="655336" y="6533786"/>
            <a:ext cx="17524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 Semilight" panose="020B0402040204020203" pitchFamily="34" charset="0"/>
              </a:rPr>
              <a:t>© 2026 Infinite Confidential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 Semilight" panose="020B0402040204020203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D5257F9-F867-8359-FC23-A5CC8013CEA4}"/>
              </a:ext>
            </a:extLst>
          </p:cNvPr>
          <p:cNvGrpSpPr/>
          <p:nvPr/>
        </p:nvGrpSpPr>
        <p:grpSpPr>
          <a:xfrm>
            <a:off x="2103120" y="5669280"/>
            <a:ext cx="248887" cy="248887"/>
            <a:chOff x="4295562" y="1033874"/>
            <a:chExt cx="404677" cy="404677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A5FF46F-1BBC-C880-7FD3-E242AE19646E}"/>
                </a:ext>
              </a:extLst>
            </p:cNvPr>
            <p:cNvSpPr/>
            <p:nvPr/>
          </p:nvSpPr>
          <p:spPr>
            <a:xfrm>
              <a:off x="4295562" y="1033874"/>
              <a:ext cx="404677" cy="404677"/>
            </a:xfrm>
            <a:prstGeom prst="ellipse">
              <a:avLst/>
            </a:prstGeom>
            <a:solidFill>
              <a:schemeClr val="bg1"/>
            </a:solidFill>
            <a:ln w="15875" cap="rnd">
              <a:solidFill>
                <a:schemeClr val="bg1"/>
              </a:solidFill>
              <a:prstDash val="solid"/>
              <a:round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endParaRPr>
            </a:p>
          </p:txBody>
        </p:sp>
        <p:sp>
          <p:nvSpPr>
            <p:cNvPr id="28" name="Freeform 25">
              <a:extLst>
                <a:ext uri="{FF2B5EF4-FFF2-40B4-BE49-F238E27FC236}">
                  <a16:creationId xmlns:a16="http://schemas.microsoft.com/office/drawing/2014/main" id="{F29EA1E3-C9B6-C70B-EF78-14913C7D52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7712" y="1144622"/>
              <a:ext cx="144265" cy="183185"/>
            </a:xfrm>
            <a:custGeom>
              <a:avLst/>
              <a:gdLst>
                <a:gd name="T0" fmla="*/ 52 w 424"/>
                <a:gd name="T1" fmla="*/ 15 h 539"/>
                <a:gd name="T2" fmla="*/ 16 w 424"/>
                <a:gd name="T3" fmla="*/ 52 h 539"/>
                <a:gd name="T4" fmla="*/ 145 w 424"/>
                <a:gd name="T5" fmla="*/ 253 h 539"/>
                <a:gd name="T6" fmla="*/ 145 w 424"/>
                <a:gd name="T7" fmla="*/ 286 h 539"/>
                <a:gd name="T8" fmla="*/ 16 w 424"/>
                <a:gd name="T9" fmla="*/ 487 h 539"/>
                <a:gd name="T10" fmla="*/ 52 w 424"/>
                <a:gd name="T11" fmla="*/ 524 h 539"/>
                <a:gd name="T12" fmla="*/ 399 w 424"/>
                <a:gd name="T13" fmla="*/ 304 h 539"/>
                <a:gd name="T14" fmla="*/ 399 w 424"/>
                <a:gd name="T15" fmla="*/ 235 h 539"/>
                <a:gd name="T16" fmla="*/ 52 w 424"/>
                <a:gd name="T17" fmla="*/ 15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4" h="539">
                  <a:moveTo>
                    <a:pt x="52" y="15"/>
                  </a:moveTo>
                  <a:cubicBezTo>
                    <a:pt x="28" y="0"/>
                    <a:pt x="0" y="28"/>
                    <a:pt x="16" y="52"/>
                  </a:cubicBezTo>
                  <a:cubicBezTo>
                    <a:pt x="145" y="253"/>
                    <a:pt x="145" y="253"/>
                    <a:pt x="145" y="253"/>
                  </a:cubicBezTo>
                  <a:cubicBezTo>
                    <a:pt x="151" y="263"/>
                    <a:pt x="151" y="276"/>
                    <a:pt x="145" y="286"/>
                  </a:cubicBezTo>
                  <a:cubicBezTo>
                    <a:pt x="16" y="487"/>
                    <a:pt x="16" y="487"/>
                    <a:pt x="16" y="487"/>
                  </a:cubicBezTo>
                  <a:cubicBezTo>
                    <a:pt x="0" y="511"/>
                    <a:pt x="28" y="539"/>
                    <a:pt x="52" y="524"/>
                  </a:cubicBezTo>
                  <a:cubicBezTo>
                    <a:pt x="399" y="304"/>
                    <a:pt x="399" y="304"/>
                    <a:pt x="399" y="304"/>
                  </a:cubicBezTo>
                  <a:cubicBezTo>
                    <a:pt x="424" y="288"/>
                    <a:pt x="424" y="251"/>
                    <a:pt x="399" y="235"/>
                  </a:cubicBezTo>
                  <a:lnTo>
                    <a:pt x="52" y="15"/>
                  </a:lnTo>
                  <a:close/>
                </a:path>
              </a:pathLst>
            </a:custGeom>
            <a:solidFill>
              <a:srgbClr val="013482"/>
            </a:solidFill>
            <a:ln w="15875" cap="rnd">
              <a:noFill/>
              <a:prstDash val="solid"/>
              <a:round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A60C750-8713-837B-B842-1A07A3CB810D}"/>
              </a:ext>
            </a:extLst>
          </p:cNvPr>
          <p:cNvCxnSpPr>
            <a:cxnSpLocks/>
          </p:cNvCxnSpPr>
          <p:nvPr/>
        </p:nvCxnSpPr>
        <p:spPr>
          <a:xfrm flipH="1">
            <a:off x="8808177" y="2458416"/>
            <a:ext cx="3187781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3FB6FA"/>
                </a:gs>
                <a:gs pos="100000">
                  <a:srgbClr val="8745A6">
                    <a:alpha val="0"/>
                  </a:srgbClr>
                </a:gs>
              </a:gsLst>
              <a:lin ang="1080000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2AF74D5-2668-C662-8A8E-BF07032EA694}"/>
              </a:ext>
            </a:extLst>
          </p:cNvPr>
          <p:cNvCxnSpPr>
            <a:cxnSpLocks/>
          </p:cNvCxnSpPr>
          <p:nvPr/>
        </p:nvCxnSpPr>
        <p:spPr>
          <a:xfrm flipH="1">
            <a:off x="8726442" y="4211278"/>
            <a:ext cx="3187781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3FB6FA"/>
                </a:gs>
                <a:gs pos="100000">
                  <a:srgbClr val="8745A6">
                    <a:alpha val="0"/>
                  </a:srgbClr>
                </a:gs>
              </a:gsLst>
              <a:lin ang="1080000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3FA52A6-B62E-0BE8-3C12-0C3216B1A56B}"/>
              </a:ext>
            </a:extLst>
          </p:cNvPr>
          <p:cNvCxnSpPr>
            <a:cxnSpLocks/>
          </p:cNvCxnSpPr>
          <p:nvPr/>
        </p:nvCxnSpPr>
        <p:spPr>
          <a:xfrm flipH="1">
            <a:off x="8568551" y="5234211"/>
            <a:ext cx="3187781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3FB6FA"/>
                </a:gs>
                <a:gs pos="100000">
                  <a:srgbClr val="8745A6">
                    <a:alpha val="0"/>
                  </a:srgbClr>
                </a:gs>
              </a:gsLst>
              <a:lin ang="10800000" scaled="1"/>
              <a:tileRect/>
            </a:gradFill>
            <a:prstDash val="solid"/>
            <a:miter lim="800000"/>
          </a:ln>
          <a:effectLst/>
        </p:spPr>
      </p:cxnSp>
      <p:sp>
        <p:nvSpPr>
          <p:cNvPr id="36" name="Rectangle: Top Corners Rounded 35">
            <a:extLst>
              <a:ext uri="{FF2B5EF4-FFF2-40B4-BE49-F238E27FC236}">
                <a16:creationId xmlns:a16="http://schemas.microsoft.com/office/drawing/2014/main" id="{77C07F74-7BD0-FA56-188A-CBBA281D9EEF}"/>
              </a:ext>
            </a:extLst>
          </p:cNvPr>
          <p:cNvSpPr/>
          <p:nvPr/>
        </p:nvSpPr>
        <p:spPr>
          <a:xfrm rot="5400000">
            <a:off x="467494" y="1234370"/>
            <a:ext cx="3743903" cy="3662890"/>
          </a:xfrm>
          <a:prstGeom prst="round2SameRect">
            <a:avLst>
              <a:gd name="adj1" fmla="val 8967"/>
              <a:gd name="adj2" fmla="val 0"/>
            </a:avLst>
          </a:prstGeom>
          <a:noFill/>
          <a:ln w="12700" cap="flat" cmpd="sng" algn="ctr">
            <a:gradFill flip="none" rotWithShape="1">
              <a:gsLst>
                <a:gs pos="100000">
                  <a:srgbClr val="3FB6FA"/>
                </a:gs>
                <a:gs pos="0">
                  <a:srgbClr val="8745A6">
                    <a:alpha val="0"/>
                  </a:srgbClr>
                </a:gs>
              </a:gsLst>
              <a:lin ang="1620000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E43C3B4-2322-C12F-6C99-39BDCF702641}"/>
              </a:ext>
            </a:extLst>
          </p:cNvPr>
          <p:cNvGrpSpPr/>
          <p:nvPr/>
        </p:nvGrpSpPr>
        <p:grpSpPr>
          <a:xfrm>
            <a:off x="4075100" y="2941372"/>
            <a:ext cx="248887" cy="248887"/>
            <a:chOff x="4295562" y="1033874"/>
            <a:chExt cx="404677" cy="404677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12FB004-1FDA-CF06-A5C4-18F735F3D2A4}"/>
                </a:ext>
              </a:extLst>
            </p:cNvPr>
            <p:cNvSpPr/>
            <p:nvPr/>
          </p:nvSpPr>
          <p:spPr>
            <a:xfrm>
              <a:off x="4295562" y="1033874"/>
              <a:ext cx="404677" cy="404677"/>
            </a:xfrm>
            <a:prstGeom prst="ellipse">
              <a:avLst/>
            </a:prstGeom>
            <a:solidFill>
              <a:srgbClr val="013482"/>
            </a:solidFill>
            <a:ln w="15875" cap="rnd">
              <a:solidFill>
                <a:schemeClr val="bg1"/>
              </a:solidFill>
              <a:prstDash val="solid"/>
              <a:round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endParaRPr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84975A13-D11E-D2CA-8FC9-48E42E9800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7712" y="1144622"/>
              <a:ext cx="144265" cy="183185"/>
            </a:xfrm>
            <a:custGeom>
              <a:avLst/>
              <a:gdLst>
                <a:gd name="T0" fmla="*/ 52 w 424"/>
                <a:gd name="T1" fmla="*/ 15 h 539"/>
                <a:gd name="T2" fmla="*/ 16 w 424"/>
                <a:gd name="T3" fmla="*/ 52 h 539"/>
                <a:gd name="T4" fmla="*/ 145 w 424"/>
                <a:gd name="T5" fmla="*/ 253 h 539"/>
                <a:gd name="T6" fmla="*/ 145 w 424"/>
                <a:gd name="T7" fmla="*/ 286 h 539"/>
                <a:gd name="T8" fmla="*/ 16 w 424"/>
                <a:gd name="T9" fmla="*/ 487 h 539"/>
                <a:gd name="T10" fmla="*/ 52 w 424"/>
                <a:gd name="T11" fmla="*/ 524 h 539"/>
                <a:gd name="T12" fmla="*/ 399 w 424"/>
                <a:gd name="T13" fmla="*/ 304 h 539"/>
                <a:gd name="T14" fmla="*/ 399 w 424"/>
                <a:gd name="T15" fmla="*/ 235 h 539"/>
                <a:gd name="T16" fmla="*/ 52 w 424"/>
                <a:gd name="T17" fmla="*/ 15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4" h="539">
                  <a:moveTo>
                    <a:pt x="52" y="15"/>
                  </a:moveTo>
                  <a:cubicBezTo>
                    <a:pt x="28" y="0"/>
                    <a:pt x="0" y="28"/>
                    <a:pt x="16" y="52"/>
                  </a:cubicBezTo>
                  <a:cubicBezTo>
                    <a:pt x="145" y="253"/>
                    <a:pt x="145" y="253"/>
                    <a:pt x="145" y="253"/>
                  </a:cubicBezTo>
                  <a:cubicBezTo>
                    <a:pt x="151" y="263"/>
                    <a:pt x="151" y="276"/>
                    <a:pt x="145" y="286"/>
                  </a:cubicBezTo>
                  <a:cubicBezTo>
                    <a:pt x="16" y="487"/>
                    <a:pt x="16" y="487"/>
                    <a:pt x="16" y="487"/>
                  </a:cubicBezTo>
                  <a:cubicBezTo>
                    <a:pt x="0" y="511"/>
                    <a:pt x="28" y="539"/>
                    <a:pt x="52" y="524"/>
                  </a:cubicBezTo>
                  <a:cubicBezTo>
                    <a:pt x="399" y="304"/>
                    <a:pt x="399" y="304"/>
                    <a:pt x="399" y="304"/>
                  </a:cubicBezTo>
                  <a:cubicBezTo>
                    <a:pt x="424" y="288"/>
                    <a:pt x="424" y="251"/>
                    <a:pt x="399" y="235"/>
                  </a:cubicBezTo>
                  <a:lnTo>
                    <a:pt x="52" y="15"/>
                  </a:lnTo>
                  <a:close/>
                </a:path>
              </a:pathLst>
            </a:custGeom>
            <a:solidFill>
              <a:schemeClr val="bg1"/>
            </a:solidFill>
            <a:ln w="15875" cap="rnd">
              <a:noFill/>
              <a:prstDash val="solid"/>
              <a:round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endParaRPr>
            </a:p>
          </p:txBody>
        </p:sp>
      </p:grpSp>
      <p:grpSp>
        <p:nvGrpSpPr>
          <p:cNvPr id="40" name="Graphic 70" descr="Puzzle pieces outline">
            <a:extLst>
              <a:ext uri="{FF2B5EF4-FFF2-40B4-BE49-F238E27FC236}">
                <a16:creationId xmlns:a16="http://schemas.microsoft.com/office/drawing/2014/main" id="{1D074A44-991F-C9E8-652D-DCF5992B3E7E}"/>
              </a:ext>
            </a:extLst>
          </p:cNvPr>
          <p:cNvGrpSpPr/>
          <p:nvPr/>
        </p:nvGrpSpPr>
        <p:grpSpPr>
          <a:xfrm>
            <a:off x="2103120" y="1343033"/>
            <a:ext cx="376678" cy="369653"/>
            <a:chOff x="1609706" y="1343033"/>
            <a:chExt cx="376678" cy="369653"/>
          </a:xfrm>
          <a:gradFill>
            <a:gsLst>
              <a:gs pos="100000">
                <a:srgbClr val="3FB6FA"/>
              </a:gs>
              <a:gs pos="0">
                <a:srgbClr val="8745A6"/>
              </a:gs>
            </a:gsLst>
            <a:lin ang="16200000" scaled="1"/>
          </a:gradFill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674135A1-D7D3-5F57-47CE-9C2F4C39AAD7}"/>
                </a:ext>
              </a:extLst>
            </p:cNvPr>
            <p:cNvSpPr/>
            <p:nvPr/>
          </p:nvSpPr>
          <p:spPr>
            <a:xfrm>
              <a:off x="1609706" y="1418976"/>
              <a:ext cx="303838" cy="293710"/>
            </a:xfrm>
            <a:custGeom>
              <a:avLst/>
              <a:gdLst>
                <a:gd name="csX0" fmla="*/ 298774 w 303838"/>
                <a:gd name="csY0" fmla="*/ 141791 h 293710"/>
                <a:gd name="csX1" fmla="*/ 254171 w 303838"/>
                <a:gd name="csY1" fmla="*/ 141791 h 293710"/>
                <a:gd name="csX2" fmla="*/ 243107 w 303838"/>
                <a:gd name="csY2" fmla="*/ 100271 h 293710"/>
                <a:gd name="csX3" fmla="*/ 201586 w 303838"/>
                <a:gd name="csY3" fmla="*/ 111334 h 293710"/>
                <a:gd name="csX4" fmla="*/ 201586 w 303838"/>
                <a:gd name="csY4" fmla="*/ 141791 h 293710"/>
                <a:gd name="csX5" fmla="*/ 156983 w 303838"/>
                <a:gd name="csY5" fmla="*/ 141791 h 293710"/>
                <a:gd name="csX6" fmla="*/ 156983 w 303838"/>
                <a:gd name="csY6" fmla="*/ 92817 h 293710"/>
                <a:gd name="csX7" fmla="*/ 151919 w 303838"/>
                <a:gd name="csY7" fmla="*/ 87754 h 293710"/>
                <a:gd name="csX8" fmla="*/ 147868 w 303838"/>
                <a:gd name="csY8" fmla="*/ 89779 h 293710"/>
                <a:gd name="csX9" fmla="*/ 115575 w 303838"/>
                <a:gd name="csY9" fmla="*/ 94397 h 293710"/>
                <a:gd name="csX10" fmla="*/ 110958 w 303838"/>
                <a:gd name="csY10" fmla="*/ 62105 h 293710"/>
                <a:gd name="csX11" fmla="*/ 143250 w 303838"/>
                <a:gd name="csY11" fmla="*/ 57487 h 293710"/>
                <a:gd name="csX12" fmla="*/ 147868 w 303838"/>
                <a:gd name="csY12" fmla="*/ 62105 h 293710"/>
                <a:gd name="csX13" fmla="*/ 154957 w 303838"/>
                <a:gd name="csY13" fmla="*/ 63117 h 293710"/>
                <a:gd name="csX14" fmla="*/ 156983 w 303838"/>
                <a:gd name="csY14" fmla="*/ 59066 h 293710"/>
                <a:gd name="csX15" fmla="*/ 156983 w 303838"/>
                <a:gd name="csY15" fmla="*/ 5064 h 293710"/>
                <a:gd name="csX16" fmla="*/ 151919 w 303838"/>
                <a:gd name="csY16" fmla="*/ 0 h 293710"/>
                <a:gd name="csX17" fmla="*/ 5064 w 303838"/>
                <a:gd name="csY17" fmla="*/ 0 h 293710"/>
                <a:gd name="csX18" fmla="*/ 0 w 303838"/>
                <a:gd name="csY18" fmla="*/ 5064 h 293710"/>
                <a:gd name="csX19" fmla="*/ 0 w 303838"/>
                <a:gd name="csY19" fmla="*/ 288646 h 293710"/>
                <a:gd name="csX20" fmla="*/ 5064 w 303838"/>
                <a:gd name="csY20" fmla="*/ 293710 h 293710"/>
                <a:gd name="csX21" fmla="*/ 298597 w 303838"/>
                <a:gd name="csY21" fmla="*/ 293710 h 293710"/>
                <a:gd name="csX22" fmla="*/ 303661 w 303838"/>
                <a:gd name="csY22" fmla="*/ 288646 h 293710"/>
                <a:gd name="csX23" fmla="*/ 303838 w 303838"/>
                <a:gd name="csY23" fmla="*/ 146855 h 293710"/>
                <a:gd name="csX24" fmla="*/ 298774 w 303838"/>
                <a:gd name="csY24" fmla="*/ 141791 h 293710"/>
                <a:gd name="csX25" fmla="*/ 10128 w 303838"/>
                <a:gd name="csY25" fmla="*/ 10128 h 293710"/>
                <a:gd name="csX26" fmla="*/ 146855 w 303838"/>
                <a:gd name="csY26" fmla="*/ 10128 h 293710"/>
                <a:gd name="csX27" fmla="*/ 146855 w 303838"/>
                <a:gd name="csY27" fmla="*/ 47733 h 293710"/>
                <a:gd name="csX28" fmla="*/ 101158 w 303838"/>
                <a:gd name="csY28" fmla="*/ 58479 h 293710"/>
                <a:gd name="csX29" fmla="*/ 111903 w 303838"/>
                <a:gd name="csY29" fmla="*/ 104176 h 293710"/>
                <a:gd name="csX30" fmla="*/ 146855 w 303838"/>
                <a:gd name="csY30" fmla="*/ 104176 h 293710"/>
                <a:gd name="csX31" fmla="*/ 146855 w 303838"/>
                <a:gd name="csY31" fmla="*/ 141791 h 293710"/>
                <a:gd name="csX32" fmla="*/ 94600 w 303838"/>
                <a:gd name="csY32" fmla="*/ 141791 h 293710"/>
                <a:gd name="csX33" fmla="*/ 89536 w 303838"/>
                <a:gd name="csY33" fmla="*/ 146855 h 293710"/>
                <a:gd name="csX34" fmla="*/ 91562 w 303838"/>
                <a:gd name="csY34" fmla="*/ 150906 h 293710"/>
                <a:gd name="csX35" fmla="*/ 100879 w 303838"/>
                <a:gd name="csY35" fmla="*/ 169137 h 293710"/>
                <a:gd name="csX36" fmla="*/ 77585 w 303838"/>
                <a:gd name="csY36" fmla="*/ 192431 h 293710"/>
                <a:gd name="csX37" fmla="*/ 54291 w 303838"/>
                <a:gd name="csY37" fmla="*/ 169137 h 293710"/>
                <a:gd name="csX38" fmla="*/ 63614 w 303838"/>
                <a:gd name="csY38" fmla="*/ 150906 h 293710"/>
                <a:gd name="csX39" fmla="*/ 64626 w 303838"/>
                <a:gd name="csY39" fmla="*/ 143817 h 293710"/>
                <a:gd name="csX40" fmla="*/ 60575 w 303838"/>
                <a:gd name="csY40" fmla="*/ 141791 h 293710"/>
                <a:gd name="csX41" fmla="*/ 10128 w 303838"/>
                <a:gd name="csY41" fmla="*/ 141791 h 293710"/>
                <a:gd name="csX42" fmla="*/ 146855 w 303838"/>
                <a:gd name="csY42" fmla="*/ 283582 h 293710"/>
                <a:gd name="csX43" fmla="*/ 10128 w 303838"/>
                <a:gd name="csY43" fmla="*/ 283582 h 293710"/>
                <a:gd name="csX44" fmla="*/ 10128 w 303838"/>
                <a:gd name="csY44" fmla="*/ 151919 h 293710"/>
                <a:gd name="csX45" fmla="*/ 49121 w 303838"/>
                <a:gd name="csY45" fmla="*/ 151919 h 293710"/>
                <a:gd name="csX46" fmla="*/ 44173 w 303838"/>
                <a:gd name="csY46" fmla="*/ 169137 h 293710"/>
                <a:gd name="csX47" fmla="*/ 77595 w 303838"/>
                <a:gd name="csY47" fmla="*/ 202559 h 293710"/>
                <a:gd name="csX48" fmla="*/ 111017 w 303838"/>
                <a:gd name="csY48" fmla="*/ 169137 h 293710"/>
                <a:gd name="csX49" fmla="*/ 106075 w 303838"/>
                <a:gd name="csY49" fmla="*/ 151919 h 293710"/>
                <a:gd name="csX50" fmla="*/ 146855 w 303838"/>
                <a:gd name="csY50" fmla="*/ 151919 h 293710"/>
                <a:gd name="csX51" fmla="*/ 146855 w 303838"/>
                <a:gd name="csY51" fmla="*/ 200401 h 293710"/>
                <a:gd name="csX52" fmla="*/ 151916 w 303838"/>
                <a:gd name="csY52" fmla="*/ 205469 h 293710"/>
                <a:gd name="csX53" fmla="*/ 156021 w 303838"/>
                <a:gd name="csY53" fmla="*/ 203374 h 293710"/>
                <a:gd name="csX54" fmla="*/ 167192 w 303838"/>
                <a:gd name="csY54" fmla="*/ 195181 h 293710"/>
                <a:gd name="csX55" fmla="*/ 196733 w 303838"/>
                <a:gd name="csY55" fmla="*/ 209000 h 293710"/>
                <a:gd name="csX56" fmla="*/ 182914 w 303838"/>
                <a:gd name="csY56" fmla="*/ 238541 h 293710"/>
                <a:gd name="csX57" fmla="*/ 181442 w 303838"/>
                <a:gd name="csY57" fmla="*/ 239019 h 293710"/>
                <a:gd name="csX58" fmla="*/ 181022 w 303838"/>
                <a:gd name="csY58" fmla="*/ 239192 h 293710"/>
                <a:gd name="csX59" fmla="*/ 179725 w 303838"/>
                <a:gd name="csY59" fmla="*/ 239698 h 293710"/>
                <a:gd name="csX60" fmla="*/ 179361 w 303838"/>
                <a:gd name="csY60" fmla="*/ 239840 h 293710"/>
                <a:gd name="csX61" fmla="*/ 178485 w 303838"/>
                <a:gd name="csY61" fmla="*/ 239992 h 293710"/>
                <a:gd name="csX62" fmla="*/ 158320 w 303838"/>
                <a:gd name="csY62" fmla="*/ 234821 h 293710"/>
                <a:gd name="csX63" fmla="*/ 157170 w 303838"/>
                <a:gd name="csY63" fmla="*/ 233687 h 293710"/>
                <a:gd name="csX64" fmla="*/ 156112 w 303838"/>
                <a:gd name="csY64" fmla="*/ 232674 h 293710"/>
                <a:gd name="csX65" fmla="*/ 151919 w 303838"/>
                <a:gd name="csY65" fmla="*/ 230481 h 293710"/>
                <a:gd name="csX66" fmla="*/ 146855 w 303838"/>
                <a:gd name="csY66" fmla="*/ 235545 h 293710"/>
                <a:gd name="csX67" fmla="*/ 146855 w 303838"/>
                <a:gd name="csY67" fmla="*/ 283582 h 293710"/>
                <a:gd name="csX68" fmla="*/ 293538 w 303838"/>
                <a:gd name="csY68" fmla="*/ 283582 h 293710"/>
                <a:gd name="csX69" fmla="*/ 156983 w 303838"/>
                <a:gd name="csY69" fmla="*/ 283582 h 293710"/>
                <a:gd name="csX70" fmla="*/ 156983 w 303838"/>
                <a:gd name="csY70" fmla="*/ 246408 h 293710"/>
                <a:gd name="csX71" fmla="*/ 180576 w 303838"/>
                <a:gd name="csY71" fmla="*/ 249907 h 293710"/>
                <a:gd name="csX72" fmla="*/ 183614 w 303838"/>
                <a:gd name="csY72" fmla="*/ 249051 h 293710"/>
                <a:gd name="csX73" fmla="*/ 184875 w 303838"/>
                <a:gd name="csY73" fmla="*/ 248545 h 293710"/>
                <a:gd name="csX74" fmla="*/ 205962 w 303838"/>
                <a:gd name="csY74" fmla="*/ 206611 h 293710"/>
                <a:gd name="csX75" fmla="*/ 164029 w 303838"/>
                <a:gd name="csY75" fmla="*/ 185525 h 293710"/>
                <a:gd name="csX76" fmla="*/ 157024 w 303838"/>
                <a:gd name="csY76" fmla="*/ 188790 h 293710"/>
                <a:gd name="csX77" fmla="*/ 157024 w 303838"/>
                <a:gd name="csY77" fmla="*/ 151919 h 293710"/>
                <a:gd name="csX78" fmla="*/ 212687 w 303838"/>
                <a:gd name="csY78" fmla="*/ 151919 h 293710"/>
                <a:gd name="csX79" fmla="*/ 217751 w 303838"/>
                <a:gd name="csY79" fmla="*/ 146855 h 293710"/>
                <a:gd name="csX80" fmla="*/ 215725 w 303838"/>
                <a:gd name="csY80" fmla="*/ 142804 h 293710"/>
                <a:gd name="csX81" fmla="*/ 211674 w 303838"/>
                <a:gd name="csY81" fmla="*/ 114446 h 293710"/>
                <a:gd name="csX82" fmla="*/ 240032 w 303838"/>
                <a:gd name="csY82" fmla="*/ 110395 h 293710"/>
                <a:gd name="csX83" fmla="*/ 244083 w 303838"/>
                <a:gd name="csY83" fmla="*/ 138753 h 293710"/>
                <a:gd name="csX84" fmla="*/ 240032 w 303838"/>
                <a:gd name="csY84" fmla="*/ 142804 h 293710"/>
                <a:gd name="csX85" fmla="*/ 239019 w 303838"/>
                <a:gd name="csY85" fmla="*/ 149893 h 293710"/>
                <a:gd name="csX86" fmla="*/ 243071 w 303838"/>
                <a:gd name="csY86" fmla="*/ 151919 h 293710"/>
                <a:gd name="csX87" fmla="*/ 293710 w 303838"/>
                <a:gd name="csY87" fmla="*/ 151919 h 2937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</a:cxnLst>
              <a:rect l="l" t="t" r="r" b="b"/>
              <a:pathLst>
                <a:path w="303838" h="293710">
                  <a:moveTo>
                    <a:pt x="298774" y="141791"/>
                  </a:moveTo>
                  <a:lnTo>
                    <a:pt x="254171" y="141791"/>
                  </a:lnTo>
                  <a:cubicBezTo>
                    <a:pt x="262581" y="127270"/>
                    <a:pt x="257627" y="108681"/>
                    <a:pt x="243107" y="100271"/>
                  </a:cubicBezTo>
                  <a:cubicBezTo>
                    <a:pt x="228586" y="91860"/>
                    <a:pt x="209997" y="96814"/>
                    <a:pt x="201586" y="111334"/>
                  </a:cubicBezTo>
                  <a:cubicBezTo>
                    <a:pt x="196131" y="120754"/>
                    <a:pt x="196131" y="132372"/>
                    <a:pt x="201586" y="141791"/>
                  </a:cubicBezTo>
                  <a:lnTo>
                    <a:pt x="156983" y="141791"/>
                  </a:lnTo>
                  <a:lnTo>
                    <a:pt x="156983" y="92817"/>
                  </a:lnTo>
                  <a:cubicBezTo>
                    <a:pt x="156983" y="90021"/>
                    <a:pt x="154716" y="87754"/>
                    <a:pt x="151919" y="87754"/>
                  </a:cubicBezTo>
                  <a:cubicBezTo>
                    <a:pt x="150325" y="87754"/>
                    <a:pt x="148824" y="88504"/>
                    <a:pt x="147868" y="89779"/>
                  </a:cubicBezTo>
                  <a:cubicBezTo>
                    <a:pt x="140226" y="99971"/>
                    <a:pt x="125768" y="102039"/>
                    <a:pt x="115575" y="94397"/>
                  </a:cubicBezTo>
                  <a:cubicBezTo>
                    <a:pt x="105383" y="86755"/>
                    <a:pt x="103316" y="72297"/>
                    <a:pt x="110958" y="62105"/>
                  </a:cubicBezTo>
                  <a:cubicBezTo>
                    <a:pt x="118600" y="51912"/>
                    <a:pt x="133058" y="49845"/>
                    <a:pt x="143250" y="57487"/>
                  </a:cubicBezTo>
                  <a:cubicBezTo>
                    <a:pt x="145001" y="58799"/>
                    <a:pt x="146555" y="60354"/>
                    <a:pt x="147868" y="62105"/>
                  </a:cubicBezTo>
                  <a:cubicBezTo>
                    <a:pt x="149546" y="64342"/>
                    <a:pt x="152720" y="64796"/>
                    <a:pt x="154957" y="63117"/>
                  </a:cubicBezTo>
                  <a:cubicBezTo>
                    <a:pt x="156233" y="62161"/>
                    <a:pt x="156983" y="60660"/>
                    <a:pt x="156983" y="59066"/>
                  </a:cubicBezTo>
                  <a:lnTo>
                    <a:pt x="156983" y="5064"/>
                  </a:lnTo>
                  <a:cubicBezTo>
                    <a:pt x="156983" y="2267"/>
                    <a:pt x="154716" y="0"/>
                    <a:pt x="151919" y="0"/>
                  </a:cubicBezTo>
                  <a:lnTo>
                    <a:pt x="5064" y="0"/>
                  </a:lnTo>
                  <a:cubicBezTo>
                    <a:pt x="2267" y="0"/>
                    <a:pt x="0" y="2267"/>
                    <a:pt x="0" y="5064"/>
                  </a:cubicBezTo>
                  <a:lnTo>
                    <a:pt x="0" y="288646"/>
                  </a:lnTo>
                  <a:cubicBezTo>
                    <a:pt x="0" y="291443"/>
                    <a:pt x="2267" y="293710"/>
                    <a:pt x="5064" y="293710"/>
                  </a:cubicBezTo>
                  <a:lnTo>
                    <a:pt x="298597" y="293710"/>
                  </a:lnTo>
                  <a:cubicBezTo>
                    <a:pt x="301394" y="293710"/>
                    <a:pt x="303661" y="291443"/>
                    <a:pt x="303661" y="288646"/>
                  </a:cubicBezTo>
                  <a:lnTo>
                    <a:pt x="303838" y="146855"/>
                  </a:lnTo>
                  <a:cubicBezTo>
                    <a:pt x="303838" y="144058"/>
                    <a:pt x="301571" y="141791"/>
                    <a:pt x="298774" y="141791"/>
                  </a:cubicBezTo>
                  <a:close/>
                  <a:moveTo>
                    <a:pt x="10128" y="10128"/>
                  </a:moveTo>
                  <a:lnTo>
                    <a:pt x="146855" y="10128"/>
                  </a:lnTo>
                  <a:lnTo>
                    <a:pt x="146855" y="47733"/>
                  </a:lnTo>
                  <a:cubicBezTo>
                    <a:pt x="131269" y="38081"/>
                    <a:pt x="110809" y="42892"/>
                    <a:pt x="101158" y="58479"/>
                  </a:cubicBezTo>
                  <a:cubicBezTo>
                    <a:pt x="91506" y="74065"/>
                    <a:pt x="96317" y="94524"/>
                    <a:pt x="111903" y="104176"/>
                  </a:cubicBezTo>
                  <a:cubicBezTo>
                    <a:pt x="122610" y="110806"/>
                    <a:pt x="136148" y="110806"/>
                    <a:pt x="146855" y="104176"/>
                  </a:cubicBezTo>
                  <a:lnTo>
                    <a:pt x="146855" y="141791"/>
                  </a:lnTo>
                  <a:lnTo>
                    <a:pt x="94600" y="141791"/>
                  </a:lnTo>
                  <a:cubicBezTo>
                    <a:pt x="91803" y="141791"/>
                    <a:pt x="89536" y="144058"/>
                    <a:pt x="89536" y="146855"/>
                  </a:cubicBezTo>
                  <a:cubicBezTo>
                    <a:pt x="89536" y="148449"/>
                    <a:pt x="90287" y="149950"/>
                    <a:pt x="91562" y="150906"/>
                  </a:cubicBezTo>
                  <a:cubicBezTo>
                    <a:pt x="97425" y="155126"/>
                    <a:pt x="100894" y="161913"/>
                    <a:pt x="100879" y="169137"/>
                  </a:cubicBezTo>
                  <a:cubicBezTo>
                    <a:pt x="100879" y="182002"/>
                    <a:pt x="90450" y="192431"/>
                    <a:pt x="77585" y="192431"/>
                  </a:cubicBezTo>
                  <a:cubicBezTo>
                    <a:pt x="64720" y="192431"/>
                    <a:pt x="54291" y="182002"/>
                    <a:pt x="54291" y="169137"/>
                  </a:cubicBezTo>
                  <a:cubicBezTo>
                    <a:pt x="54278" y="161912"/>
                    <a:pt x="57749" y="155125"/>
                    <a:pt x="63614" y="150906"/>
                  </a:cubicBezTo>
                  <a:cubicBezTo>
                    <a:pt x="65851" y="149228"/>
                    <a:pt x="66305" y="146054"/>
                    <a:pt x="64626" y="143817"/>
                  </a:cubicBezTo>
                  <a:cubicBezTo>
                    <a:pt x="63670" y="142542"/>
                    <a:pt x="62169" y="141791"/>
                    <a:pt x="60575" y="141791"/>
                  </a:cubicBezTo>
                  <a:lnTo>
                    <a:pt x="10128" y="141791"/>
                  </a:lnTo>
                  <a:close/>
                  <a:moveTo>
                    <a:pt x="146855" y="283582"/>
                  </a:moveTo>
                  <a:lnTo>
                    <a:pt x="10128" y="283582"/>
                  </a:lnTo>
                  <a:lnTo>
                    <a:pt x="10128" y="151919"/>
                  </a:lnTo>
                  <a:lnTo>
                    <a:pt x="49121" y="151919"/>
                  </a:lnTo>
                  <a:cubicBezTo>
                    <a:pt x="45877" y="157075"/>
                    <a:pt x="44161" y="163045"/>
                    <a:pt x="44173" y="169137"/>
                  </a:cubicBezTo>
                  <a:cubicBezTo>
                    <a:pt x="44173" y="187595"/>
                    <a:pt x="59137" y="202559"/>
                    <a:pt x="77595" y="202559"/>
                  </a:cubicBezTo>
                  <a:cubicBezTo>
                    <a:pt x="96054" y="202559"/>
                    <a:pt x="111017" y="187595"/>
                    <a:pt x="111017" y="169137"/>
                  </a:cubicBezTo>
                  <a:cubicBezTo>
                    <a:pt x="111031" y="163046"/>
                    <a:pt x="109317" y="157076"/>
                    <a:pt x="106075" y="151919"/>
                  </a:cubicBezTo>
                  <a:lnTo>
                    <a:pt x="146855" y="151919"/>
                  </a:lnTo>
                  <a:lnTo>
                    <a:pt x="146855" y="200401"/>
                  </a:lnTo>
                  <a:cubicBezTo>
                    <a:pt x="146854" y="203198"/>
                    <a:pt x="149119" y="205467"/>
                    <a:pt x="151916" y="205469"/>
                  </a:cubicBezTo>
                  <a:cubicBezTo>
                    <a:pt x="153541" y="205470"/>
                    <a:pt x="155068" y="204690"/>
                    <a:pt x="156021" y="203374"/>
                  </a:cubicBezTo>
                  <a:cubicBezTo>
                    <a:pt x="158769" y="199515"/>
                    <a:pt x="162686" y="196643"/>
                    <a:pt x="167192" y="195181"/>
                  </a:cubicBezTo>
                  <a:cubicBezTo>
                    <a:pt x="179166" y="190839"/>
                    <a:pt x="192392" y="197026"/>
                    <a:pt x="196733" y="209000"/>
                  </a:cubicBezTo>
                  <a:cubicBezTo>
                    <a:pt x="201075" y="220973"/>
                    <a:pt x="194887" y="234199"/>
                    <a:pt x="182914" y="238541"/>
                  </a:cubicBezTo>
                  <a:cubicBezTo>
                    <a:pt x="182429" y="238717"/>
                    <a:pt x="181938" y="238877"/>
                    <a:pt x="181442" y="239019"/>
                  </a:cubicBezTo>
                  <a:lnTo>
                    <a:pt x="181022" y="239192"/>
                  </a:lnTo>
                  <a:cubicBezTo>
                    <a:pt x="180591" y="239328"/>
                    <a:pt x="180161" y="239495"/>
                    <a:pt x="179725" y="239698"/>
                  </a:cubicBezTo>
                  <a:lnTo>
                    <a:pt x="179361" y="239840"/>
                  </a:lnTo>
                  <a:cubicBezTo>
                    <a:pt x="179065" y="239865"/>
                    <a:pt x="178772" y="239916"/>
                    <a:pt x="178485" y="239992"/>
                  </a:cubicBezTo>
                  <a:cubicBezTo>
                    <a:pt x="171321" y="241852"/>
                    <a:pt x="163704" y="239899"/>
                    <a:pt x="158320" y="234821"/>
                  </a:cubicBezTo>
                  <a:cubicBezTo>
                    <a:pt x="158021" y="234512"/>
                    <a:pt x="157616" y="234107"/>
                    <a:pt x="157170" y="233687"/>
                  </a:cubicBezTo>
                  <a:cubicBezTo>
                    <a:pt x="156801" y="233338"/>
                    <a:pt x="156380" y="232958"/>
                    <a:pt x="156112" y="232674"/>
                  </a:cubicBezTo>
                  <a:cubicBezTo>
                    <a:pt x="155157" y="231302"/>
                    <a:pt x="153591" y="230483"/>
                    <a:pt x="151919" y="230481"/>
                  </a:cubicBezTo>
                  <a:cubicBezTo>
                    <a:pt x="149122" y="230481"/>
                    <a:pt x="146855" y="232749"/>
                    <a:pt x="146855" y="235545"/>
                  </a:cubicBezTo>
                  <a:lnTo>
                    <a:pt x="146855" y="283582"/>
                  </a:lnTo>
                  <a:close/>
                  <a:moveTo>
                    <a:pt x="293538" y="283582"/>
                  </a:moveTo>
                  <a:lnTo>
                    <a:pt x="156983" y="283582"/>
                  </a:lnTo>
                  <a:lnTo>
                    <a:pt x="156983" y="246408"/>
                  </a:lnTo>
                  <a:cubicBezTo>
                    <a:pt x="164093" y="250598"/>
                    <a:pt x="172556" y="251853"/>
                    <a:pt x="180576" y="249907"/>
                  </a:cubicBezTo>
                  <a:cubicBezTo>
                    <a:pt x="181626" y="249777"/>
                    <a:pt x="182651" y="249488"/>
                    <a:pt x="183614" y="249051"/>
                  </a:cubicBezTo>
                  <a:lnTo>
                    <a:pt x="184875" y="248545"/>
                  </a:lnTo>
                  <a:cubicBezTo>
                    <a:pt x="202278" y="242788"/>
                    <a:pt x="211719" y="224014"/>
                    <a:pt x="205962" y="206611"/>
                  </a:cubicBezTo>
                  <a:cubicBezTo>
                    <a:pt x="200206" y="189209"/>
                    <a:pt x="181432" y="179768"/>
                    <a:pt x="164029" y="185525"/>
                  </a:cubicBezTo>
                  <a:cubicBezTo>
                    <a:pt x="161575" y="186336"/>
                    <a:pt x="159224" y="187432"/>
                    <a:pt x="157024" y="188790"/>
                  </a:cubicBezTo>
                  <a:lnTo>
                    <a:pt x="157024" y="151919"/>
                  </a:lnTo>
                  <a:lnTo>
                    <a:pt x="212687" y="151919"/>
                  </a:lnTo>
                  <a:cubicBezTo>
                    <a:pt x="215484" y="151919"/>
                    <a:pt x="217751" y="149652"/>
                    <a:pt x="217751" y="146855"/>
                  </a:cubicBezTo>
                  <a:cubicBezTo>
                    <a:pt x="217751" y="145261"/>
                    <a:pt x="217000" y="143761"/>
                    <a:pt x="215725" y="142804"/>
                  </a:cubicBezTo>
                  <a:cubicBezTo>
                    <a:pt x="206776" y="136092"/>
                    <a:pt x="204962" y="123395"/>
                    <a:pt x="211674" y="114446"/>
                  </a:cubicBezTo>
                  <a:cubicBezTo>
                    <a:pt x="218386" y="105496"/>
                    <a:pt x="231083" y="103682"/>
                    <a:pt x="240032" y="110395"/>
                  </a:cubicBezTo>
                  <a:cubicBezTo>
                    <a:pt x="248982" y="117107"/>
                    <a:pt x="250796" y="129803"/>
                    <a:pt x="244083" y="138753"/>
                  </a:cubicBezTo>
                  <a:cubicBezTo>
                    <a:pt x="242932" y="140288"/>
                    <a:pt x="241568" y="141652"/>
                    <a:pt x="240032" y="142804"/>
                  </a:cubicBezTo>
                  <a:cubicBezTo>
                    <a:pt x="237795" y="144482"/>
                    <a:pt x="237341" y="147656"/>
                    <a:pt x="239019" y="149893"/>
                  </a:cubicBezTo>
                  <a:cubicBezTo>
                    <a:pt x="239976" y="151169"/>
                    <a:pt x="241476" y="151919"/>
                    <a:pt x="243071" y="151919"/>
                  </a:cubicBezTo>
                  <a:lnTo>
                    <a:pt x="293710" y="151919"/>
                  </a:lnTo>
                  <a:close/>
                </a:path>
              </a:pathLst>
            </a:custGeom>
            <a:grpFill/>
            <a:ln w="506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0E9C01B-93CD-49FF-613F-BE27ADA2D1D7}"/>
                </a:ext>
              </a:extLst>
            </p:cNvPr>
            <p:cNvSpPr/>
            <p:nvPr/>
          </p:nvSpPr>
          <p:spPr>
            <a:xfrm>
              <a:off x="1784491" y="1343033"/>
              <a:ext cx="201893" cy="183179"/>
            </a:xfrm>
            <a:custGeom>
              <a:avLst/>
              <a:gdLst>
                <a:gd name="csX0" fmla="*/ 201509 w 201893"/>
                <a:gd name="csY0" fmla="*/ 53758 h 183179"/>
                <a:gd name="csX1" fmla="*/ 198764 w 201893"/>
                <a:gd name="csY1" fmla="*/ 51023 h 183179"/>
                <a:gd name="csX2" fmla="*/ 76004 w 201893"/>
                <a:gd name="csY2" fmla="*/ 384 h 183179"/>
                <a:gd name="csX3" fmla="*/ 69392 w 201893"/>
                <a:gd name="csY3" fmla="*/ 3135 h 183179"/>
                <a:gd name="csX4" fmla="*/ 69390 w 201893"/>
                <a:gd name="csY4" fmla="*/ 3138 h 183179"/>
                <a:gd name="csX5" fmla="*/ 54153 w 201893"/>
                <a:gd name="csY5" fmla="*/ 40176 h 183179"/>
                <a:gd name="csX6" fmla="*/ 11648 w 201893"/>
                <a:gd name="csY6" fmla="*/ 34944 h 183179"/>
                <a:gd name="csX7" fmla="*/ 6415 w 201893"/>
                <a:gd name="csY7" fmla="*/ 77450 h 183179"/>
                <a:gd name="csX8" fmla="*/ 19849 w 201893"/>
                <a:gd name="csY8" fmla="*/ 87241 h 183179"/>
                <a:gd name="csX9" fmla="*/ 34307 w 201893"/>
                <a:gd name="csY9" fmla="*/ 88613 h 183179"/>
                <a:gd name="csX10" fmla="*/ 18816 w 201893"/>
                <a:gd name="csY10" fmla="*/ 125327 h 183179"/>
                <a:gd name="csX11" fmla="*/ 21518 w 201893"/>
                <a:gd name="csY11" fmla="*/ 131959 h 183179"/>
                <a:gd name="csX12" fmla="*/ 21571 w 201893"/>
                <a:gd name="csY12" fmla="*/ 131981 h 183179"/>
                <a:gd name="csX13" fmla="*/ 65729 w 201893"/>
                <a:gd name="csY13" fmla="*/ 149988 h 183179"/>
                <a:gd name="csX14" fmla="*/ 72328 w 201893"/>
                <a:gd name="csY14" fmla="*/ 147207 h 183179"/>
                <a:gd name="csX15" fmla="*/ 72003 w 201893"/>
                <a:gd name="csY15" fmla="*/ 142732 h 183179"/>
                <a:gd name="csX16" fmla="*/ 71497 w 201893"/>
                <a:gd name="csY16" fmla="*/ 123793 h 183179"/>
                <a:gd name="csX17" fmla="*/ 101524 w 201893"/>
                <a:gd name="csY17" fmla="*/ 111046 h 183179"/>
                <a:gd name="csX18" fmla="*/ 114270 w 201893"/>
                <a:gd name="csY18" fmla="*/ 141073 h 183179"/>
                <a:gd name="csX19" fmla="*/ 114064 w 201893"/>
                <a:gd name="csY19" fmla="*/ 141567 h 183179"/>
                <a:gd name="csX20" fmla="*/ 100559 w 201893"/>
                <a:gd name="csY20" fmla="*/ 155042 h 183179"/>
                <a:gd name="csX21" fmla="*/ 96841 w 201893"/>
                <a:gd name="csY21" fmla="*/ 161163 h 183179"/>
                <a:gd name="csX22" fmla="*/ 99880 w 201893"/>
                <a:gd name="csY22" fmla="*/ 164664 h 183179"/>
                <a:gd name="csX23" fmla="*/ 144301 w 201893"/>
                <a:gd name="csY23" fmla="*/ 182793 h 183179"/>
                <a:gd name="csX24" fmla="*/ 150918 w 201893"/>
                <a:gd name="csY24" fmla="*/ 180053 h 183179"/>
                <a:gd name="csX25" fmla="*/ 150920 w 201893"/>
                <a:gd name="csY25" fmla="*/ 180048 h 183179"/>
                <a:gd name="csX26" fmla="*/ 201514 w 201893"/>
                <a:gd name="csY26" fmla="*/ 57617 h 183179"/>
                <a:gd name="csX27" fmla="*/ 201509 w 201893"/>
                <a:gd name="csY27" fmla="*/ 53758 h 183179"/>
                <a:gd name="csX28" fmla="*/ 143486 w 201893"/>
                <a:gd name="csY28" fmla="*/ 171531 h 183179"/>
                <a:gd name="csX29" fmla="*/ 113791 w 201893"/>
                <a:gd name="csY29" fmla="*/ 159377 h 183179"/>
                <a:gd name="csX30" fmla="*/ 123412 w 201893"/>
                <a:gd name="csY30" fmla="*/ 145451 h 183179"/>
                <a:gd name="csX31" fmla="*/ 104385 w 201893"/>
                <a:gd name="csY31" fmla="*/ 102528 h 183179"/>
                <a:gd name="csX32" fmla="*/ 61462 w 201893"/>
                <a:gd name="csY32" fmla="*/ 121556 h 183179"/>
                <a:gd name="csX33" fmla="*/ 59368 w 201893"/>
                <a:gd name="csY33" fmla="*/ 136442 h 183179"/>
                <a:gd name="csX34" fmla="*/ 30149 w 201893"/>
                <a:gd name="csY34" fmla="*/ 124522 h 183179"/>
                <a:gd name="csX35" fmla="*/ 48288 w 201893"/>
                <a:gd name="csY35" fmla="*/ 81529 h 183179"/>
                <a:gd name="csX36" fmla="*/ 45584 w 201893"/>
                <a:gd name="csY36" fmla="*/ 74897 h 183179"/>
                <a:gd name="csX37" fmla="*/ 40875 w 201893"/>
                <a:gd name="csY37" fmla="*/ 75310 h 183179"/>
                <a:gd name="csX38" fmla="*/ 23364 w 201893"/>
                <a:gd name="csY38" fmla="*/ 77726 h 183179"/>
                <a:gd name="csX39" fmla="*/ 11375 w 201893"/>
                <a:gd name="csY39" fmla="*/ 51704 h 183179"/>
                <a:gd name="csX40" fmla="*/ 37396 w 201893"/>
                <a:gd name="csY40" fmla="*/ 39715 h 183179"/>
                <a:gd name="csX41" fmla="*/ 49879 w 201893"/>
                <a:gd name="csY41" fmla="*/ 53565 h 183179"/>
                <a:gd name="csX42" fmla="*/ 56180 w 201893"/>
                <a:gd name="csY42" fmla="*/ 56967 h 183179"/>
                <a:gd name="csX43" fmla="*/ 59414 w 201893"/>
                <a:gd name="csY43" fmla="*/ 54041 h 183179"/>
                <a:gd name="csX44" fmla="*/ 76849 w 201893"/>
                <a:gd name="csY44" fmla="*/ 11661 h 183179"/>
                <a:gd name="csX45" fmla="*/ 190237 w 201893"/>
                <a:gd name="csY45" fmla="*/ 58452 h 1831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</a:cxnLst>
              <a:rect l="l" t="t" r="r" b="b"/>
              <a:pathLst>
                <a:path w="201893" h="183179">
                  <a:moveTo>
                    <a:pt x="201509" y="53758"/>
                  </a:moveTo>
                  <a:cubicBezTo>
                    <a:pt x="200993" y="52519"/>
                    <a:pt x="200005" y="51535"/>
                    <a:pt x="198764" y="51023"/>
                  </a:cubicBezTo>
                  <a:lnTo>
                    <a:pt x="76004" y="384"/>
                  </a:lnTo>
                  <a:cubicBezTo>
                    <a:pt x="73418" y="-682"/>
                    <a:pt x="70457" y="549"/>
                    <a:pt x="69392" y="3135"/>
                  </a:cubicBezTo>
                  <a:cubicBezTo>
                    <a:pt x="69391" y="3136"/>
                    <a:pt x="69391" y="3137"/>
                    <a:pt x="69390" y="3138"/>
                  </a:cubicBezTo>
                  <a:lnTo>
                    <a:pt x="54153" y="40176"/>
                  </a:lnTo>
                  <a:cubicBezTo>
                    <a:pt x="43860" y="26994"/>
                    <a:pt x="24830" y="24652"/>
                    <a:pt x="11648" y="34944"/>
                  </a:cubicBezTo>
                  <a:cubicBezTo>
                    <a:pt x="-1535" y="45237"/>
                    <a:pt x="-3878" y="64267"/>
                    <a:pt x="6415" y="77450"/>
                  </a:cubicBezTo>
                  <a:cubicBezTo>
                    <a:pt x="9892" y="81902"/>
                    <a:pt x="14546" y="85294"/>
                    <a:pt x="19849" y="87241"/>
                  </a:cubicBezTo>
                  <a:cubicBezTo>
                    <a:pt x="24464" y="88960"/>
                    <a:pt x="29450" y="89433"/>
                    <a:pt x="34307" y="88613"/>
                  </a:cubicBezTo>
                  <a:lnTo>
                    <a:pt x="18816" y="125327"/>
                  </a:lnTo>
                  <a:cubicBezTo>
                    <a:pt x="17731" y="127905"/>
                    <a:pt x="18941" y="130874"/>
                    <a:pt x="21518" y="131959"/>
                  </a:cubicBezTo>
                  <a:cubicBezTo>
                    <a:pt x="21536" y="131966"/>
                    <a:pt x="21553" y="131974"/>
                    <a:pt x="21571" y="131981"/>
                  </a:cubicBezTo>
                  <a:lnTo>
                    <a:pt x="65729" y="149988"/>
                  </a:lnTo>
                  <a:cubicBezTo>
                    <a:pt x="68319" y="151043"/>
                    <a:pt x="71274" y="149797"/>
                    <a:pt x="72328" y="147207"/>
                  </a:cubicBezTo>
                  <a:cubicBezTo>
                    <a:pt x="72922" y="145746"/>
                    <a:pt x="72802" y="144091"/>
                    <a:pt x="72003" y="142732"/>
                  </a:cubicBezTo>
                  <a:cubicBezTo>
                    <a:pt x="68590" y="136925"/>
                    <a:pt x="68399" y="129773"/>
                    <a:pt x="71497" y="123793"/>
                  </a:cubicBezTo>
                  <a:cubicBezTo>
                    <a:pt x="76268" y="111981"/>
                    <a:pt x="89712" y="106274"/>
                    <a:pt x="101524" y="111046"/>
                  </a:cubicBezTo>
                  <a:cubicBezTo>
                    <a:pt x="113336" y="115818"/>
                    <a:pt x="119042" y="129262"/>
                    <a:pt x="114270" y="141073"/>
                  </a:cubicBezTo>
                  <a:cubicBezTo>
                    <a:pt x="114204" y="141239"/>
                    <a:pt x="114135" y="141404"/>
                    <a:pt x="114064" y="141567"/>
                  </a:cubicBezTo>
                  <a:cubicBezTo>
                    <a:pt x="112138" y="148058"/>
                    <a:pt x="107054" y="153131"/>
                    <a:pt x="100559" y="155042"/>
                  </a:cubicBezTo>
                  <a:cubicBezTo>
                    <a:pt x="97842" y="155706"/>
                    <a:pt x="96177" y="158446"/>
                    <a:pt x="96841" y="161163"/>
                  </a:cubicBezTo>
                  <a:cubicBezTo>
                    <a:pt x="97229" y="162753"/>
                    <a:pt x="98361" y="164057"/>
                    <a:pt x="99880" y="164664"/>
                  </a:cubicBezTo>
                  <a:lnTo>
                    <a:pt x="144301" y="182793"/>
                  </a:lnTo>
                  <a:cubicBezTo>
                    <a:pt x="146885" y="183863"/>
                    <a:pt x="149847" y="182637"/>
                    <a:pt x="150918" y="180053"/>
                  </a:cubicBezTo>
                  <a:cubicBezTo>
                    <a:pt x="150918" y="180051"/>
                    <a:pt x="150919" y="180050"/>
                    <a:pt x="150920" y="180048"/>
                  </a:cubicBezTo>
                  <a:lnTo>
                    <a:pt x="201514" y="57617"/>
                  </a:lnTo>
                  <a:cubicBezTo>
                    <a:pt x="202021" y="56380"/>
                    <a:pt x="202020" y="54993"/>
                    <a:pt x="201509" y="53758"/>
                  </a:cubicBezTo>
                  <a:close/>
                  <a:moveTo>
                    <a:pt x="143486" y="171531"/>
                  </a:moveTo>
                  <a:lnTo>
                    <a:pt x="113791" y="159377"/>
                  </a:lnTo>
                  <a:cubicBezTo>
                    <a:pt x="118066" y="155572"/>
                    <a:pt x="121366" y="150796"/>
                    <a:pt x="123412" y="145451"/>
                  </a:cubicBezTo>
                  <a:cubicBezTo>
                    <a:pt x="130011" y="128344"/>
                    <a:pt x="121492" y="109127"/>
                    <a:pt x="104385" y="102528"/>
                  </a:cubicBezTo>
                  <a:cubicBezTo>
                    <a:pt x="87278" y="95930"/>
                    <a:pt x="68061" y="104449"/>
                    <a:pt x="61462" y="121556"/>
                  </a:cubicBezTo>
                  <a:cubicBezTo>
                    <a:pt x="59635" y="126293"/>
                    <a:pt x="58919" y="131385"/>
                    <a:pt x="59368" y="136442"/>
                  </a:cubicBezTo>
                  <a:lnTo>
                    <a:pt x="30149" y="124522"/>
                  </a:lnTo>
                  <a:lnTo>
                    <a:pt x="48288" y="81529"/>
                  </a:lnTo>
                  <a:cubicBezTo>
                    <a:pt x="49373" y="78951"/>
                    <a:pt x="48162" y="75982"/>
                    <a:pt x="45584" y="74897"/>
                  </a:cubicBezTo>
                  <a:cubicBezTo>
                    <a:pt x="44043" y="74249"/>
                    <a:pt x="42280" y="74403"/>
                    <a:pt x="40875" y="75310"/>
                  </a:cubicBezTo>
                  <a:cubicBezTo>
                    <a:pt x="35765" y="78882"/>
                    <a:pt x="29249" y="79781"/>
                    <a:pt x="23364" y="77726"/>
                  </a:cubicBezTo>
                  <a:cubicBezTo>
                    <a:pt x="12867" y="73851"/>
                    <a:pt x="7500" y="62201"/>
                    <a:pt x="11375" y="51704"/>
                  </a:cubicBezTo>
                  <a:cubicBezTo>
                    <a:pt x="15250" y="41208"/>
                    <a:pt x="26900" y="35841"/>
                    <a:pt x="37396" y="39715"/>
                  </a:cubicBezTo>
                  <a:cubicBezTo>
                    <a:pt x="43467" y="42165"/>
                    <a:pt x="48071" y="47274"/>
                    <a:pt x="49879" y="53565"/>
                  </a:cubicBezTo>
                  <a:cubicBezTo>
                    <a:pt x="50679" y="56245"/>
                    <a:pt x="53501" y="57769"/>
                    <a:pt x="56180" y="56967"/>
                  </a:cubicBezTo>
                  <a:cubicBezTo>
                    <a:pt x="57645" y="56530"/>
                    <a:pt x="58833" y="55455"/>
                    <a:pt x="59414" y="54041"/>
                  </a:cubicBezTo>
                  <a:lnTo>
                    <a:pt x="76849" y="11661"/>
                  </a:lnTo>
                  <a:lnTo>
                    <a:pt x="190237" y="58452"/>
                  </a:lnTo>
                  <a:close/>
                </a:path>
              </a:pathLst>
            </a:custGeom>
            <a:grpFill/>
            <a:ln w="506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3" name="Graphic 72" descr="Puzzle outline">
            <a:extLst>
              <a:ext uri="{FF2B5EF4-FFF2-40B4-BE49-F238E27FC236}">
                <a16:creationId xmlns:a16="http://schemas.microsoft.com/office/drawing/2014/main" id="{14A72A93-3FC4-5662-8868-F56A5C55B96F}"/>
              </a:ext>
            </a:extLst>
          </p:cNvPr>
          <p:cNvSpPr/>
          <p:nvPr/>
        </p:nvSpPr>
        <p:spPr>
          <a:xfrm>
            <a:off x="5852160" y="1282589"/>
            <a:ext cx="381906" cy="381906"/>
          </a:xfrm>
          <a:custGeom>
            <a:avLst/>
            <a:gdLst>
              <a:gd name="csX0" fmla="*/ 214923 w 381906"/>
              <a:gd name="csY0" fmla="*/ 381906 h 381906"/>
              <a:gd name="csX1" fmla="*/ 133276 w 381906"/>
              <a:gd name="csY1" fmla="*/ 300259 h 381906"/>
              <a:gd name="csX2" fmla="*/ 123750 w 381906"/>
              <a:gd name="csY2" fmla="*/ 298825 h 381906"/>
              <a:gd name="csX3" fmla="*/ 108409 w 381906"/>
              <a:gd name="csY3" fmla="*/ 323162 h 381906"/>
              <a:gd name="csX4" fmla="*/ 87978 w 381906"/>
              <a:gd name="csY4" fmla="*/ 355480 h 381906"/>
              <a:gd name="csX5" fmla="*/ 39742 w 381906"/>
              <a:gd name="csY5" fmla="*/ 346438 h 381906"/>
              <a:gd name="csX6" fmla="*/ 36445 w 381906"/>
              <a:gd name="csY6" fmla="*/ 343141 h 381906"/>
              <a:gd name="csX7" fmla="*/ 27117 w 381906"/>
              <a:gd name="csY7" fmla="*/ 293564 h 381906"/>
              <a:gd name="csX8" fmla="*/ 58749 w 381906"/>
              <a:gd name="csY8" fmla="*/ 273483 h 381906"/>
              <a:gd name="csX9" fmla="*/ 83072 w 381906"/>
              <a:gd name="csY9" fmla="*/ 258142 h 381906"/>
              <a:gd name="csX10" fmla="*/ 81633 w 381906"/>
              <a:gd name="csY10" fmla="*/ 248616 h 381906"/>
              <a:gd name="csX11" fmla="*/ 0 w 381906"/>
              <a:gd name="csY11" fmla="*/ 166969 h 381906"/>
              <a:gd name="csX12" fmla="*/ 59025 w 381906"/>
              <a:gd name="csY12" fmla="*/ 107487 h 381906"/>
              <a:gd name="csX13" fmla="*/ 78724 w 381906"/>
              <a:gd name="csY13" fmla="*/ 104084 h 381906"/>
              <a:gd name="csX14" fmla="*/ 99648 w 381906"/>
              <a:gd name="csY14" fmla="*/ 137117 h 381906"/>
              <a:gd name="csX15" fmla="*/ 114256 w 381906"/>
              <a:gd name="csY15" fmla="*/ 160052 h 381906"/>
              <a:gd name="csX16" fmla="*/ 153634 w 381906"/>
              <a:gd name="csY16" fmla="*/ 152560 h 381906"/>
              <a:gd name="csX17" fmla="*/ 156792 w 381906"/>
              <a:gd name="csY17" fmla="*/ 149401 h 381906"/>
              <a:gd name="csX18" fmla="*/ 163995 w 381906"/>
              <a:gd name="csY18" fmla="*/ 111360 h 381906"/>
              <a:gd name="csX19" fmla="*/ 140363 w 381906"/>
              <a:gd name="csY19" fmla="*/ 96421 h 381906"/>
              <a:gd name="csX20" fmla="*/ 107293 w 381906"/>
              <a:gd name="csY20" fmla="*/ 75501 h 381906"/>
              <a:gd name="csX21" fmla="*/ 110682 w 381906"/>
              <a:gd name="csY21" fmla="*/ 55812 h 381906"/>
              <a:gd name="csX22" fmla="*/ 166969 w 381906"/>
              <a:gd name="csY22" fmla="*/ 0 h 381906"/>
              <a:gd name="csX23" fmla="*/ 248584 w 381906"/>
              <a:gd name="csY23" fmla="*/ 81615 h 381906"/>
              <a:gd name="csX24" fmla="*/ 258110 w 381906"/>
              <a:gd name="csY24" fmla="*/ 83049 h 381906"/>
              <a:gd name="csX25" fmla="*/ 273483 w 381906"/>
              <a:gd name="csY25" fmla="*/ 58730 h 381906"/>
              <a:gd name="csX26" fmla="*/ 293910 w 381906"/>
              <a:gd name="csY26" fmla="*/ 26412 h 381906"/>
              <a:gd name="csX27" fmla="*/ 342150 w 381906"/>
              <a:gd name="csY27" fmla="*/ 35454 h 381906"/>
              <a:gd name="csX28" fmla="*/ 345442 w 381906"/>
              <a:gd name="csY28" fmla="*/ 38751 h 381906"/>
              <a:gd name="csX29" fmla="*/ 354775 w 381906"/>
              <a:gd name="csY29" fmla="*/ 88328 h 381906"/>
              <a:gd name="csX30" fmla="*/ 323143 w 381906"/>
              <a:gd name="csY30" fmla="*/ 108409 h 381906"/>
              <a:gd name="csX31" fmla="*/ 298844 w 381906"/>
              <a:gd name="csY31" fmla="*/ 123750 h 381906"/>
              <a:gd name="csX32" fmla="*/ 300278 w 381906"/>
              <a:gd name="csY32" fmla="*/ 133276 h 381906"/>
              <a:gd name="csX33" fmla="*/ 381906 w 381906"/>
              <a:gd name="csY33" fmla="*/ 214923 h 381906"/>
              <a:gd name="csX34" fmla="*/ 326081 w 381906"/>
              <a:gd name="csY34" fmla="*/ 270749 h 381906"/>
              <a:gd name="csX35" fmla="*/ 306392 w 381906"/>
              <a:gd name="csY35" fmla="*/ 274138 h 381906"/>
              <a:gd name="csX36" fmla="*/ 285472 w 381906"/>
              <a:gd name="csY36" fmla="*/ 241086 h 381906"/>
              <a:gd name="csX37" fmla="*/ 270869 w 381906"/>
              <a:gd name="csY37" fmla="*/ 218151 h 381906"/>
              <a:gd name="csX38" fmla="*/ 231491 w 381906"/>
              <a:gd name="csY38" fmla="*/ 225644 h 381906"/>
              <a:gd name="csX39" fmla="*/ 228327 w 381906"/>
              <a:gd name="csY39" fmla="*/ 228802 h 381906"/>
              <a:gd name="csX40" fmla="*/ 221125 w 381906"/>
              <a:gd name="csY40" fmla="*/ 266843 h 381906"/>
              <a:gd name="csX41" fmla="*/ 244756 w 381906"/>
              <a:gd name="csY41" fmla="*/ 281783 h 381906"/>
              <a:gd name="csX42" fmla="*/ 244756 w 381906"/>
              <a:gd name="csY42" fmla="*/ 281783 h 381906"/>
              <a:gd name="csX43" fmla="*/ 277850 w 381906"/>
              <a:gd name="csY43" fmla="*/ 302532 h 381906"/>
              <a:gd name="csX44" fmla="*/ 274414 w 381906"/>
              <a:gd name="csY44" fmla="*/ 322360 h 381906"/>
              <a:gd name="csX45" fmla="*/ 127877 w 381906"/>
              <a:gd name="csY45" fmla="*/ 288662 h 381906"/>
              <a:gd name="csX46" fmla="*/ 139796 w 381906"/>
              <a:gd name="csY46" fmla="*/ 293735 h 381906"/>
              <a:gd name="csX47" fmla="*/ 214923 w 381906"/>
              <a:gd name="csY47" fmla="*/ 368866 h 381906"/>
              <a:gd name="csX48" fmla="*/ 267918 w 381906"/>
              <a:gd name="csY48" fmla="*/ 315872 h 381906"/>
              <a:gd name="csX49" fmla="*/ 269398 w 381906"/>
              <a:gd name="csY49" fmla="*/ 306189 h 381906"/>
              <a:gd name="csX50" fmla="*/ 245015 w 381906"/>
              <a:gd name="csY50" fmla="*/ 291005 h 381906"/>
              <a:gd name="csX51" fmla="*/ 212696 w 381906"/>
              <a:gd name="csY51" fmla="*/ 270573 h 381906"/>
              <a:gd name="csX52" fmla="*/ 221738 w 381906"/>
              <a:gd name="csY52" fmla="*/ 222338 h 381906"/>
              <a:gd name="csX53" fmla="*/ 225035 w 381906"/>
              <a:gd name="csY53" fmla="*/ 219041 h 381906"/>
              <a:gd name="csX54" fmla="*/ 274613 w 381906"/>
              <a:gd name="csY54" fmla="*/ 209713 h 381906"/>
              <a:gd name="csX55" fmla="*/ 294694 w 381906"/>
              <a:gd name="csY55" fmla="*/ 241344 h 381906"/>
              <a:gd name="csX56" fmla="*/ 310034 w 381906"/>
              <a:gd name="csY56" fmla="*/ 265667 h 381906"/>
              <a:gd name="csX57" fmla="*/ 319561 w 381906"/>
              <a:gd name="csY57" fmla="*/ 264229 h 381906"/>
              <a:gd name="csX58" fmla="*/ 368866 w 381906"/>
              <a:gd name="csY58" fmla="*/ 214923 h 381906"/>
              <a:gd name="csX59" fmla="*/ 293739 w 381906"/>
              <a:gd name="csY59" fmla="*/ 139796 h 381906"/>
              <a:gd name="csX60" fmla="*/ 290350 w 381906"/>
              <a:gd name="csY60" fmla="*/ 120107 h 381906"/>
              <a:gd name="csX61" fmla="*/ 323406 w 381906"/>
              <a:gd name="csY61" fmla="*/ 99187 h 381906"/>
              <a:gd name="csX62" fmla="*/ 346337 w 381906"/>
              <a:gd name="csY62" fmla="*/ 84580 h 381906"/>
              <a:gd name="csX63" fmla="*/ 338844 w 381906"/>
              <a:gd name="csY63" fmla="*/ 45202 h 381906"/>
              <a:gd name="csX64" fmla="*/ 335685 w 381906"/>
              <a:gd name="csY64" fmla="*/ 42043 h 381906"/>
              <a:gd name="csX65" fmla="*/ 297649 w 381906"/>
              <a:gd name="csY65" fmla="*/ 34841 h 381906"/>
              <a:gd name="csX66" fmla="*/ 282705 w 381906"/>
              <a:gd name="csY66" fmla="*/ 58472 h 381906"/>
              <a:gd name="csX67" fmla="*/ 261785 w 381906"/>
              <a:gd name="csY67" fmla="*/ 91542 h 381906"/>
              <a:gd name="csX68" fmla="*/ 242096 w 381906"/>
              <a:gd name="csY68" fmla="*/ 88153 h 381906"/>
              <a:gd name="csX69" fmla="*/ 166969 w 381906"/>
              <a:gd name="csY69" fmla="*/ 13012 h 381906"/>
              <a:gd name="csX70" fmla="*/ 117170 w 381906"/>
              <a:gd name="csY70" fmla="*/ 62345 h 381906"/>
              <a:gd name="csX71" fmla="*/ 115750 w 381906"/>
              <a:gd name="csY71" fmla="*/ 71858 h 381906"/>
              <a:gd name="csX72" fmla="*/ 140105 w 381906"/>
              <a:gd name="csY72" fmla="*/ 87199 h 381906"/>
              <a:gd name="csX73" fmla="*/ 172424 w 381906"/>
              <a:gd name="csY73" fmla="*/ 107630 h 381906"/>
              <a:gd name="csX74" fmla="*/ 163382 w 381906"/>
              <a:gd name="csY74" fmla="*/ 155866 h 381906"/>
              <a:gd name="csX75" fmla="*/ 160085 w 381906"/>
              <a:gd name="csY75" fmla="*/ 159162 h 381906"/>
              <a:gd name="csX76" fmla="*/ 110512 w 381906"/>
              <a:gd name="csY76" fmla="*/ 168491 h 381906"/>
              <a:gd name="csX77" fmla="*/ 90426 w 381906"/>
              <a:gd name="csY77" fmla="*/ 136859 h 381906"/>
              <a:gd name="csX78" fmla="*/ 75086 w 381906"/>
              <a:gd name="csY78" fmla="*/ 112559 h 381906"/>
              <a:gd name="csX79" fmla="*/ 65559 w 381906"/>
              <a:gd name="csY79" fmla="*/ 113998 h 381906"/>
              <a:gd name="csX80" fmla="*/ 13012 w 381906"/>
              <a:gd name="csY80" fmla="*/ 166969 h 381906"/>
              <a:gd name="csX81" fmla="*/ 88172 w 381906"/>
              <a:gd name="csY81" fmla="*/ 242128 h 381906"/>
              <a:gd name="csX82" fmla="*/ 91561 w 381906"/>
              <a:gd name="csY82" fmla="*/ 261817 h 381906"/>
              <a:gd name="csX83" fmla="*/ 58491 w 381906"/>
              <a:gd name="csY83" fmla="*/ 282705 h 381906"/>
              <a:gd name="csX84" fmla="*/ 35555 w 381906"/>
              <a:gd name="csY84" fmla="*/ 297313 h 381906"/>
              <a:gd name="csX85" fmla="*/ 43048 w 381906"/>
              <a:gd name="csY85" fmla="*/ 336691 h 381906"/>
              <a:gd name="csX86" fmla="*/ 46207 w 381906"/>
              <a:gd name="csY86" fmla="*/ 339849 h 381906"/>
              <a:gd name="csX87" fmla="*/ 84248 w 381906"/>
              <a:gd name="csY87" fmla="*/ 347052 h 381906"/>
              <a:gd name="csX88" fmla="*/ 99187 w 381906"/>
              <a:gd name="csY88" fmla="*/ 323420 h 381906"/>
              <a:gd name="csX89" fmla="*/ 120103 w 381906"/>
              <a:gd name="csY89" fmla="*/ 290350 h 381906"/>
              <a:gd name="csX90" fmla="*/ 127877 w 381906"/>
              <a:gd name="csY90" fmla="*/ 288662 h 3819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</a:cxnLst>
            <a:rect l="l" t="t" r="r" b="b"/>
            <a:pathLst>
              <a:path w="381906" h="381906">
                <a:moveTo>
                  <a:pt x="214923" y="381906"/>
                </a:moveTo>
                <a:lnTo>
                  <a:pt x="133276" y="300259"/>
                </a:lnTo>
                <a:cubicBezTo>
                  <a:pt x="130797" y="297670"/>
                  <a:pt x="126882" y="297080"/>
                  <a:pt x="123750" y="298825"/>
                </a:cubicBezTo>
                <a:cubicBezTo>
                  <a:pt x="114682" y="303642"/>
                  <a:pt x="108844" y="312903"/>
                  <a:pt x="108409" y="323162"/>
                </a:cubicBezTo>
                <a:cubicBezTo>
                  <a:pt x="109070" y="337159"/>
                  <a:pt x="100905" y="350074"/>
                  <a:pt x="87978" y="355480"/>
                </a:cubicBezTo>
                <a:cubicBezTo>
                  <a:pt x="71542" y="362422"/>
                  <a:pt x="52548" y="358862"/>
                  <a:pt x="39742" y="346438"/>
                </a:cubicBezTo>
                <a:lnTo>
                  <a:pt x="36445" y="343141"/>
                </a:lnTo>
                <a:cubicBezTo>
                  <a:pt x="23658" y="329991"/>
                  <a:pt x="19983" y="310463"/>
                  <a:pt x="27117" y="293564"/>
                </a:cubicBezTo>
                <a:cubicBezTo>
                  <a:pt x="32390" y="280885"/>
                  <a:pt x="45031" y="272859"/>
                  <a:pt x="58749" y="273483"/>
                </a:cubicBezTo>
                <a:cubicBezTo>
                  <a:pt x="68987" y="272992"/>
                  <a:pt x="78218" y="267170"/>
                  <a:pt x="83072" y="258142"/>
                </a:cubicBezTo>
                <a:cubicBezTo>
                  <a:pt x="84813" y="255009"/>
                  <a:pt x="84223" y="251095"/>
                  <a:pt x="81633" y="248616"/>
                </a:cubicBezTo>
                <a:lnTo>
                  <a:pt x="0" y="166969"/>
                </a:lnTo>
                <a:lnTo>
                  <a:pt x="59025" y="107487"/>
                </a:lnTo>
                <a:cubicBezTo>
                  <a:pt x="64175" y="102231"/>
                  <a:pt x="72110" y="100861"/>
                  <a:pt x="78724" y="104084"/>
                </a:cubicBezTo>
                <a:cubicBezTo>
                  <a:pt x="91233" y="110420"/>
                  <a:pt x="99266" y="123100"/>
                  <a:pt x="99648" y="137117"/>
                </a:cubicBezTo>
                <a:cubicBezTo>
                  <a:pt x="99126" y="147096"/>
                  <a:pt x="104992" y="156306"/>
                  <a:pt x="114256" y="160052"/>
                </a:cubicBezTo>
                <a:cubicBezTo>
                  <a:pt x="127709" y="165552"/>
                  <a:pt x="143140" y="162616"/>
                  <a:pt x="153634" y="152560"/>
                </a:cubicBezTo>
                <a:lnTo>
                  <a:pt x="156792" y="149401"/>
                </a:lnTo>
                <a:cubicBezTo>
                  <a:pt x="166606" y="139313"/>
                  <a:pt x="169441" y="124337"/>
                  <a:pt x="163995" y="111360"/>
                </a:cubicBezTo>
                <a:cubicBezTo>
                  <a:pt x="160106" y="101854"/>
                  <a:pt x="150619" y="95856"/>
                  <a:pt x="140363" y="96421"/>
                </a:cubicBezTo>
                <a:cubicBezTo>
                  <a:pt x="126333" y="96057"/>
                  <a:pt x="113633" y="88023"/>
                  <a:pt x="107293" y="75501"/>
                </a:cubicBezTo>
                <a:cubicBezTo>
                  <a:pt x="104069" y="68892"/>
                  <a:pt x="105434" y="60962"/>
                  <a:pt x="110682" y="55812"/>
                </a:cubicBezTo>
                <a:lnTo>
                  <a:pt x="166969" y="0"/>
                </a:lnTo>
                <a:lnTo>
                  <a:pt x="248584" y="81615"/>
                </a:lnTo>
                <a:cubicBezTo>
                  <a:pt x="251065" y="84201"/>
                  <a:pt x="254977" y="84790"/>
                  <a:pt x="258110" y="83049"/>
                </a:cubicBezTo>
                <a:cubicBezTo>
                  <a:pt x="267183" y="78242"/>
                  <a:pt x="273033" y="68989"/>
                  <a:pt x="273483" y="58730"/>
                </a:cubicBezTo>
                <a:cubicBezTo>
                  <a:pt x="272820" y="44735"/>
                  <a:pt x="280983" y="31819"/>
                  <a:pt x="293910" y="26412"/>
                </a:cubicBezTo>
                <a:cubicBezTo>
                  <a:pt x="310347" y="19468"/>
                  <a:pt x="329343" y="23029"/>
                  <a:pt x="342150" y="35454"/>
                </a:cubicBezTo>
                <a:lnTo>
                  <a:pt x="345442" y="38751"/>
                </a:lnTo>
                <a:cubicBezTo>
                  <a:pt x="358232" y="51900"/>
                  <a:pt x="361908" y="71429"/>
                  <a:pt x="354775" y="88328"/>
                </a:cubicBezTo>
                <a:cubicBezTo>
                  <a:pt x="349514" y="101017"/>
                  <a:pt x="336864" y="109047"/>
                  <a:pt x="323143" y="108409"/>
                </a:cubicBezTo>
                <a:cubicBezTo>
                  <a:pt x="312896" y="108851"/>
                  <a:pt x="303649" y="114688"/>
                  <a:pt x="298844" y="123750"/>
                </a:cubicBezTo>
                <a:cubicBezTo>
                  <a:pt x="297102" y="126883"/>
                  <a:pt x="297691" y="130795"/>
                  <a:pt x="300278" y="133276"/>
                </a:cubicBezTo>
                <a:lnTo>
                  <a:pt x="381906" y="214923"/>
                </a:lnTo>
                <a:lnTo>
                  <a:pt x="326081" y="270749"/>
                </a:lnTo>
                <a:cubicBezTo>
                  <a:pt x="320934" y="276005"/>
                  <a:pt x="312999" y="277371"/>
                  <a:pt x="306392" y="274138"/>
                </a:cubicBezTo>
                <a:cubicBezTo>
                  <a:pt x="293877" y="267800"/>
                  <a:pt x="285845" y="255110"/>
                  <a:pt x="285472" y="241086"/>
                </a:cubicBezTo>
                <a:cubicBezTo>
                  <a:pt x="285992" y="231110"/>
                  <a:pt x="280128" y="221901"/>
                  <a:pt x="270869" y="218151"/>
                </a:cubicBezTo>
                <a:cubicBezTo>
                  <a:pt x="257416" y="212645"/>
                  <a:pt x="241982" y="215582"/>
                  <a:pt x="231491" y="225644"/>
                </a:cubicBezTo>
                <a:lnTo>
                  <a:pt x="228327" y="228802"/>
                </a:lnTo>
                <a:cubicBezTo>
                  <a:pt x="218514" y="238890"/>
                  <a:pt x="215679" y="253866"/>
                  <a:pt x="221125" y="266843"/>
                </a:cubicBezTo>
                <a:cubicBezTo>
                  <a:pt x="225022" y="276343"/>
                  <a:pt x="234503" y="282337"/>
                  <a:pt x="244756" y="281783"/>
                </a:cubicBezTo>
                <a:lnTo>
                  <a:pt x="244756" y="281783"/>
                </a:lnTo>
                <a:cubicBezTo>
                  <a:pt x="258803" y="281957"/>
                  <a:pt x="271574" y="289965"/>
                  <a:pt x="277850" y="302532"/>
                </a:cubicBezTo>
                <a:cubicBezTo>
                  <a:pt x="281086" y="309192"/>
                  <a:pt x="279703" y="317176"/>
                  <a:pt x="274414" y="322360"/>
                </a:cubicBezTo>
                <a:close/>
                <a:moveTo>
                  <a:pt x="127877" y="288662"/>
                </a:moveTo>
                <a:cubicBezTo>
                  <a:pt x="132373" y="288669"/>
                  <a:pt x="136674" y="290499"/>
                  <a:pt x="139796" y="293735"/>
                </a:cubicBezTo>
                <a:lnTo>
                  <a:pt x="214923" y="368866"/>
                </a:lnTo>
                <a:lnTo>
                  <a:pt x="267918" y="315872"/>
                </a:lnTo>
                <a:cubicBezTo>
                  <a:pt x="270554" y="313356"/>
                  <a:pt x="271162" y="309378"/>
                  <a:pt x="269398" y="306189"/>
                </a:cubicBezTo>
                <a:cubicBezTo>
                  <a:pt x="264621" y="297084"/>
                  <a:pt x="255293" y="291275"/>
                  <a:pt x="245015" y="291005"/>
                </a:cubicBezTo>
                <a:cubicBezTo>
                  <a:pt x="231023" y="291646"/>
                  <a:pt x="218118" y="283488"/>
                  <a:pt x="212696" y="270573"/>
                </a:cubicBezTo>
                <a:cubicBezTo>
                  <a:pt x="205752" y="254138"/>
                  <a:pt x="209313" y="235143"/>
                  <a:pt x="221738" y="222338"/>
                </a:cubicBezTo>
                <a:lnTo>
                  <a:pt x="225035" y="219041"/>
                </a:lnTo>
                <a:cubicBezTo>
                  <a:pt x="238186" y="206253"/>
                  <a:pt x="257714" y="202579"/>
                  <a:pt x="274613" y="209713"/>
                </a:cubicBezTo>
                <a:cubicBezTo>
                  <a:pt x="287291" y="214986"/>
                  <a:pt x="295316" y="227627"/>
                  <a:pt x="294694" y="241344"/>
                </a:cubicBezTo>
                <a:cubicBezTo>
                  <a:pt x="295133" y="251599"/>
                  <a:pt x="300970" y="260853"/>
                  <a:pt x="310034" y="265667"/>
                </a:cubicBezTo>
                <a:cubicBezTo>
                  <a:pt x="313168" y="267408"/>
                  <a:pt x="317081" y="266816"/>
                  <a:pt x="319561" y="264229"/>
                </a:cubicBezTo>
                <a:lnTo>
                  <a:pt x="368866" y="214923"/>
                </a:lnTo>
                <a:lnTo>
                  <a:pt x="293739" y="139796"/>
                </a:lnTo>
                <a:cubicBezTo>
                  <a:pt x="288491" y="134646"/>
                  <a:pt x="287126" y="126716"/>
                  <a:pt x="290350" y="120107"/>
                </a:cubicBezTo>
                <a:cubicBezTo>
                  <a:pt x="296667" y="107570"/>
                  <a:pt x="309372" y="99530"/>
                  <a:pt x="323406" y="99187"/>
                </a:cubicBezTo>
                <a:cubicBezTo>
                  <a:pt x="333384" y="99710"/>
                  <a:pt x="342594" y="93843"/>
                  <a:pt x="346337" y="84580"/>
                </a:cubicBezTo>
                <a:cubicBezTo>
                  <a:pt x="351839" y="71126"/>
                  <a:pt x="348903" y="55694"/>
                  <a:pt x="338844" y="45202"/>
                </a:cubicBezTo>
                <a:lnTo>
                  <a:pt x="335685" y="42043"/>
                </a:lnTo>
                <a:cubicBezTo>
                  <a:pt x="325597" y="32233"/>
                  <a:pt x="310625" y="29398"/>
                  <a:pt x="297649" y="34841"/>
                </a:cubicBezTo>
                <a:cubicBezTo>
                  <a:pt x="288135" y="38721"/>
                  <a:pt x="282133" y="48213"/>
                  <a:pt x="282705" y="58472"/>
                </a:cubicBezTo>
                <a:cubicBezTo>
                  <a:pt x="282337" y="72502"/>
                  <a:pt x="274304" y="85199"/>
                  <a:pt x="261785" y="91542"/>
                </a:cubicBezTo>
                <a:cubicBezTo>
                  <a:pt x="255178" y="94775"/>
                  <a:pt x="247242" y="93409"/>
                  <a:pt x="242096" y="88153"/>
                </a:cubicBezTo>
                <a:lnTo>
                  <a:pt x="166969" y="13012"/>
                </a:lnTo>
                <a:lnTo>
                  <a:pt x="117170" y="62345"/>
                </a:lnTo>
                <a:cubicBezTo>
                  <a:pt x="114592" y="64826"/>
                  <a:pt x="114009" y="68732"/>
                  <a:pt x="115750" y="71858"/>
                </a:cubicBezTo>
                <a:cubicBezTo>
                  <a:pt x="120556" y="80945"/>
                  <a:pt x="129834" y="86788"/>
                  <a:pt x="140105" y="87199"/>
                </a:cubicBezTo>
                <a:cubicBezTo>
                  <a:pt x="154097" y="86557"/>
                  <a:pt x="167002" y="94715"/>
                  <a:pt x="172424" y="107630"/>
                </a:cubicBezTo>
                <a:cubicBezTo>
                  <a:pt x="179368" y="124065"/>
                  <a:pt x="175807" y="143061"/>
                  <a:pt x="163382" y="155866"/>
                </a:cubicBezTo>
                <a:lnTo>
                  <a:pt x="160085" y="159162"/>
                </a:lnTo>
                <a:cubicBezTo>
                  <a:pt x="146935" y="171948"/>
                  <a:pt x="127410" y="175622"/>
                  <a:pt x="110512" y="168491"/>
                </a:cubicBezTo>
                <a:cubicBezTo>
                  <a:pt x="97830" y="163221"/>
                  <a:pt x="89802" y="150578"/>
                  <a:pt x="90426" y="136859"/>
                </a:cubicBezTo>
                <a:cubicBezTo>
                  <a:pt x="89976" y="126614"/>
                  <a:pt x="84141" y="117371"/>
                  <a:pt x="75086" y="112559"/>
                </a:cubicBezTo>
                <a:cubicBezTo>
                  <a:pt x="71952" y="110819"/>
                  <a:pt x="68039" y="111410"/>
                  <a:pt x="65559" y="113998"/>
                </a:cubicBezTo>
                <a:lnTo>
                  <a:pt x="13012" y="166969"/>
                </a:lnTo>
                <a:lnTo>
                  <a:pt x="88172" y="242128"/>
                </a:lnTo>
                <a:cubicBezTo>
                  <a:pt x="93428" y="247274"/>
                  <a:pt x="94793" y="255210"/>
                  <a:pt x="91561" y="261817"/>
                </a:cubicBezTo>
                <a:cubicBezTo>
                  <a:pt x="85197" y="274313"/>
                  <a:pt x="72508" y="282326"/>
                  <a:pt x="58491" y="282705"/>
                </a:cubicBezTo>
                <a:cubicBezTo>
                  <a:pt x="48520" y="282213"/>
                  <a:pt x="39325" y="288069"/>
                  <a:pt x="35555" y="297313"/>
                </a:cubicBezTo>
                <a:cubicBezTo>
                  <a:pt x="30053" y="310766"/>
                  <a:pt x="32989" y="326198"/>
                  <a:pt x="43048" y="336691"/>
                </a:cubicBezTo>
                <a:lnTo>
                  <a:pt x="46207" y="339849"/>
                </a:lnTo>
                <a:cubicBezTo>
                  <a:pt x="56296" y="349660"/>
                  <a:pt x="71270" y="352495"/>
                  <a:pt x="84248" y="347052"/>
                </a:cubicBezTo>
                <a:cubicBezTo>
                  <a:pt x="93759" y="343168"/>
                  <a:pt x="99759" y="333678"/>
                  <a:pt x="99187" y="323420"/>
                </a:cubicBezTo>
                <a:cubicBezTo>
                  <a:pt x="99554" y="309391"/>
                  <a:pt x="107585" y="296694"/>
                  <a:pt x="120103" y="290350"/>
                </a:cubicBezTo>
                <a:cubicBezTo>
                  <a:pt x="122552" y="289264"/>
                  <a:pt x="125197" y="288690"/>
                  <a:pt x="127877" y="288662"/>
                </a:cubicBezTo>
                <a:close/>
              </a:path>
            </a:pathLst>
          </a:custGeom>
          <a:gradFill>
            <a:gsLst>
              <a:gs pos="100000">
                <a:srgbClr val="3FB6FA"/>
              </a:gs>
              <a:gs pos="0">
                <a:srgbClr val="8745A6"/>
              </a:gs>
            </a:gsLst>
            <a:lin ang="16200000" scaled="1"/>
          </a:gradFill>
          <a:ln w="456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4" name="Slide Number Placeholder 1">
            <a:extLst>
              <a:ext uri="{FF2B5EF4-FFF2-40B4-BE49-F238E27FC236}">
                <a16:creationId xmlns:a16="http://schemas.microsoft.com/office/drawing/2014/main" id="{D4D16558-53E8-BF75-E857-A729DF543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8644" y="6494918"/>
            <a:ext cx="231849" cy="176972"/>
          </a:xfrm>
        </p:spPr>
        <p:txBody>
          <a:bodyPr/>
          <a:lstStyle/>
          <a:p>
            <a:fld id="{656FEE46-54D6-4306-A6BD-73AF3F3AD20B}" type="slidenum">
              <a:rPr lang="en-US" smtClean="0">
                <a:solidFill>
                  <a:schemeClr val="bg1"/>
                </a:solidFill>
              </a:rPr>
              <a:t>2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46" name="Graphic 45" descr="Processor outline">
            <a:extLst>
              <a:ext uri="{FF2B5EF4-FFF2-40B4-BE49-F238E27FC236}">
                <a16:creationId xmlns:a16="http://schemas.microsoft.com/office/drawing/2014/main" id="{064919F3-534E-F1F3-12A1-68C7E949D1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06421" y="1201355"/>
            <a:ext cx="293363" cy="293363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77240" y="14173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buNone/>
            </a:pPr>
            <a:r>
              <a:rPr lang="en-US" sz="2000" b="1" i="0">
                <a:solidFill>
                  <a:srgbClr val="013482"/>
                </a:solidFill>
                <a:latin typeface="Segoe UI"/>
                <a:cs typeface="Segoe UI"/>
              </a:rPr>
              <a:t>Problem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17136" y="13441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buNone/>
            </a:pPr>
            <a:r>
              <a:rPr lang="en-US" sz="2000" b="1" i="0">
                <a:solidFill>
                  <a:srgbClr val="013482"/>
                </a:solidFill>
                <a:latin typeface="Segoe UI"/>
                <a:cs typeface="Segoe UI"/>
              </a:rPr>
              <a:t>Solution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89720" y="124358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buNone/>
            </a:pPr>
            <a:r>
              <a:rPr lang="en-US" sz="1400" b="1" i="0">
                <a:solidFill>
                  <a:srgbClr val="000000"/>
                </a:solidFill>
                <a:latin typeface="Segoe UI"/>
                <a:cs typeface="Segoe UI"/>
              </a:rPr>
              <a:t>Technical Architecture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1847088"/>
            <a:ext cx="3429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buNone/>
            </a:pPr>
            <a:r>
              <a:rPr lang="en-US" sz="1300" b="1" i="0">
                <a:solidFill>
                  <a:srgbClr val="000000"/>
                </a:solidFill>
                <a:latin typeface="Segoe UI"/>
                <a:cs typeface="Segoe UI"/>
              </a:rPr>
              <a:t>The same QA workflow, repeated manually across three environments: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2542032"/>
            <a:ext cx="3429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lang="en-US" sz="1300" b="0" i="0">
                <a:solidFill>
                  <a:srgbClr val="1F1F33"/>
                </a:solidFill>
                <a:latin typeface="Calibri"/>
                <a:cs typeface="Calibri"/>
              </a:rPr>
              <a:t>Repeated manual work across INT, CRT, and PRD</a:t>
            </a:r>
          </a:p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lang="en-US" sz="1300" b="0" i="0">
                <a:solidFill>
                  <a:srgbClr val="1F1F33"/>
                </a:solidFill>
                <a:latin typeface="Calibri"/>
                <a:cs typeface="Calibri"/>
              </a:rPr>
              <a:t>Heavy engineer dependency for notebooks, test coverage, and SQL</a:t>
            </a:r>
          </a:p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lang="en-US" sz="1300" b="0" i="0">
                <a:solidFill>
                  <a:srgbClr val="1F1F33"/>
                </a:solidFill>
                <a:latin typeface="Calibri"/>
                <a:cs typeface="Calibri"/>
              </a:rPr>
              <a:t>Difficult knowledge reuse across notebooks and environments</a:t>
            </a:r>
          </a:p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lang="en-US" sz="1300" b="0" i="0">
                <a:solidFill>
                  <a:srgbClr val="1F1F33"/>
                </a:solidFill>
                <a:latin typeface="Calibri"/>
                <a:cs typeface="Calibri"/>
              </a:rPr>
              <a:t>Time-consuming bug triage involving multiple validation steps</a:t>
            </a:r>
          </a:p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lang="en-US" sz="1300" b="0" i="0">
                <a:solidFill>
                  <a:srgbClr val="1F1F33"/>
                </a:solidFill>
                <a:latin typeface="Calibri"/>
                <a:cs typeface="Calibri"/>
              </a:rPr>
              <a:t>Need for consistent checks with story-specific coverage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17136" y="178308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buNone/>
            </a:pPr>
            <a:r>
              <a:rPr lang="en-US" sz="1400" b="1" i="0">
                <a:solidFill>
                  <a:srgbClr val="000000"/>
                </a:solidFill>
                <a:latin typeface="Segoe UI"/>
                <a:cs typeface="Segoe UI"/>
              </a:rPr>
              <a:t>AI-Assisted Testing Assistant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17136" y="2121408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buNone/>
            </a:pPr>
            <a:r>
              <a:rPr lang="en-US" sz="1300" b="0" i="0">
                <a:solidFill>
                  <a:srgbClr val="1F1F33"/>
                </a:solidFill>
                <a:latin typeface="Calibri"/>
                <a:cs typeface="Calibri"/>
              </a:rPr>
              <a:t>An intelligent multi-agent system that: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17136" y="2487168"/>
            <a:ext cx="3749039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71450" indent="-171450">
              <a:spcAft>
                <a:spcPts val="400"/>
              </a:spcAft>
              <a:buFont typeface="Arial"/>
              <a:buChar char="•"/>
            </a:pPr>
            <a:r>
              <a:rPr lang="en-US" sz="1250" b="0" i="0">
                <a:solidFill>
                  <a:srgbClr val="1F1F33"/>
                </a:solidFill>
                <a:latin typeface="Calibri"/>
                <a:cs typeface="Calibri"/>
              </a:rPr>
              <a:t>Understands the user story and identifies the right notebook</a:t>
            </a:r>
          </a:p>
          <a:p>
            <a:pPr marL="171450" indent="-171450">
              <a:spcAft>
                <a:spcPts val="400"/>
              </a:spcAft>
              <a:buFont typeface="Arial"/>
              <a:buChar char="•"/>
            </a:pPr>
            <a:r>
              <a:rPr lang="en-US" sz="1250" b="0" i="0">
                <a:solidFill>
                  <a:srgbClr val="1F1F33"/>
                </a:solidFill>
                <a:latin typeface="Calibri"/>
                <a:cs typeface="Calibri"/>
              </a:rPr>
              <a:t>Generates and executes SQL to validate the required data</a:t>
            </a:r>
          </a:p>
          <a:p>
            <a:pPr marL="171450" indent="-171450">
              <a:spcAft>
                <a:spcPts val="400"/>
              </a:spcAft>
              <a:buFont typeface="Arial"/>
              <a:buChar char="•"/>
            </a:pPr>
            <a:r>
              <a:rPr lang="en-US" sz="1250" b="0" i="0">
                <a:solidFill>
                  <a:srgbClr val="1F1F33"/>
                </a:solidFill>
                <a:latin typeface="Calibri"/>
                <a:cs typeface="Calibri"/>
              </a:rPr>
              <a:t>Checks results and gives a transparent Pass/Fail decision to QA</a:t>
            </a:r>
          </a:p>
          <a:p>
            <a:pPr marL="171450" indent="-171450">
              <a:spcAft>
                <a:spcPts val="400"/>
              </a:spcAft>
              <a:buFont typeface="Arial"/>
              <a:buChar char="•"/>
            </a:pPr>
            <a:r>
              <a:rPr lang="en-US" sz="1250" b="0" i="0">
                <a:solidFill>
                  <a:srgbClr val="1F1F33"/>
                </a:solidFill>
                <a:latin typeface="Calibri"/>
                <a:cs typeface="Calibri"/>
              </a:rPr>
              <a:t>Runs 7 standard tests plus story-specific tests, every time</a:t>
            </a:r>
          </a:p>
          <a:p>
            <a:pPr marL="171450" indent="-171450">
              <a:spcAft>
                <a:spcPts val="400"/>
              </a:spcAft>
              <a:buFont typeface="Arial"/>
              <a:buChar char="•"/>
            </a:pPr>
            <a:r>
              <a:rPr lang="en-US" sz="1250" b="0" i="0">
                <a:solidFill>
                  <a:srgbClr val="1F1F33"/>
                </a:solidFill>
                <a:latin typeface="Calibri"/>
                <a:cs typeface="Calibri"/>
              </a:rPr>
              <a:t>Attaches screenshot + notebook evidence to each test case on its own child link</a:t>
            </a:r>
          </a:p>
          <a:p>
            <a:pPr marL="171450" indent="-171450">
              <a:spcAft>
                <a:spcPts val="400"/>
              </a:spcAft>
              <a:buFont typeface="Arial"/>
              <a:buChar char="•"/>
            </a:pPr>
            <a:r>
              <a:rPr lang="en-US" sz="1250" b="1" i="0">
                <a:solidFill>
                  <a:srgbClr val="1F1F33"/>
                </a:solidFill>
                <a:latin typeface="Calibri"/>
                <a:cs typeface="Calibri"/>
              </a:rPr>
              <a:t xml:space="preserve">Human-in-the-loop: </a:t>
            </a:r>
            <a:r>
              <a:rPr lang="en-US" sz="1250" b="0" i="0">
                <a:solidFill>
                  <a:srgbClr val="1F1F33"/>
                </a:solidFill>
                <a:latin typeface="Calibri"/>
                <a:cs typeface="Calibri"/>
              </a:rPr>
              <a:t>QA decides on every bug; a missed job always stops the run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15400" y="169164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buNone/>
            </a:pPr>
            <a:r>
              <a:rPr lang="en-US" sz="1200" b="1" i="0">
                <a:solidFill>
                  <a:srgbClr val="000000"/>
                </a:solidFill>
                <a:latin typeface="Segoe UI"/>
                <a:cs typeface="Segoe UI"/>
              </a:rPr>
              <a:t>Platform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15400" y="193852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71450" indent="-171450">
              <a:spcAft>
                <a:spcPts val="100"/>
              </a:spcAft>
              <a:buFont typeface="Arial"/>
              <a:buChar char="•"/>
            </a:pPr>
            <a:r>
              <a:rPr lang="en-US" sz="1100" b="0" i="0">
                <a:solidFill>
                  <a:srgbClr val="1F1F33"/>
                </a:solidFill>
                <a:latin typeface="Calibri"/>
                <a:cs typeface="Calibri"/>
              </a:rPr>
              <a:t>QA Web UI + orchestration runtime</a:t>
            </a:r>
          </a:p>
          <a:p>
            <a:pPr marL="171450" indent="-171450">
              <a:spcAft>
                <a:spcPts val="100"/>
              </a:spcAft>
              <a:buFont typeface="Arial"/>
              <a:buChar char="•"/>
            </a:pPr>
            <a:r>
              <a:rPr lang="en-US" sz="1100" b="0" i="0">
                <a:solidFill>
                  <a:srgbClr val="1F1F33"/>
                </a:solidFill>
                <a:latin typeface="Calibri"/>
                <a:cs typeface="Calibri"/>
              </a:rPr>
              <a:t>Agentic AI + ML/DL, Genie-enabled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15400" y="2587752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buNone/>
            </a:pPr>
            <a:r>
              <a:rPr lang="en-US" sz="1200" b="1" i="0">
                <a:solidFill>
                  <a:srgbClr val="000000"/>
                </a:solidFill>
                <a:latin typeface="Segoe UI"/>
                <a:cs typeface="Segoe UI"/>
              </a:rPr>
              <a:t>Agent Ecosystem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15400" y="283464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71450" indent="-171450">
              <a:spcAft>
                <a:spcPts val="100"/>
              </a:spcAft>
              <a:buFont typeface="Arial"/>
              <a:buChar char="•"/>
            </a:pPr>
            <a:r>
              <a:rPr lang="en-US" sz="1100" b="1" i="0">
                <a:solidFill>
                  <a:srgbClr val="1F1F33"/>
                </a:solidFill>
                <a:latin typeface="Calibri"/>
                <a:cs typeface="Calibri"/>
              </a:rPr>
              <a:t xml:space="preserve">Plan: </a:t>
            </a:r>
            <a:r>
              <a:rPr lang="en-US" sz="1100" b="0" i="0">
                <a:solidFill>
                  <a:srgbClr val="1F1F33"/>
                </a:solidFill>
                <a:latin typeface="Calibri"/>
                <a:cs typeface="Calibri"/>
              </a:rPr>
              <a:t>User Story, Environment, Notebook, Test Design</a:t>
            </a:r>
          </a:p>
          <a:p>
            <a:pPr marL="171450" indent="-171450">
              <a:spcAft>
                <a:spcPts val="100"/>
              </a:spcAft>
              <a:buFont typeface="Arial"/>
              <a:buChar char="•"/>
            </a:pPr>
            <a:r>
              <a:rPr lang="en-US" sz="1100" b="1" i="0">
                <a:solidFill>
                  <a:srgbClr val="1F1F33"/>
                </a:solidFill>
                <a:latin typeface="Calibri"/>
                <a:cs typeface="Calibri"/>
              </a:rPr>
              <a:t xml:space="preserve">Build &amp; run: </a:t>
            </a:r>
            <a:r>
              <a:rPr lang="en-US" sz="1100" b="0" i="0">
                <a:solidFill>
                  <a:srgbClr val="1F1F33"/>
                </a:solidFill>
                <a:latin typeface="Calibri"/>
                <a:cs typeface="Calibri"/>
              </a:rPr>
              <a:t>Code Generation, Execution</a:t>
            </a:r>
          </a:p>
          <a:p>
            <a:pPr marL="171450" indent="-171450">
              <a:spcAft>
                <a:spcPts val="100"/>
              </a:spcAft>
              <a:buFont typeface="Arial"/>
              <a:buChar char="•"/>
            </a:pPr>
            <a:r>
              <a:rPr lang="en-US" sz="1100" b="1" i="0">
                <a:solidFill>
                  <a:srgbClr val="1F1F33"/>
                </a:solidFill>
                <a:latin typeface="Calibri"/>
                <a:cs typeface="Calibri"/>
              </a:rPr>
              <a:t xml:space="preserve">Validate: </a:t>
            </a:r>
            <a:r>
              <a:rPr lang="en-US" sz="1100" b="0" i="0">
                <a:solidFill>
                  <a:srgbClr val="1F1F33"/>
                </a:solidFill>
                <a:latin typeface="Calibri"/>
                <a:cs typeface="Calibri"/>
              </a:rPr>
              <a:t>Validation, Evidence, Screenshot Capture</a:t>
            </a:r>
          </a:p>
          <a:p>
            <a:pPr marL="171450" indent="-171450">
              <a:spcAft>
                <a:spcPts val="100"/>
              </a:spcAft>
              <a:buFont typeface="Arial"/>
              <a:buChar char="•"/>
            </a:pPr>
            <a:r>
              <a:rPr lang="en-US" sz="1100" b="1" i="0">
                <a:solidFill>
                  <a:srgbClr val="1F1F33"/>
                </a:solidFill>
                <a:latin typeface="Calibri"/>
                <a:cs typeface="Calibri"/>
              </a:rPr>
              <a:t xml:space="preserve">Control: </a:t>
            </a:r>
            <a:r>
              <a:rPr lang="en-US" sz="1100" b="0" i="0">
                <a:solidFill>
                  <a:srgbClr val="1F1F33"/>
                </a:solidFill>
                <a:latin typeface="Calibri"/>
                <a:cs typeface="Calibri"/>
              </a:rPr>
              <a:t>Bug Escalation, Job Monitor, Genie Assistant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15400" y="429768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buNone/>
            </a:pPr>
            <a:r>
              <a:rPr lang="en-US" sz="1200" b="1" i="0">
                <a:solidFill>
                  <a:srgbClr val="000000"/>
                </a:solidFill>
                <a:latin typeface="Segoe UI"/>
                <a:cs typeface="Segoe UI"/>
              </a:rPr>
              <a:t>Workflow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15400" y="4544568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buNone/>
            </a:pPr>
            <a:r>
              <a:rPr lang="en-US" sz="1100" b="0" i="0">
                <a:solidFill>
                  <a:srgbClr val="1F1F33"/>
                </a:solidFill>
                <a:latin typeface="Calibri"/>
                <a:cs typeface="Calibri"/>
              </a:rPr>
              <a:t>Story → Scope → Design → Reference → Execute → Review, run in INT → CRT → PRD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4048" y="553212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lang="en-US" sz="1400" b="1" i="0">
                <a:solidFill>
                  <a:srgbClr val="FFFFFF"/>
                </a:solidFill>
                <a:latin typeface="Segoe UI"/>
                <a:cs typeface="Segoe UI"/>
              </a:rPr>
              <a:t>Deployment Roadmap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08960" y="537667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buNone/>
            </a:pPr>
            <a:r>
              <a:rPr lang="en-US" sz="1150" b="1" i="0">
                <a:solidFill>
                  <a:srgbClr val="FFFFFF"/>
                </a:solidFill>
                <a:latin typeface="Segoe UI"/>
                <a:cs typeface="Segoe UI"/>
              </a:rPr>
              <a:t>Phase 1 – Assisted POC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06040" y="5870448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buNone/>
            </a:pPr>
            <a:r>
              <a:rPr lang="en-US" sz="1000" b="0" i="0">
                <a:solidFill>
                  <a:srgbClr val="FFFFFF"/>
                </a:solidFill>
                <a:latin typeface="Calibri"/>
                <a:cs typeface="Calibri"/>
              </a:rPr>
              <a:t>UI intake, story/TTSM parsing, notebook search, test-plan generation, manual execution and reviewer feedback.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26480" y="5376672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buNone/>
            </a:pPr>
            <a:r>
              <a:rPr lang="en-US" sz="1150" b="1" i="0">
                <a:solidFill>
                  <a:srgbClr val="FFFFFF"/>
                </a:solidFill>
                <a:latin typeface="Segoe UI"/>
                <a:cs typeface="Segoe UI"/>
              </a:rPr>
              <a:t>Phase 2 – Controlled Automation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23560" y="5870448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buNone/>
            </a:pPr>
            <a:r>
              <a:rPr lang="en-US" sz="1000" b="0" i="0">
                <a:solidFill>
                  <a:srgbClr val="FFFFFF"/>
                </a:solidFill>
                <a:latin typeface="Calibri"/>
                <a:cs typeface="Calibri"/>
              </a:rPr>
              <a:t>Approved script execution, automated comparisons, evidence packaging, IPR checklist validation, Genie assistance.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486400" y="5440680"/>
            <a:ext cx="0" cy="914400"/>
          </a:xfrm>
          <a:prstGeom prst="line">
            <a:avLst/>
          </a:prstGeom>
          <a:ln w="28575">
            <a:solidFill>
              <a:srgbClr val="3FB6FA"/>
            </a:solidFill>
          </a:ln>
        </p:spPr>
      </p:cxnSp>
      <p:sp>
        <p:nvSpPr>
          <p:cNvPr id="67" name="TextBox 66"/>
          <p:cNvSpPr txBox="1"/>
          <p:nvPr/>
        </p:nvSpPr>
        <p:spPr>
          <a:xfrm>
            <a:off x="9235440" y="537667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buNone/>
            </a:pPr>
            <a:r>
              <a:rPr lang="en-US" sz="1150" b="1" i="0">
                <a:solidFill>
                  <a:srgbClr val="FFFFFF"/>
                </a:solidFill>
                <a:latin typeface="Segoe UI"/>
                <a:cs typeface="Segoe UI"/>
              </a:rPr>
              <a:t>Phase 3 – Agentic Orchestration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32520" y="5870448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buNone/>
            </a:pPr>
            <a:r>
              <a:rPr lang="en-US" sz="1000" b="0" i="0">
                <a:solidFill>
                  <a:srgbClr val="FFFFFF"/>
                </a:solidFill>
                <a:latin typeface="Calibri"/>
                <a:cs typeface="Calibri"/>
              </a:rPr>
              <a:t>Environment transition, bug/regression workflow, retrieval learning, anomaly detection, governed end-to-end automation.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8595360" y="5440680"/>
            <a:ext cx="0" cy="914400"/>
          </a:xfrm>
          <a:prstGeom prst="line">
            <a:avLst/>
          </a:prstGeom>
          <a:ln w="28575">
            <a:solidFill>
              <a:srgbClr val="3FB6FA"/>
            </a:solidFill>
          </a:ln>
        </p:spPr>
      </p:cxnSp>
    </p:spTree>
    <p:extLst>
      <p:ext uri="{BB962C8B-B14F-4D97-AF65-F5344CB8AC3E}">
        <p14:creationId xmlns:p14="http://schemas.microsoft.com/office/powerpoint/2010/main" val="369401736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CD0C8-FFA1-76BC-5C01-CB23AD517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E02284-A6D0-CAAA-2A92-2AC6D6FDA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Sentinel Architecture – Governed Agentic QA Flow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4A5852-9D19-66BE-BBF1-787D10CCF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FEE46-54D6-4306-A6BD-73AF3F3AD20B}" type="slidenum">
              <a:rPr lang="en-IN" smtClean="0"/>
              <a:pPr/>
              <a:t>3</a:t>
            </a:fld>
            <a:endParaRPr lang="en-IN"/>
          </a:p>
        </p:txBody>
      </p:sp>
      <p:grpSp>
        <p:nvGrpSpPr>
          <p:cNvPr id="2001" name="Group 291">
            <a:extLst>
              <a:ext uri="{FF2B5EF4-FFF2-40B4-BE49-F238E27FC236}">
                <a16:creationId xmlns:a16="http://schemas.microsoft.com/office/drawing/2014/main" id="{E4221CC5-74CA-9C35-72B9-A2AC3A86873D}"/>
              </a:ext>
            </a:extLst>
          </p:cNvPr>
          <p:cNvGrpSpPr/>
          <p:nvPr/>
        </p:nvGrpSpPr>
        <p:grpSpPr>
          <a:xfrm>
            <a:off x="566834" y="1097280"/>
            <a:ext cx="420810" cy="457200"/>
            <a:chOff x="603204" y="1802482"/>
            <a:chExt cx="371194" cy="419877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2002" name="Freeform: Shape 292">
              <a:extLst>
                <a:ext uri="{FF2B5EF4-FFF2-40B4-BE49-F238E27FC236}">
                  <a16:creationId xmlns:a16="http://schemas.microsoft.com/office/drawing/2014/main" id="{8A7CEC9F-08A5-A2C8-9436-75BE79251844}"/>
                </a:ext>
              </a:extLst>
            </p:cNvPr>
            <p:cNvSpPr/>
            <p:nvPr/>
          </p:nvSpPr>
          <p:spPr>
            <a:xfrm>
              <a:off x="693002" y="1831377"/>
              <a:ext cx="191484" cy="189694"/>
            </a:xfrm>
            <a:custGeom>
              <a:avLst/>
              <a:gdLst>
                <a:gd name="csX0" fmla="*/ 95799 w 191484"/>
                <a:gd name="csY0" fmla="*/ 189694 h 189694"/>
                <a:gd name="csX1" fmla="*/ 114653 w 191484"/>
                <a:gd name="csY1" fmla="*/ 187825 h 189694"/>
                <a:gd name="csX2" fmla="*/ 105911 w 191484"/>
                <a:gd name="csY2" fmla="*/ 177531 h 189694"/>
                <a:gd name="csX3" fmla="*/ 11697 w 191484"/>
                <a:gd name="csY3" fmla="*/ 104792 h 189694"/>
                <a:gd name="csX4" fmla="*/ 85114 w 191484"/>
                <a:gd name="csY4" fmla="*/ 11448 h 189694"/>
                <a:gd name="csX5" fmla="*/ 179327 w 191484"/>
                <a:gd name="csY5" fmla="*/ 84186 h 189694"/>
                <a:gd name="csX6" fmla="*/ 174493 w 191484"/>
                <a:gd name="csY6" fmla="*/ 124132 h 189694"/>
                <a:gd name="csX7" fmla="*/ 188139 w 191484"/>
                <a:gd name="csY7" fmla="*/ 119623 h 189694"/>
                <a:gd name="csX8" fmla="*/ 120737 w 191484"/>
                <a:gd name="csY8" fmla="*/ 3314 h 189694"/>
                <a:gd name="csX9" fmla="*/ 3345 w 191484"/>
                <a:gd name="csY9" fmla="*/ 70095 h 189694"/>
                <a:gd name="csX10" fmla="*/ 70747 w 191484"/>
                <a:gd name="csY10" fmla="*/ 186404 h 189694"/>
                <a:gd name="csX11" fmla="*/ 95799 w 191484"/>
                <a:gd name="csY11" fmla="*/ 189694 h 1896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91484" h="189694">
                  <a:moveTo>
                    <a:pt x="95799" y="189694"/>
                  </a:moveTo>
                  <a:cubicBezTo>
                    <a:pt x="102131" y="189691"/>
                    <a:pt x="108447" y="189065"/>
                    <a:pt x="114653" y="187825"/>
                  </a:cubicBezTo>
                  <a:cubicBezTo>
                    <a:pt x="111089" y="184992"/>
                    <a:pt x="108119" y="181495"/>
                    <a:pt x="105911" y="177531"/>
                  </a:cubicBezTo>
                  <a:cubicBezTo>
                    <a:pt x="59621" y="183221"/>
                    <a:pt x="17440" y="150655"/>
                    <a:pt x="11697" y="104792"/>
                  </a:cubicBezTo>
                  <a:cubicBezTo>
                    <a:pt x="5955" y="58930"/>
                    <a:pt x="38824" y="17138"/>
                    <a:pt x="85114" y="11448"/>
                  </a:cubicBezTo>
                  <a:cubicBezTo>
                    <a:pt x="131403" y="5758"/>
                    <a:pt x="173584" y="38324"/>
                    <a:pt x="179327" y="84186"/>
                  </a:cubicBezTo>
                  <a:cubicBezTo>
                    <a:pt x="181018" y="97693"/>
                    <a:pt x="179359" y="111404"/>
                    <a:pt x="174493" y="124132"/>
                  </a:cubicBezTo>
                  <a:lnTo>
                    <a:pt x="188139" y="119623"/>
                  </a:lnTo>
                  <a:cubicBezTo>
                    <a:pt x="201943" y="69064"/>
                    <a:pt x="171766" y="16991"/>
                    <a:pt x="120737" y="3314"/>
                  </a:cubicBezTo>
                  <a:cubicBezTo>
                    <a:pt x="69707" y="-10363"/>
                    <a:pt x="17149" y="19536"/>
                    <a:pt x="3345" y="70095"/>
                  </a:cubicBezTo>
                  <a:cubicBezTo>
                    <a:pt x="-10459" y="120654"/>
                    <a:pt x="19718" y="172727"/>
                    <a:pt x="70747" y="186404"/>
                  </a:cubicBezTo>
                  <a:cubicBezTo>
                    <a:pt x="78914" y="188593"/>
                    <a:pt x="87339" y="189699"/>
                    <a:pt x="95799" y="189694"/>
                  </a:cubicBez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03" name="Freeform: Shape 293">
              <a:extLst>
                <a:ext uri="{FF2B5EF4-FFF2-40B4-BE49-F238E27FC236}">
                  <a16:creationId xmlns:a16="http://schemas.microsoft.com/office/drawing/2014/main" id="{1B1D11CA-B28D-7B17-A0CB-8F7FDBDE6B0D}"/>
                </a:ext>
              </a:extLst>
            </p:cNvPr>
            <p:cNvSpPr/>
            <p:nvPr/>
          </p:nvSpPr>
          <p:spPr>
            <a:xfrm>
              <a:off x="603204" y="2038411"/>
              <a:ext cx="371194" cy="183948"/>
            </a:xfrm>
            <a:custGeom>
              <a:avLst/>
              <a:gdLst>
                <a:gd name="csX0" fmla="*/ 351122 w 371194"/>
                <a:gd name="csY0" fmla="*/ 54762 h 183948"/>
                <a:gd name="csX1" fmla="*/ 261452 w 371194"/>
                <a:gd name="csY1" fmla="*/ 11376 h 183948"/>
                <a:gd name="csX2" fmla="*/ 185597 w 371194"/>
                <a:gd name="csY2" fmla="*/ 0 h 183948"/>
                <a:gd name="csX3" fmla="*/ 109829 w 371194"/>
                <a:gd name="csY3" fmla="*/ 11353 h 183948"/>
                <a:gd name="csX4" fmla="*/ 20165 w 371194"/>
                <a:gd name="csY4" fmla="*/ 54716 h 183948"/>
                <a:gd name="csX5" fmla="*/ 0 w 371194"/>
                <a:gd name="csY5" fmla="*/ 94852 h 183948"/>
                <a:gd name="csX6" fmla="*/ 0 w 371194"/>
                <a:gd name="csY6" fmla="*/ 183948 h 183948"/>
                <a:gd name="csX7" fmla="*/ 11609 w 371194"/>
                <a:gd name="csY7" fmla="*/ 183948 h 183948"/>
                <a:gd name="csX8" fmla="*/ 11609 w 371194"/>
                <a:gd name="csY8" fmla="*/ 94852 h 183948"/>
                <a:gd name="csX9" fmla="*/ 27206 w 371194"/>
                <a:gd name="csY9" fmla="*/ 63860 h 183948"/>
                <a:gd name="csX10" fmla="*/ 112975 w 371194"/>
                <a:gd name="csY10" fmla="*/ 22452 h 183948"/>
                <a:gd name="csX11" fmla="*/ 185597 w 371194"/>
                <a:gd name="csY11" fmla="*/ 11502 h 183948"/>
                <a:gd name="csX12" fmla="*/ 258155 w 371194"/>
                <a:gd name="csY12" fmla="*/ 22429 h 183948"/>
                <a:gd name="csX13" fmla="*/ 343785 w 371194"/>
                <a:gd name="csY13" fmla="*/ 63716 h 183948"/>
                <a:gd name="csX14" fmla="*/ 359585 w 371194"/>
                <a:gd name="csY14" fmla="*/ 94864 h 183948"/>
                <a:gd name="csX15" fmla="*/ 359585 w 371194"/>
                <a:gd name="csY15" fmla="*/ 183948 h 183948"/>
                <a:gd name="csX16" fmla="*/ 371194 w 371194"/>
                <a:gd name="csY16" fmla="*/ 183948 h 183948"/>
                <a:gd name="csX17" fmla="*/ 371194 w 371194"/>
                <a:gd name="csY17" fmla="*/ 94852 h 183948"/>
                <a:gd name="csX18" fmla="*/ 351122 w 371194"/>
                <a:gd name="csY18" fmla="*/ 54762 h 183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371194" h="183948">
                  <a:moveTo>
                    <a:pt x="351122" y="54762"/>
                  </a:moveTo>
                  <a:cubicBezTo>
                    <a:pt x="324494" y="34452"/>
                    <a:pt x="293991" y="19693"/>
                    <a:pt x="261452" y="11376"/>
                  </a:cubicBezTo>
                  <a:cubicBezTo>
                    <a:pt x="236872" y="3899"/>
                    <a:pt x="211310" y="66"/>
                    <a:pt x="185597" y="0"/>
                  </a:cubicBezTo>
                  <a:cubicBezTo>
                    <a:pt x="159944" y="427"/>
                    <a:pt x="134463" y="4245"/>
                    <a:pt x="109829" y="11353"/>
                  </a:cubicBezTo>
                  <a:cubicBezTo>
                    <a:pt x="77690" y="20701"/>
                    <a:pt x="47375" y="35362"/>
                    <a:pt x="20165" y="54716"/>
                  </a:cubicBezTo>
                  <a:cubicBezTo>
                    <a:pt x="7696" y="64411"/>
                    <a:pt x="290" y="79150"/>
                    <a:pt x="0" y="94852"/>
                  </a:cubicBezTo>
                  <a:lnTo>
                    <a:pt x="0" y="183948"/>
                  </a:lnTo>
                  <a:lnTo>
                    <a:pt x="11609" y="183948"/>
                  </a:lnTo>
                  <a:lnTo>
                    <a:pt x="11609" y="94852"/>
                  </a:lnTo>
                  <a:cubicBezTo>
                    <a:pt x="11862" y="82729"/>
                    <a:pt x="17586" y="71356"/>
                    <a:pt x="27206" y="63860"/>
                  </a:cubicBezTo>
                  <a:cubicBezTo>
                    <a:pt x="53242" y="45377"/>
                    <a:pt x="82239" y="31378"/>
                    <a:pt x="112975" y="22452"/>
                  </a:cubicBezTo>
                  <a:cubicBezTo>
                    <a:pt x="136585" y="15623"/>
                    <a:pt x="161006" y="11940"/>
                    <a:pt x="185597" y="11502"/>
                  </a:cubicBezTo>
                  <a:cubicBezTo>
                    <a:pt x="210195" y="11580"/>
                    <a:pt x="234645" y="15263"/>
                    <a:pt x="258155" y="22429"/>
                  </a:cubicBezTo>
                  <a:cubicBezTo>
                    <a:pt x="289218" y="30324"/>
                    <a:pt x="318347" y="44368"/>
                    <a:pt x="343785" y="63716"/>
                  </a:cubicBezTo>
                  <a:cubicBezTo>
                    <a:pt x="353510" y="71217"/>
                    <a:pt x="359312" y="82656"/>
                    <a:pt x="359585" y="94864"/>
                  </a:cubicBezTo>
                  <a:lnTo>
                    <a:pt x="359585" y="183948"/>
                  </a:lnTo>
                  <a:lnTo>
                    <a:pt x="371194" y="183948"/>
                  </a:lnTo>
                  <a:lnTo>
                    <a:pt x="371194" y="94852"/>
                  </a:lnTo>
                  <a:cubicBezTo>
                    <a:pt x="370921" y="79180"/>
                    <a:pt x="363551" y="64459"/>
                    <a:pt x="351122" y="54762"/>
                  </a:cubicBez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04" name="Freeform: Shape 294">
              <a:extLst>
                <a:ext uri="{FF2B5EF4-FFF2-40B4-BE49-F238E27FC236}">
                  <a16:creationId xmlns:a16="http://schemas.microsoft.com/office/drawing/2014/main" id="{AA789093-19CB-BEDE-1DBE-A32E19243CF9}"/>
                </a:ext>
              </a:extLst>
            </p:cNvPr>
            <p:cNvSpPr/>
            <p:nvPr/>
          </p:nvSpPr>
          <p:spPr>
            <a:xfrm>
              <a:off x="695870" y="1802482"/>
              <a:ext cx="238047" cy="207088"/>
            </a:xfrm>
            <a:custGeom>
              <a:avLst/>
              <a:gdLst>
                <a:gd name="csX0" fmla="*/ 10007 w 238047"/>
                <a:gd name="csY0" fmla="*/ 46057 h 207088"/>
                <a:gd name="csX1" fmla="*/ 174104 w 238047"/>
                <a:gd name="csY1" fmla="*/ 44377 h 207088"/>
                <a:gd name="csX2" fmla="*/ 203220 w 238047"/>
                <a:gd name="csY2" fmla="*/ 90846 h 207088"/>
                <a:gd name="csX3" fmla="*/ 203220 w 238047"/>
                <a:gd name="csY3" fmla="*/ 160767 h 207088"/>
                <a:gd name="csX4" fmla="*/ 147234 w 238047"/>
                <a:gd name="csY4" fmla="*/ 179257 h 207088"/>
                <a:gd name="csX5" fmla="*/ 122856 w 238047"/>
                <a:gd name="csY5" fmla="*/ 176362 h 207088"/>
                <a:gd name="csX6" fmla="*/ 119933 w 238047"/>
                <a:gd name="csY6" fmla="*/ 200515 h 207088"/>
                <a:gd name="csX7" fmla="*/ 144312 w 238047"/>
                <a:gd name="csY7" fmla="*/ 203411 h 207088"/>
                <a:gd name="csX8" fmla="*/ 150943 w 238047"/>
                <a:gd name="csY8" fmla="*/ 190155 h 207088"/>
                <a:gd name="csX9" fmla="*/ 221975 w 238047"/>
                <a:gd name="csY9" fmla="*/ 166697 h 207088"/>
                <a:gd name="csX10" fmla="*/ 238048 w 238047"/>
                <a:gd name="csY10" fmla="*/ 149576 h 207088"/>
                <a:gd name="csX11" fmla="*/ 238048 w 238047"/>
                <a:gd name="csY11" fmla="*/ 103567 h 207088"/>
                <a:gd name="csX12" fmla="*/ 220634 w 238047"/>
                <a:gd name="csY12" fmla="*/ 86314 h 207088"/>
                <a:gd name="csX13" fmla="*/ 213860 w 238047"/>
                <a:gd name="csY13" fmla="*/ 86314 h 207088"/>
                <a:gd name="csX14" fmla="*/ 52381 w 238047"/>
                <a:gd name="csY14" fmla="*/ 6571 h 207088"/>
                <a:gd name="csX15" fmla="*/ 1718 w 238047"/>
                <a:gd name="csY15" fmla="*/ 38005 h 207088"/>
                <a:gd name="csX16" fmla="*/ 1682 w 238047"/>
                <a:gd name="csY16" fmla="*/ 46138 h 207088"/>
                <a:gd name="csX17" fmla="*/ 9891 w 238047"/>
                <a:gd name="csY17" fmla="*/ 46174 h 207088"/>
                <a:gd name="csX18" fmla="*/ 10007 w 238047"/>
                <a:gd name="csY18" fmla="*/ 46057 h 207088"/>
                <a:gd name="csX19" fmla="*/ 226438 w 238047"/>
                <a:gd name="csY19" fmla="*/ 103567 h 207088"/>
                <a:gd name="csX20" fmla="*/ 226438 w 238047"/>
                <a:gd name="csY20" fmla="*/ 149576 h 207088"/>
                <a:gd name="csX21" fmla="*/ 220634 w 238047"/>
                <a:gd name="csY21" fmla="*/ 155327 h 207088"/>
                <a:gd name="csX22" fmla="*/ 214829 w 238047"/>
                <a:gd name="csY22" fmla="*/ 155327 h 207088"/>
                <a:gd name="csX23" fmla="*/ 214829 w 238047"/>
                <a:gd name="csY23" fmla="*/ 97816 h 207088"/>
                <a:gd name="csX24" fmla="*/ 220634 w 238047"/>
                <a:gd name="csY24" fmla="*/ 97816 h 207088"/>
                <a:gd name="csX25" fmla="*/ 226438 w 238047"/>
                <a:gd name="csY25" fmla="*/ 103567 h 2070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238047" h="207088">
                  <a:moveTo>
                    <a:pt x="10007" y="46057"/>
                  </a:moveTo>
                  <a:cubicBezTo>
                    <a:pt x="54853" y="697"/>
                    <a:pt x="128322" y="-56"/>
                    <a:pt x="174104" y="44377"/>
                  </a:cubicBezTo>
                  <a:cubicBezTo>
                    <a:pt x="187441" y="57321"/>
                    <a:pt x="197429" y="73261"/>
                    <a:pt x="203220" y="90846"/>
                  </a:cubicBezTo>
                  <a:lnTo>
                    <a:pt x="203220" y="160767"/>
                  </a:lnTo>
                  <a:lnTo>
                    <a:pt x="147234" y="179257"/>
                  </a:lnTo>
                  <a:cubicBezTo>
                    <a:pt x="141309" y="171788"/>
                    <a:pt x="130394" y="170491"/>
                    <a:pt x="122856" y="176362"/>
                  </a:cubicBezTo>
                  <a:cubicBezTo>
                    <a:pt x="115317" y="182232"/>
                    <a:pt x="114009" y="193046"/>
                    <a:pt x="119933" y="200515"/>
                  </a:cubicBezTo>
                  <a:cubicBezTo>
                    <a:pt x="125859" y="207985"/>
                    <a:pt x="136773" y="209281"/>
                    <a:pt x="144312" y="203411"/>
                  </a:cubicBezTo>
                  <a:cubicBezTo>
                    <a:pt x="148425" y="200208"/>
                    <a:pt x="150862" y="195338"/>
                    <a:pt x="150943" y="190155"/>
                  </a:cubicBezTo>
                  <a:lnTo>
                    <a:pt x="221975" y="166697"/>
                  </a:lnTo>
                  <a:cubicBezTo>
                    <a:pt x="231014" y="166006"/>
                    <a:pt x="238005" y="158558"/>
                    <a:pt x="238048" y="149576"/>
                  </a:cubicBezTo>
                  <a:lnTo>
                    <a:pt x="238048" y="103567"/>
                  </a:lnTo>
                  <a:cubicBezTo>
                    <a:pt x="238048" y="94038"/>
                    <a:pt x="230251" y="86314"/>
                    <a:pt x="220634" y="86314"/>
                  </a:cubicBezTo>
                  <a:lnTo>
                    <a:pt x="213860" y="86314"/>
                  </a:lnTo>
                  <a:cubicBezTo>
                    <a:pt x="191494" y="20114"/>
                    <a:pt x="119198" y="-15588"/>
                    <a:pt x="52381" y="6571"/>
                  </a:cubicBezTo>
                  <a:cubicBezTo>
                    <a:pt x="33219" y="12926"/>
                    <a:pt x="15855" y="23700"/>
                    <a:pt x="1718" y="38005"/>
                  </a:cubicBezTo>
                  <a:cubicBezTo>
                    <a:pt x="-558" y="40241"/>
                    <a:pt x="-575" y="43883"/>
                    <a:pt x="1682" y="46138"/>
                  </a:cubicBezTo>
                  <a:cubicBezTo>
                    <a:pt x="3939" y="48394"/>
                    <a:pt x="7614" y="48410"/>
                    <a:pt x="9891" y="46174"/>
                  </a:cubicBezTo>
                  <a:cubicBezTo>
                    <a:pt x="9930" y="46135"/>
                    <a:pt x="9969" y="46096"/>
                    <a:pt x="10007" y="46057"/>
                  </a:cubicBezTo>
                  <a:close/>
                  <a:moveTo>
                    <a:pt x="226438" y="103567"/>
                  </a:moveTo>
                  <a:lnTo>
                    <a:pt x="226438" y="149576"/>
                  </a:lnTo>
                  <a:cubicBezTo>
                    <a:pt x="226438" y="152752"/>
                    <a:pt x="223840" y="155327"/>
                    <a:pt x="220634" y="155327"/>
                  </a:cubicBezTo>
                  <a:lnTo>
                    <a:pt x="214829" y="155327"/>
                  </a:lnTo>
                  <a:lnTo>
                    <a:pt x="214829" y="97816"/>
                  </a:lnTo>
                  <a:lnTo>
                    <a:pt x="220634" y="97816"/>
                  </a:lnTo>
                  <a:cubicBezTo>
                    <a:pt x="223840" y="97816"/>
                    <a:pt x="226438" y="100391"/>
                    <a:pt x="226438" y="103567"/>
                  </a:cubicBez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sp>
        <p:nvSpPr>
          <p:cNvPr id="2005" name="TextBox 2004"/>
          <p:cNvSpPr txBox="1"/>
          <p:nvPr/>
        </p:nvSpPr>
        <p:spPr>
          <a:xfrm>
            <a:off x="228600" y="1609344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000000"/>
                </a:solidFill>
                <a:latin typeface="Segoe UI"/>
                <a:cs typeface="Segoe UI"/>
              </a:rPr>
              <a:t>QA Tester</a:t>
            </a:r>
          </a:p>
          <a:p>
            <a:pPr algn="ctr">
              <a:buNone/>
            </a:pPr>
            <a:r>
              <a:rPr lang="en-US" sz="900" b="0" i="0">
                <a:solidFill>
                  <a:srgbClr val="4A4A5E"/>
                </a:solidFill>
                <a:latin typeface="Calibri"/>
                <a:cs typeface="Calibri"/>
              </a:rPr>
              <a:t>Picks story + environment</a:t>
            </a:r>
          </a:p>
        </p:txBody>
      </p:sp>
      <p:cxnSp>
        <p:nvCxnSpPr>
          <p:cNvPr id="2006" name="Connector 2005"/>
          <p:cNvCxnSpPr/>
          <p:nvPr/>
        </p:nvCxnSpPr>
        <p:spPr>
          <a:xfrm>
            <a:off x="1280160" y="1325880"/>
            <a:ext cx="411480" cy="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</p:cxnSp>
      <p:sp>
        <p:nvSpPr>
          <p:cNvPr id="2007" name="Process 2006"/>
          <p:cNvSpPr/>
          <p:nvPr/>
        </p:nvSpPr>
        <p:spPr>
          <a:xfrm>
            <a:off x="1737360" y="868680"/>
            <a:ext cx="2743200" cy="1417320"/>
          </a:xfrm>
          <a:prstGeom prst="flowChartProcess">
            <a:avLst/>
          </a:prstGeom>
          <a:noFill/>
          <a:ln w="12700" cap="flat" cmpd="sng" algn="ctr">
            <a:gradFill>
              <a:gsLst>
                <a:gs pos="0">
                  <a:srgbClr val="7030A0"/>
                </a:gs>
                <a:gs pos="100000">
                  <a:srgbClr val="00B0F0"/>
                </a:gs>
              </a:gsLst>
              <a:lin ang="5400000" scaled="1"/>
            </a:gra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005" name="Graphic 111" descr="Cmd Terminal outline">
            <a:extLst>
              <a:ext uri="{FF2B5EF4-FFF2-40B4-BE49-F238E27FC236}">
                <a16:creationId xmlns:a16="http://schemas.microsoft.com/office/drawing/2014/main" id="{AE1CA1DB-AC77-A06B-BB10-78CF97F3A134}"/>
              </a:ext>
            </a:extLst>
          </p:cNvPr>
          <p:cNvGrpSpPr/>
          <p:nvPr/>
        </p:nvGrpSpPr>
        <p:grpSpPr>
          <a:xfrm>
            <a:off x="2858587" y="1133856"/>
            <a:ext cx="500745" cy="384048"/>
            <a:chOff x="5735600" y="1929571"/>
            <a:chExt cx="376755" cy="288953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2006" name="Freeform: Shape 309">
              <a:extLst>
                <a:ext uri="{FF2B5EF4-FFF2-40B4-BE49-F238E27FC236}">
                  <a16:creationId xmlns:a16="http://schemas.microsoft.com/office/drawing/2014/main" id="{CAFECEC3-CDB9-7CD2-0E01-E8288AAE2D9D}"/>
                </a:ext>
              </a:extLst>
            </p:cNvPr>
            <p:cNvSpPr/>
            <p:nvPr/>
          </p:nvSpPr>
          <p:spPr>
            <a:xfrm>
              <a:off x="5735600" y="1929571"/>
              <a:ext cx="376755" cy="288953"/>
            </a:xfrm>
            <a:custGeom>
              <a:avLst/>
              <a:gdLst>
                <a:gd name="csX0" fmla="*/ 376756 w 376755"/>
                <a:gd name="csY0" fmla="*/ 0 h 288953"/>
                <a:gd name="csX1" fmla="*/ 0 w 376755"/>
                <a:gd name="csY1" fmla="*/ 0 h 288953"/>
                <a:gd name="csX2" fmla="*/ 0 w 376755"/>
                <a:gd name="csY2" fmla="*/ 288954 h 288953"/>
                <a:gd name="csX3" fmla="*/ 376756 w 376755"/>
                <a:gd name="csY3" fmla="*/ 288954 h 288953"/>
                <a:gd name="csX4" fmla="*/ 367352 w 376755"/>
                <a:gd name="csY4" fmla="*/ 279636 h 288953"/>
                <a:gd name="csX5" fmla="*/ 9404 w 376755"/>
                <a:gd name="csY5" fmla="*/ 279636 h 288953"/>
                <a:gd name="csX6" fmla="*/ 9404 w 376755"/>
                <a:gd name="csY6" fmla="*/ 74539 h 288953"/>
                <a:gd name="csX7" fmla="*/ 367352 w 376755"/>
                <a:gd name="csY7" fmla="*/ 74539 h 288953"/>
                <a:gd name="csX8" fmla="*/ 367352 w 376755"/>
                <a:gd name="csY8" fmla="*/ 65221 h 288953"/>
                <a:gd name="csX9" fmla="*/ 9404 w 376755"/>
                <a:gd name="csY9" fmla="*/ 65221 h 288953"/>
                <a:gd name="csX10" fmla="*/ 9404 w 376755"/>
                <a:gd name="csY10" fmla="*/ 9317 h 288953"/>
                <a:gd name="csX11" fmla="*/ 367352 w 376755"/>
                <a:gd name="csY11" fmla="*/ 9317 h 2889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376755" h="288953">
                  <a:moveTo>
                    <a:pt x="376756" y="0"/>
                  </a:moveTo>
                  <a:lnTo>
                    <a:pt x="0" y="0"/>
                  </a:lnTo>
                  <a:lnTo>
                    <a:pt x="0" y="288954"/>
                  </a:lnTo>
                  <a:lnTo>
                    <a:pt x="376756" y="288954"/>
                  </a:lnTo>
                  <a:close/>
                  <a:moveTo>
                    <a:pt x="367352" y="279636"/>
                  </a:moveTo>
                  <a:lnTo>
                    <a:pt x="9404" y="279636"/>
                  </a:lnTo>
                  <a:lnTo>
                    <a:pt x="9404" y="74539"/>
                  </a:lnTo>
                  <a:lnTo>
                    <a:pt x="367352" y="74539"/>
                  </a:lnTo>
                  <a:close/>
                  <a:moveTo>
                    <a:pt x="367352" y="65221"/>
                  </a:moveTo>
                  <a:lnTo>
                    <a:pt x="9404" y="65221"/>
                  </a:lnTo>
                  <a:lnTo>
                    <a:pt x="9404" y="9317"/>
                  </a:lnTo>
                  <a:lnTo>
                    <a:pt x="367352" y="9317"/>
                  </a:lnTo>
                  <a:close/>
                </a:path>
              </a:pathLst>
            </a:cu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07" name="Oval 310">
              <a:extLst>
                <a:ext uri="{FF2B5EF4-FFF2-40B4-BE49-F238E27FC236}">
                  <a16:creationId xmlns:a16="http://schemas.microsoft.com/office/drawing/2014/main" id="{7FFBD6B9-42BC-2381-8A95-D0022086DEB2}"/>
                </a:ext>
              </a:extLst>
            </p:cNvPr>
            <p:cNvSpPr/>
            <p:nvPr/>
          </p:nvSpPr>
          <p:spPr>
            <a:xfrm>
              <a:off x="5985321" y="1957523"/>
              <a:ext cx="18808" cy="18634"/>
            </a:xfrm>
            <a:prstGeom prst="ellipse">
              <a:avLst/>
            </a:pr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08" name="Oval 311">
              <a:extLst>
                <a:ext uri="{FF2B5EF4-FFF2-40B4-BE49-F238E27FC236}">
                  <a16:creationId xmlns:a16="http://schemas.microsoft.com/office/drawing/2014/main" id="{B9FF4D44-A884-30B9-BF9D-C5C9825E9E2E}"/>
                </a:ext>
              </a:extLst>
            </p:cNvPr>
            <p:cNvSpPr/>
            <p:nvPr/>
          </p:nvSpPr>
          <p:spPr>
            <a:xfrm>
              <a:off x="6018235" y="1957523"/>
              <a:ext cx="18808" cy="18634"/>
            </a:xfrm>
            <a:prstGeom prst="ellipse">
              <a:avLst/>
            </a:pr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09" name="Oval 312">
              <a:extLst>
                <a:ext uri="{FF2B5EF4-FFF2-40B4-BE49-F238E27FC236}">
                  <a16:creationId xmlns:a16="http://schemas.microsoft.com/office/drawing/2014/main" id="{5D518986-E072-CAB5-715E-19A4E785D123}"/>
                </a:ext>
              </a:extLst>
            </p:cNvPr>
            <p:cNvSpPr/>
            <p:nvPr/>
          </p:nvSpPr>
          <p:spPr>
            <a:xfrm>
              <a:off x="6051150" y="1957523"/>
              <a:ext cx="18808" cy="18634"/>
            </a:xfrm>
            <a:prstGeom prst="ellipse">
              <a:avLst/>
            </a:pr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10" name="Freeform: Shape 313">
              <a:extLst>
                <a:ext uri="{FF2B5EF4-FFF2-40B4-BE49-F238E27FC236}">
                  <a16:creationId xmlns:a16="http://schemas.microsoft.com/office/drawing/2014/main" id="{E1706726-10AD-ADF0-4CC1-03A25155009A}"/>
                </a:ext>
              </a:extLst>
            </p:cNvPr>
            <p:cNvSpPr/>
            <p:nvPr/>
          </p:nvSpPr>
          <p:spPr>
            <a:xfrm>
              <a:off x="5803319" y="2042744"/>
              <a:ext cx="56993" cy="97431"/>
            </a:xfrm>
            <a:custGeom>
              <a:avLst/>
              <a:gdLst>
                <a:gd name="csX0" fmla="*/ 2351 w 56993"/>
                <a:gd name="csY0" fmla="*/ 90844 h 97431"/>
                <a:gd name="csX1" fmla="*/ 9000 w 56993"/>
                <a:gd name="csY1" fmla="*/ 97431 h 97431"/>
                <a:gd name="csX2" fmla="*/ 56993 w 56993"/>
                <a:gd name="csY2" fmla="*/ 49880 h 97431"/>
                <a:gd name="csX3" fmla="*/ 6649 w 56993"/>
                <a:gd name="csY3" fmla="*/ 0 h 97431"/>
                <a:gd name="csX4" fmla="*/ 0 w 56993"/>
                <a:gd name="csY4" fmla="*/ 6587 h 97431"/>
                <a:gd name="csX5" fmla="*/ 43696 w 56993"/>
                <a:gd name="csY5" fmla="*/ 49880 h 97431"/>
                <a:gd name="csX6" fmla="*/ 2351 w 56993"/>
                <a:gd name="csY6" fmla="*/ 90844 h 974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6993" h="97431">
                  <a:moveTo>
                    <a:pt x="2351" y="90844"/>
                  </a:moveTo>
                  <a:lnTo>
                    <a:pt x="9000" y="97431"/>
                  </a:lnTo>
                  <a:lnTo>
                    <a:pt x="56993" y="49880"/>
                  </a:lnTo>
                  <a:lnTo>
                    <a:pt x="6649" y="0"/>
                  </a:lnTo>
                  <a:lnTo>
                    <a:pt x="0" y="6587"/>
                  </a:lnTo>
                  <a:lnTo>
                    <a:pt x="43696" y="49880"/>
                  </a:lnTo>
                  <a:lnTo>
                    <a:pt x="2351" y="90844"/>
                  </a:lnTo>
                  <a:close/>
                </a:path>
              </a:pathLst>
            </a:cu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11" name="Rectangle 314">
              <a:extLst>
                <a:ext uri="{FF2B5EF4-FFF2-40B4-BE49-F238E27FC236}">
                  <a16:creationId xmlns:a16="http://schemas.microsoft.com/office/drawing/2014/main" id="{136F0D35-C404-F4C0-BA84-B966A9C82F00}"/>
                </a:ext>
              </a:extLst>
            </p:cNvPr>
            <p:cNvSpPr/>
            <p:nvPr/>
          </p:nvSpPr>
          <p:spPr>
            <a:xfrm>
              <a:off x="5877174" y="2129894"/>
              <a:ext cx="75232" cy="9317"/>
            </a:xfrm>
            <a:prstGeom prst="rect">
              <a:avLst/>
            </a:pr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sp>
        <p:nvSpPr>
          <p:cNvPr id="2012" name="TextBox 2011"/>
          <p:cNvSpPr txBox="1"/>
          <p:nvPr/>
        </p:nvSpPr>
        <p:spPr>
          <a:xfrm>
            <a:off x="1828800" y="1572768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000000"/>
                </a:solidFill>
                <a:latin typeface="Segoe UI"/>
                <a:cs typeface="Segoe UI"/>
              </a:rPr>
              <a:t>QA WEB UI</a:t>
            </a:r>
          </a:p>
          <a:p>
            <a:pPr algn="ctr">
              <a:buNone/>
            </a:pPr>
            <a:r>
              <a:rPr lang="en-US" sz="900" b="0" i="0">
                <a:solidFill>
                  <a:srgbClr val="4A4A5E"/>
                </a:solidFill>
                <a:latin typeface="Calibri"/>
                <a:cs typeface="Calibri"/>
              </a:rPr>
              <a:t>Story · Environment · Test Plan · Notebook Preview · Results · Genie</a:t>
            </a:r>
          </a:p>
        </p:txBody>
      </p:sp>
      <p:cxnSp>
        <p:nvCxnSpPr>
          <p:cNvPr id="2013" name="Connector 2012"/>
          <p:cNvCxnSpPr/>
          <p:nvPr/>
        </p:nvCxnSpPr>
        <p:spPr>
          <a:xfrm>
            <a:off x="4526280" y="1581912"/>
            <a:ext cx="365760" cy="0"/>
          </a:xfrm>
          <a:prstGeom prst="line">
            <a:avLst/>
          </a:prstGeom>
          <a:ln w="19050">
            <a:solidFill>
              <a:srgbClr val="00B050"/>
            </a:solidFill>
            <a:tailEnd type="triangle"/>
          </a:ln>
        </p:spPr>
      </p:cxnSp>
      <p:sp>
        <p:nvSpPr>
          <p:cNvPr id="2014" name="Process 2013"/>
          <p:cNvSpPr/>
          <p:nvPr/>
        </p:nvSpPr>
        <p:spPr>
          <a:xfrm>
            <a:off x="4937760" y="868680"/>
            <a:ext cx="2194560" cy="1417320"/>
          </a:xfrm>
          <a:prstGeom prst="flowChartProcess">
            <a:avLst/>
          </a:prstGeom>
          <a:noFill/>
          <a:ln w="12700" cap="flat" cmpd="sng" algn="ctr">
            <a:gradFill>
              <a:gsLst>
                <a:gs pos="0">
                  <a:srgbClr val="7030A0"/>
                </a:gs>
                <a:gs pos="100000">
                  <a:srgbClr val="00B0F0"/>
                </a:gs>
              </a:gsLst>
              <a:lin ang="5400000" scaled="1"/>
            </a:gra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012" name="Graphic 124" descr="Robot outline">
            <a:extLst>
              <a:ext uri="{FF2B5EF4-FFF2-40B4-BE49-F238E27FC236}">
                <a16:creationId xmlns:a16="http://schemas.microsoft.com/office/drawing/2014/main" id="{31E61052-8C17-CB8F-37F7-B5AA808427F0}"/>
              </a:ext>
            </a:extLst>
          </p:cNvPr>
          <p:cNvGrpSpPr/>
          <p:nvPr/>
        </p:nvGrpSpPr>
        <p:grpSpPr>
          <a:xfrm>
            <a:off x="5846805" y="1074419"/>
            <a:ext cx="376469" cy="502920"/>
            <a:chOff x="3369983" y="1745261"/>
            <a:chExt cx="382878" cy="511481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2013" name="Freeform: Shape 346">
              <a:extLst>
                <a:ext uri="{FF2B5EF4-FFF2-40B4-BE49-F238E27FC236}">
                  <a16:creationId xmlns:a16="http://schemas.microsoft.com/office/drawing/2014/main" id="{11E52BB4-1DFE-4759-731D-23B2229F5ED7}"/>
                </a:ext>
              </a:extLst>
            </p:cNvPr>
            <p:cNvSpPr/>
            <p:nvPr/>
          </p:nvSpPr>
          <p:spPr>
            <a:xfrm>
              <a:off x="3369983" y="1745261"/>
              <a:ext cx="382878" cy="511481"/>
            </a:xfrm>
            <a:custGeom>
              <a:avLst/>
              <a:gdLst>
                <a:gd name="csX0" fmla="*/ 354577 w 382878"/>
                <a:gd name="csY0" fmla="*/ 334369 h 511481"/>
                <a:gd name="csX1" fmla="*/ 354577 w 382878"/>
                <a:gd name="csY1" fmla="*/ 277543 h 511481"/>
                <a:gd name="csX2" fmla="*/ 332616 w 382878"/>
                <a:gd name="csY2" fmla="*/ 255790 h 511481"/>
                <a:gd name="csX3" fmla="*/ 304222 w 382878"/>
                <a:gd name="csY3" fmla="*/ 255790 h 511481"/>
                <a:gd name="csX4" fmla="*/ 304222 w 382878"/>
                <a:gd name="csY4" fmla="*/ 224609 h 511481"/>
                <a:gd name="csX5" fmla="*/ 232881 w 382878"/>
                <a:gd name="csY5" fmla="*/ 224609 h 511481"/>
                <a:gd name="csX6" fmla="*/ 232881 w 382878"/>
                <a:gd name="csY6" fmla="*/ 205900 h 511481"/>
                <a:gd name="csX7" fmla="*/ 251418 w 382878"/>
                <a:gd name="csY7" fmla="*/ 205900 h 511481"/>
                <a:gd name="csX8" fmla="*/ 285339 w 382878"/>
                <a:gd name="csY8" fmla="*/ 172292 h 511481"/>
                <a:gd name="csX9" fmla="*/ 285339 w 382878"/>
                <a:gd name="csY9" fmla="*/ 102307 h 511481"/>
                <a:gd name="csX10" fmla="*/ 251418 w 382878"/>
                <a:gd name="csY10" fmla="*/ 68700 h 511481"/>
                <a:gd name="csX11" fmla="*/ 203511 w 382878"/>
                <a:gd name="csY11" fmla="*/ 68700 h 511481"/>
                <a:gd name="csX12" fmla="*/ 203511 w 382878"/>
                <a:gd name="csY12" fmla="*/ 49105 h 511481"/>
                <a:gd name="csX13" fmla="*/ 221595 w 382878"/>
                <a:gd name="csY13" fmla="*/ 18715 h 511481"/>
                <a:gd name="csX14" fmla="*/ 190922 w 382878"/>
                <a:gd name="csY14" fmla="*/ 798 h 511481"/>
                <a:gd name="csX15" fmla="*/ 172838 w 382878"/>
                <a:gd name="csY15" fmla="*/ 31188 h 511481"/>
                <a:gd name="csX16" fmla="*/ 190922 w 382878"/>
                <a:gd name="csY16" fmla="*/ 49105 h 511481"/>
                <a:gd name="csX17" fmla="*/ 190922 w 382878"/>
                <a:gd name="csY17" fmla="*/ 68700 h 511481"/>
                <a:gd name="csX18" fmla="*/ 143009 w 382878"/>
                <a:gd name="csY18" fmla="*/ 68700 h 511481"/>
                <a:gd name="csX19" fmla="*/ 109095 w 382878"/>
                <a:gd name="csY19" fmla="*/ 102307 h 511481"/>
                <a:gd name="csX20" fmla="*/ 109095 w 382878"/>
                <a:gd name="csY20" fmla="*/ 172292 h 511481"/>
                <a:gd name="csX21" fmla="*/ 143009 w 382878"/>
                <a:gd name="csY21" fmla="*/ 205900 h 511481"/>
                <a:gd name="csX22" fmla="*/ 163642 w 382878"/>
                <a:gd name="csY22" fmla="*/ 205900 h 511481"/>
                <a:gd name="csX23" fmla="*/ 163642 w 382878"/>
                <a:gd name="csY23" fmla="*/ 224609 h 511481"/>
                <a:gd name="csX24" fmla="*/ 90211 w 382878"/>
                <a:gd name="csY24" fmla="*/ 224609 h 511481"/>
                <a:gd name="csX25" fmla="*/ 90211 w 382878"/>
                <a:gd name="csY25" fmla="*/ 261983 h 511481"/>
                <a:gd name="csX26" fmla="*/ 50267 w 382878"/>
                <a:gd name="csY26" fmla="*/ 261983 h 511481"/>
                <a:gd name="csX27" fmla="*/ 40901 w 382878"/>
                <a:gd name="csY27" fmla="*/ 252710 h 511481"/>
                <a:gd name="csX28" fmla="*/ 40901 w 382878"/>
                <a:gd name="csY28" fmla="*/ 195878 h 511481"/>
                <a:gd name="csX29" fmla="*/ 68626 w 382878"/>
                <a:gd name="csY29" fmla="*/ 155898 h 511481"/>
                <a:gd name="csX30" fmla="*/ 60483 w 382878"/>
                <a:gd name="csY30" fmla="*/ 139389 h 511481"/>
                <a:gd name="csX31" fmla="*/ 51079 w 382878"/>
                <a:gd name="csY31" fmla="*/ 147683 h 511481"/>
                <a:gd name="csX32" fmla="*/ 49231 w 382878"/>
                <a:gd name="csY32" fmla="*/ 178497 h 511481"/>
                <a:gd name="csX33" fmla="*/ 18131 w 382878"/>
                <a:gd name="csY33" fmla="*/ 176667 h 511481"/>
                <a:gd name="csX34" fmla="*/ 18014 w 382878"/>
                <a:gd name="csY34" fmla="*/ 147814 h 511481"/>
                <a:gd name="csX35" fmla="*/ 8535 w 382878"/>
                <a:gd name="csY35" fmla="*/ 139601 h 511481"/>
                <a:gd name="csX36" fmla="*/ 11859 w 382878"/>
                <a:gd name="csY36" fmla="*/ 187996 h 511481"/>
                <a:gd name="csX37" fmla="*/ 28312 w 382878"/>
                <a:gd name="csY37" fmla="*/ 195878 h 511481"/>
                <a:gd name="csX38" fmla="*/ 28312 w 382878"/>
                <a:gd name="csY38" fmla="*/ 252710 h 511481"/>
                <a:gd name="csX39" fmla="*/ 50267 w 382878"/>
                <a:gd name="csY39" fmla="*/ 274456 h 511481"/>
                <a:gd name="csX40" fmla="*/ 90211 w 382878"/>
                <a:gd name="csY40" fmla="*/ 274456 h 511481"/>
                <a:gd name="csX41" fmla="*/ 90211 w 382878"/>
                <a:gd name="csY41" fmla="*/ 405619 h 511481"/>
                <a:gd name="csX42" fmla="*/ 40011 w 382878"/>
                <a:gd name="csY42" fmla="*/ 461650 h 511481"/>
                <a:gd name="csX43" fmla="*/ 93359 w 382878"/>
                <a:gd name="csY43" fmla="*/ 511481 h 511481"/>
                <a:gd name="csX44" fmla="*/ 301075 w 382878"/>
                <a:gd name="csY44" fmla="*/ 511481 h 511481"/>
                <a:gd name="csX45" fmla="*/ 354517 w 382878"/>
                <a:gd name="csY45" fmla="*/ 458475 h 511481"/>
                <a:gd name="csX46" fmla="*/ 304222 w 382878"/>
                <a:gd name="csY46" fmla="*/ 405619 h 511481"/>
                <a:gd name="csX47" fmla="*/ 304222 w 382878"/>
                <a:gd name="csY47" fmla="*/ 268263 h 511481"/>
                <a:gd name="csX48" fmla="*/ 332616 w 382878"/>
                <a:gd name="csY48" fmla="*/ 268263 h 511481"/>
                <a:gd name="csX49" fmla="*/ 341988 w 382878"/>
                <a:gd name="csY49" fmla="*/ 277543 h 511481"/>
                <a:gd name="csX50" fmla="*/ 341988 w 382878"/>
                <a:gd name="csY50" fmla="*/ 334369 h 511481"/>
                <a:gd name="csX51" fmla="*/ 314263 w 382878"/>
                <a:gd name="csY51" fmla="*/ 374349 h 511481"/>
                <a:gd name="csX52" fmla="*/ 322400 w 382878"/>
                <a:gd name="csY52" fmla="*/ 390851 h 511481"/>
                <a:gd name="csX53" fmla="*/ 331804 w 382878"/>
                <a:gd name="csY53" fmla="*/ 382557 h 511481"/>
                <a:gd name="csX54" fmla="*/ 333657 w 382878"/>
                <a:gd name="csY54" fmla="*/ 351743 h 511481"/>
                <a:gd name="csX55" fmla="*/ 364758 w 382878"/>
                <a:gd name="csY55" fmla="*/ 353579 h 511481"/>
                <a:gd name="csX56" fmla="*/ 364869 w 382878"/>
                <a:gd name="csY56" fmla="*/ 382432 h 511481"/>
                <a:gd name="csX57" fmla="*/ 374348 w 382878"/>
                <a:gd name="csY57" fmla="*/ 390639 h 511481"/>
                <a:gd name="csX58" fmla="*/ 371016 w 382878"/>
                <a:gd name="csY58" fmla="*/ 342245 h 511481"/>
                <a:gd name="csX59" fmla="*/ 354577 w 382878"/>
                <a:gd name="csY59" fmla="*/ 334369 h 511481"/>
                <a:gd name="csX60" fmla="*/ 184628 w 382878"/>
                <a:gd name="csY60" fmla="*/ 25045 h 511481"/>
                <a:gd name="csX61" fmla="*/ 197217 w 382878"/>
                <a:gd name="csY61" fmla="*/ 12572 h 511481"/>
                <a:gd name="csX62" fmla="*/ 209805 w 382878"/>
                <a:gd name="csY62" fmla="*/ 25045 h 511481"/>
                <a:gd name="csX63" fmla="*/ 197217 w 382878"/>
                <a:gd name="csY63" fmla="*/ 37518 h 511481"/>
                <a:gd name="csX64" fmla="*/ 184621 w 382878"/>
                <a:gd name="csY64" fmla="*/ 25051 h 511481"/>
                <a:gd name="csX65" fmla="*/ 184621 w 382878"/>
                <a:gd name="csY65" fmla="*/ 25045 h 511481"/>
                <a:gd name="csX66" fmla="*/ 102800 w 382878"/>
                <a:gd name="csY66" fmla="*/ 331063 h 511481"/>
                <a:gd name="csX67" fmla="*/ 154257 w 382878"/>
                <a:gd name="csY67" fmla="*/ 331063 h 511481"/>
                <a:gd name="csX68" fmla="*/ 174764 w 382878"/>
                <a:gd name="csY68" fmla="*/ 287877 h 511481"/>
                <a:gd name="csX69" fmla="*/ 194032 w 382878"/>
                <a:gd name="csY69" fmla="*/ 361017 h 511481"/>
                <a:gd name="csX70" fmla="*/ 220034 w 382878"/>
                <a:gd name="csY70" fmla="*/ 308008 h 511481"/>
                <a:gd name="csX71" fmla="*/ 236399 w 382878"/>
                <a:gd name="csY71" fmla="*/ 346486 h 511481"/>
                <a:gd name="csX72" fmla="*/ 249089 w 382878"/>
                <a:gd name="csY72" fmla="*/ 333633 h 511481"/>
                <a:gd name="csX73" fmla="*/ 255207 w 382878"/>
                <a:gd name="csY73" fmla="*/ 331082 h 511481"/>
                <a:gd name="csX74" fmla="*/ 291614 w 382878"/>
                <a:gd name="csY74" fmla="*/ 331082 h 511481"/>
                <a:gd name="csX75" fmla="*/ 291614 w 382878"/>
                <a:gd name="csY75" fmla="*/ 405463 h 511481"/>
                <a:gd name="csX76" fmla="*/ 102781 w 382878"/>
                <a:gd name="csY76" fmla="*/ 405463 h 511481"/>
                <a:gd name="csX77" fmla="*/ 143009 w 382878"/>
                <a:gd name="csY77" fmla="*/ 193427 h 511481"/>
                <a:gd name="csX78" fmla="*/ 121683 w 382878"/>
                <a:gd name="csY78" fmla="*/ 172292 h 511481"/>
                <a:gd name="csX79" fmla="*/ 121683 w 382878"/>
                <a:gd name="csY79" fmla="*/ 102307 h 511481"/>
                <a:gd name="csX80" fmla="*/ 143009 w 382878"/>
                <a:gd name="csY80" fmla="*/ 81172 h 511481"/>
                <a:gd name="csX81" fmla="*/ 251418 w 382878"/>
                <a:gd name="csY81" fmla="*/ 81172 h 511481"/>
                <a:gd name="csX82" fmla="*/ 272750 w 382878"/>
                <a:gd name="csY82" fmla="*/ 102307 h 511481"/>
                <a:gd name="csX83" fmla="*/ 272750 w 382878"/>
                <a:gd name="csY83" fmla="*/ 172292 h 511481"/>
                <a:gd name="csX84" fmla="*/ 251418 w 382878"/>
                <a:gd name="csY84" fmla="*/ 193427 h 511481"/>
                <a:gd name="csX85" fmla="*/ 143009 w 382878"/>
                <a:gd name="csY85" fmla="*/ 193427 h 511481"/>
                <a:gd name="csX86" fmla="*/ 176231 w 382878"/>
                <a:gd name="csY86" fmla="*/ 205900 h 511481"/>
                <a:gd name="csX87" fmla="*/ 220292 w 382878"/>
                <a:gd name="csY87" fmla="*/ 205900 h 511481"/>
                <a:gd name="csX88" fmla="*/ 220292 w 382878"/>
                <a:gd name="csY88" fmla="*/ 224609 h 511481"/>
                <a:gd name="csX89" fmla="*/ 176231 w 382878"/>
                <a:gd name="csY89" fmla="*/ 224609 h 511481"/>
                <a:gd name="csX90" fmla="*/ 163642 w 382878"/>
                <a:gd name="csY90" fmla="*/ 237081 h 511481"/>
                <a:gd name="csX91" fmla="*/ 291633 w 382878"/>
                <a:gd name="csY91" fmla="*/ 237081 h 511481"/>
                <a:gd name="csX92" fmla="*/ 291633 w 382878"/>
                <a:gd name="csY92" fmla="*/ 318591 h 511481"/>
                <a:gd name="csX93" fmla="*/ 255226 w 382878"/>
                <a:gd name="csY93" fmla="*/ 318591 h 511481"/>
                <a:gd name="csX94" fmla="*/ 240667 w 382878"/>
                <a:gd name="csY94" fmla="*/ 324353 h 511481"/>
                <a:gd name="csX95" fmla="*/ 220840 w 382878"/>
                <a:gd name="csY95" fmla="*/ 277792 h 511481"/>
                <a:gd name="csX96" fmla="*/ 197607 w 382878"/>
                <a:gd name="csY96" fmla="*/ 325189 h 511481"/>
                <a:gd name="csX97" fmla="*/ 178170 w 382878"/>
                <a:gd name="csY97" fmla="*/ 251425 h 511481"/>
                <a:gd name="csX98" fmla="*/ 146269 w 382878"/>
                <a:gd name="csY98" fmla="*/ 318591 h 511481"/>
                <a:gd name="csX99" fmla="*/ 102800 w 382878"/>
                <a:gd name="csY99" fmla="*/ 318591 h 511481"/>
                <a:gd name="csX100" fmla="*/ 102800 w 382878"/>
                <a:gd name="csY100" fmla="*/ 237081 h 511481"/>
                <a:gd name="csX101" fmla="*/ 341988 w 382878"/>
                <a:gd name="csY101" fmla="*/ 458472 h 511481"/>
                <a:gd name="csX102" fmla="*/ 301075 w 382878"/>
                <a:gd name="csY102" fmla="*/ 499009 h 511481"/>
                <a:gd name="csX103" fmla="*/ 93359 w 382878"/>
                <a:gd name="csY103" fmla="*/ 499009 h 511481"/>
                <a:gd name="csX104" fmla="*/ 52445 w 382878"/>
                <a:gd name="csY104" fmla="*/ 458472 h 511481"/>
                <a:gd name="csX105" fmla="*/ 93359 w 382878"/>
                <a:gd name="csY105" fmla="*/ 417936 h 511481"/>
                <a:gd name="csX106" fmla="*/ 301075 w 382878"/>
                <a:gd name="csY106" fmla="*/ 417936 h 511481"/>
                <a:gd name="csX107" fmla="*/ 341988 w 382878"/>
                <a:gd name="csY107" fmla="*/ 458472 h 5114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</a:cxnLst>
              <a:rect l="l" t="t" r="r" b="b"/>
              <a:pathLst>
                <a:path w="382878" h="511481">
                  <a:moveTo>
                    <a:pt x="354577" y="334369"/>
                  </a:moveTo>
                  <a:lnTo>
                    <a:pt x="354577" y="277543"/>
                  </a:lnTo>
                  <a:cubicBezTo>
                    <a:pt x="354563" y="265533"/>
                    <a:pt x="344738" y="255801"/>
                    <a:pt x="332616" y="255790"/>
                  </a:cubicBezTo>
                  <a:lnTo>
                    <a:pt x="304222" y="255790"/>
                  </a:lnTo>
                  <a:lnTo>
                    <a:pt x="304222" y="224609"/>
                  </a:lnTo>
                  <a:lnTo>
                    <a:pt x="232881" y="224609"/>
                  </a:lnTo>
                  <a:lnTo>
                    <a:pt x="232881" y="205900"/>
                  </a:lnTo>
                  <a:lnTo>
                    <a:pt x="251418" y="205900"/>
                  </a:lnTo>
                  <a:cubicBezTo>
                    <a:pt x="270144" y="205882"/>
                    <a:pt x="285321" y="190846"/>
                    <a:pt x="285339" y="172292"/>
                  </a:cubicBezTo>
                  <a:lnTo>
                    <a:pt x="285339" y="102307"/>
                  </a:lnTo>
                  <a:cubicBezTo>
                    <a:pt x="285321" y="83753"/>
                    <a:pt x="270144" y="68717"/>
                    <a:pt x="251418" y="68700"/>
                  </a:cubicBezTo>
                  <a:lnTo>
                    <a:pt x="203511" y="68700"/>
                  </a:lnTo>
                  <a:lnTo>
                    <a:pt x="203511" y="49105"/>
                  </a:lnTo>
                  <a:cubicBezTo>
                    <a:pt x="216975" y="45661"/>
                    <a:pt x="225071" y="32055"/>
                    <a:pt x="221595" y="18715"/>
                  </a:cubicBezTo>
                  <a:cubicBezTo>
                    <a:pt x="218118" y="5376"/>
                    <a:pt x="204386" y="-2646"/>
                    <a:pt x="190922" y="798"/>
                  </a:cubicBezTo>
                  <a:cubicBezTo>
                    <a:pt x="177458" y="4242"/>
                    <a:pt x="169362" y="17848"/>
                    <a:pt x="172838" y="31188"/>
                  </a:cubicBezTo>
                  <a:cubicBezTo>
                    <a:pt x="175128" y="39975"/>
                    <a:pt x="182053" y="46836"/>
                    <a:pt x="190922" y="49105"/>
                  </a:cubicBezTo>
                  <a:lnTo>
                    <a:pt x="190922" y="68700"/>
                  </a:lnTo>
                  <a:lnTo>
                    <a:pt x="143009" y="68700"/>
                  </a:lnTo>
                  <a:cubicBezTo>
                    <a:pt x="124285" y="68720"/>
                    <a:pt x="109112" y="83756"/>
                    <a:pt x="109095" y="102307"/>
                  </a:cubicBezTo>
                  <a:lnTo>
                    <a:pt x="109095" y="172292"/>
                  </a:lnTo>
                  <a:cubicBezTo>
                    <a:pt x="109112" y="190843"/>
                    <a:pt x="124285" y="205879"/>
                    <a:pt x="143009" y="205900"/>
                  </a:cubicBezTo>
                  <a:lnTo>
                    <a:pt x="163642" y="205900"/>
                  </a:lnTo>
                  <a:lnTo>
                    <a:pt x="163642" y="224609"/>
                  </a:lnTo>
                  <a:lnTo>
                    <a:pt x="90211" y="224609"/>
                  </a:lnTo>
                  <a:lnTo>
                    <a:pt x="90211" y="261983"/>
                  </a:lnTo>
                  <a:lnTo>
                    <a:pt x="50267" y="261983"/>
                  </a:lnTo>
                  <a:cubicBezTo>
                    <a:pt x="45098" y="261980"/>
                    <a:pt x="40908" y="257831"/>
                    <a:pt x="40901" y="252710"/>
                  </a:cubicBezTo>
                  <a:lnTo>
                    <a:pt x="40901" y="195878"/>
                  </a:lnTo>
                  <a:cubicBezTo>
                    <a:pt x="59700" y="192423"/>
                    <a:pt x="72113" y="174523"/>
                    <a:pt x="68626" y="155898"/>
                  </a:cubicBezTo>
                  <a:cubicBezTo>
                    <a:pt x="67477" y="149763"/>
                    <a:pt x="64662" y="144055"/>
                    <a:pt x="60483" y="139389"/>
                  </a:cubicBezTo>
                  <a:lnTo>
                    <a:pt x="51079" y="147683"/>
                  </a:lnTo>
                  <a:cubicBezTo>
                    <a:pt x="59157" y="156698"/>
                    <a:pt x="58330" y="170493"/>
                    <a:pt x="49231" y="178497"/>
                  </a:cubicBezTo>
                  <a:cubicBezTo>
                    <a:pt x="40133" y="186501"/>
                    <a:pt x="26209" y="185681"/>
                    <a:pt x="18131" y="176667"/>
                  </a:cubicBezTo>
                  <a:cubicBezTo>
                    <a:pt x="10767" y="168450"/>
                    <a:pt x="10717" y="156090"/>
                    <a:pt x="18014" y="147814"/>
                  </a:cubicBezTo>
                  <a:lnTo>
                    <a:pt x="8535" y="139601"/>
                  </a:lnTo>
                  <a:cubicBezTo>
                    <a:pt x="-4036" y="153875"/>
                    <a:pt x="-2548" y="175542"/>
                    <a:pt x="11859" y="187996"/>
                  </a:cubicBezTo>
                  <a:cubicBezTo>
                    <a:pt x="16532" y="192036"/>
                    <a:pt x="22214" y="194758"/>
                    <a:pt x="28312" y="195878"/>
                  </a:cubicBezTo>
                  <a:lnTo>
                    <a:pt x="28312" y="252710"/>
                  </a:lnTo>
                  <a:cubicBezTo>
                    <a:pt x="28326" y="264717"/>
                    <a:pt x="38148" y="274445"/>
                    <a:pt x="50267" y="274456"/>
                  </a:cubicBezTo>
                  <a:lnTo>
                    <a:pt x="90211" y="274456"/>
                  </a:lnTo>
                  <a:lnTo>
                    <a:pt x="90211" y="405619"/>
                  </a:lnTo>
                  <a:cubicBezTo>
                    <a:pt x="60732" y="407357"/>
                    <a:pt x="38256" y="432443"/>
                    <a:pt x="40011" y="461650"/>
                  </a:cubicBezTo>
                  <a:cubicBezTo>
                    <a:pt x="41691" y="489627"/>
                    <a:pt x="65072" y="511466"/>
                    <a:pt x="93359" y="511481"/>
                  </a:cubicBezTo>
                  <a:lnTo>
                    <a:pt x="301075" y="511481"/>
                  </a:lnTo>
                  <a:cubicBezTo>
                    <a:pt x="330606" y="511466"/>
                    <a:pt x="354533" y="487734"/>
                    <a:pt x="354517" y="458475"/>
                  </a:cubicBezTo>
                  <a:cubicBezTo>
                    <a:pt x="354502" y="430449"/>
                    <a:pt x="332459" y="407284"/>
                    <a:pt x="304222" y="405619"/>
                  </a:cubicBezTo>
                  <a:lnTo>
                    <a:pt x="304222" y="268263"/>
                  </a:lnTo>
                  <a:lnTo>
                    <a:pt x="332616" y="268263"/>
                  </a:lnTo>
                  <a:cubicBezTo>
                    <a:pt x="337787" y="268270"/>
                    <a:pt x="341978" y="272420"/>
                    <a:pt x="341988" y="277543"/>
                  </a:cubicBezTo>
                  <a:lnTo>
                    <a:pt x="341988" y="334369"/>
                  </a:lnTo>
                  <a:cubicBezTo>
                    <a:pt x="323189" y="337823"/>
                    <a:pt x="310776" y="355723"/>
                    <a:pt x="314263" y="374349"/>
                  </a:cubicBezTo>
                  <a:cubicBezTo>
                    <a:pt x="315411" y="380480"/>
                    <a:pt x="318224" y="386185"/>
                    <a:pt x="322400" y="390851"/>
                  </a:cubicBezTo>
                  <a:lnTo>
                    <a:pt x="331804" y="382557"/>
                  </a:lnTo>
                  <a:cubicBezTo>
                    <a:pt x="323728" y="373541"/>
                    <a:pt x="324557" y="359745"/>
                    <a:pt x="333657" y="351743"/>
                  </a:cubicBezTo>
                  <a:cubicBezTo>
                    <a:pt x="342757" y="343741"/>
                    <a:pt x="356681" y="344563"/>
                    <a:pt x="364758" y="353579"/>
                  </a:cubicBezTo>
                  <a:cubicBezTo>
                    <a:pt x="372120" y="361798"/>
                    <a:pt x="372168" y="374159"/>
                    <a:pt x="364869" y="382432"/>
                  </a:cubicBezTo>
                  <a:lnTo>
                    <a:pt x="374348" y="390639"/>
                  </a:lnTo>
                  <a:cubicBezTo>
                    <a:pt x="386916" y="376364"/>
                    <a:pt x="385424" y="354697"/>
                    <a:pt x="371016" y="342245"/>
                  </a:cubicBezTo>
                  <a:cubicBezTo>
                    <a:pt x="366347" y="338209"/>
                    <a:pt x="360670" y="335489"/>
                    <a:pt x="354577" y="334369"/>
                  </a:cubicBezTo>
                  <a:close/>
                  <a:moveTo>
                    <a:pt x="184628" y="25045"/>
                  </a:moveTo>
                  <a:cubicBezTo>
                    <a:pt x="184628" y="18156"/>
                    <a:pt x="190264" y="12572"/>
                    <a:pt x="197217" y="12572"/>
                  </a:cubicBezTo>
                  <a:cubicBezTo>
                    <a:pt x="204169" y="12572"/>
                    <a:pt x="209805" y="18156"/>
                    <a:pt x="209805" y="25045"/>
                  </a:cubicBezTo>
                  <a:cubicBezTo>
                    <a:pt x="209805" y="31934"/>
                    <a:pt x="204169" y="37518"/>
                    <a:pt x="197217" y="37518"/>
                  </a:cubicBezTo>
                  <a:cubicBezTo>
                    <a:pt x="190264" y="37521"/>
                    <a:pt x="184625" y="31940"/>
                    <a:pt x="184621" y="25051"/>
                  </a:cubicBezTo>
                  <a:cubicBezTo>
                    <a:pt x="184621" y="25049"/>
                    <a:pt x="184621" y="25047"/>
                    <a:pt x="184621" y="25045"/>
                  </a:cubicBezTo>
                  <a:close/>
                  <a:moveTo>
                    <a:pt x="102800" y="331063"/>
                  </a:moveTo>
                  <a:lnTo>
                    <a:pt x="154257" y="331063"/>
                  </a:lnTo>
                  <a:lnTo>
                    <a:pt x="174764" y="287877"/>
                  </a:lnTo>
                  <a:lnTo>
                    <a:pt x="194032" y="361017"/>
                  </a:lnTo>
                  <a:lnTo>
                    <a:pt x="220034" y="308008"/>
                  </a:lnTo>
                  <a:lnTo>
                    <a:pt x="236399" y="346486"/>
                  </a:lnTo>
                  <a:lnTo>
                    <a:pt x="249089" y="333633"/>
                  </a:lnTo>
                  <a:cubicBezTo>
                    <a:pt x="250769" y="332107"/>
                    <a:pt x="252931" y="331205"/>
                    <a:pt x="255207" y="331082"/>
                  </a:cubicBezTo>
                  <a:lnTo>
                    <a:pt x="291614" y="331082"/>
                  </a:lnTo>
                  <a:lnTo>
                    <a:pt x="291614" y="405463"/>
                  </a:lnTo>
                  <a:lnTo>
                    <a:pt x="102781" y="405463"/>
                  </a:lnTo>
                  <a:close/>
                  <a:moveTo>
                    <a:pt x="143009" y="193427"/>
                  </a:moveTo>
                  <a:cubicBezTo>
                    <a:pt x="131236" y="193409"/>
                    <a:pt x="121697" y="183956"/>
                    <a:pt x="121683" y="172292"/>
                  </a:cubicBezTo>
                  <a:lnTo>
                    <a:pt x="121683" y="102307"/>
                  </a:lnTo>
                  <a:cubicBezTo>
                    <a:pt x="121697" y="90643"/>
                    <a:pt x="131236" y="81190"/>
                    <a:pt x="143009" y="81172"/>
                  </a:cubicBezTo>
                  <a:lnTo>
                    <a:pt x="251418" y="81172"/>
                  </a:lnTo>
                  <a:cubicBezTo>
                    <a:pt x="263192" y="81190"/>
                    <a:pt x="272732" y="90642"/>
                    <a:pt x="272750" y="102307"/>
                  </a:cubicBezTo>
                  <a:lnTo>
                    <a:pt x="272750" y="172292"/>
                  </a:lnTo>
                  <a:cubicBezTo>
                    <a:pt x="272732" y="183958"/>
                    <a:pt x="263192" y="193409"/>
                    <a:pt x="251418" y="193427"/>
                  </a:cubicBezTo>
                  <a:lnTo>
                    <a:pt x="143009" y="193427"/>
                  </a:lnTo>
                  <a:close/>
                  <a:moveTo>
                    <a:pt x="176231" y="205900"/>
                  </a:moveTo>
                  <a:lnTo>
                    <a:pt x="220292" y="205900"/>
                  </a:lnTo>
                  <a:lnTo>
                    <a:pt x="220292" y="224609"/>
                  </a:lnTo>
                  <a:lnTo>
                    <a:pt x="176231" y="224609"/>
                  </a:lnTo>
                  <a:close/>
                  <a:moveTo>
                    <a:pt x="163642" y="237081"/>
                  </a:moveTo>
                  <a:lnTo>
                    <a:pt x="291633" y="237081"/>
                  </a:lnTo>
                  <a:lnTo>
                    <a:pt x="291633" y="318591"/>
                  </a:lnTo>
                  <a:lnTo>
                    <a:pt x="255226" y="318591"/>
                  </a:lnTo>
                  <a:cubicBezTo>
                    <a:pt x="249829" y="318700"/>
                    <a:pt x="244655" y="320748"/>
                    <a:pt x="240667" y="324353"/>
                  </a:cubicBezTo>
                  <a:lnTo>
                    <a:pt x="220840" y="277792"/>
                  </a:lnTo>
                  <a:lnTo>
                    <a:pt x="197607" y="325189"/>
                  </a:lnTo>
                  <a:lnTo>
                    <a:pt x="178170" y="251425"/>
                  </a:lnTo>
                  <a:lnTo>
                    <a:pt x="146269" y="318591"/>
                  </a:lnTo>
                  <a:lnTo>
                    <a:pt x="102800" y="318591"/>
                  </a:lnTo>
                  <a:lnTo>
                    <a:pt x="102800" y="237081"/>
                  </a:lnTo>
                  <a:close/>
                  <a:moveTo>
                    <a:pt x="341988" y="458472"/>
                  </a:moveTo>
                  <a:cubicBezTo>
                    <a:pt x="341961" y="480848"/>
                    <a:pt x="323659" y="498981"/>
                    <a:pt x="301075" y="499009"/>
                  </a:cubicBezTo>
                  <a:lnTo>
                    <a:pt x="93359" y="499009"/>
                  </a:lnTo>
                  <a:cubicBezTo>
                    <a:pt x="70762" y="499009"/>
                    <a:pt x="52445" y="480860"/>
                    <a:pt x="52445" y="458472"/>
                  </a:cubicBezTo>
                  <a:cubicBezTo>
                    <a:pt x="52445" y="436084"/>
                    <a:pt x="70762" y="417936"/>
                    <a:pt x="93359" y="417936"/>
                  </a:cubicBezTo>
                  <a:lnTo>
                    <a:pt x="301075" y="417936"/>
                  </a:lnTo>
                  <a:cubicBezTo>
                    <a:pt x="323659" y="417963"/>
                    <a:pt x="341961" y="436096"/>
                    <a:pt x="341988" y="458472"/>
                  </a:cubicBezTo>
                  <a:close/>
                </a:path>
              </a:pathLst>
            </a:cu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14" name="Freeform: Shape 347">
              <a:extLst>
                <a:ext uri="{FF2B5EF4-FFF2-40B4-BE49-F238E27FC236}">
                  <a16:creationId xmlns:a16="http://schemas.microsoft.com/office/drawing/2014/main" id="{129EABC4-DE46-5471-64E1-A033A20904EE}"/>
                </a:ext>
              </a:extLst>
            </p:cNvPr>
            <p:cNvSpPr/>
            <p:nvPr/>
          </p:nvSpPr>
          <p:spPr>
            <a:xfrm>
              <a:off x="3571599" y="1855744"/>
              <a:ext cx="54132" cy="53632"/>
            </a:xfrm>
            <a:custGeom>
              <a:avLst/>
              <a:gdLst>
                <a:gd name="csX0" fmla="*/ 54132 w 54132"/>
                <a:gd name="csY0" fmla="*/ 26816 h 53632"/>
                <a:gd name="csX1" fmla="*/ 27066 w 54132"/>
                <a:gd name="csY1" fmla="*/ 0 h 53632"/>
                <a:gd name="csX2" fmla="*/ 0 w 54132"/>
                <a:gd name="csY2" fmla="*/ 26816 h 53632"/>
                <a:gd name="csX3" fmla="*/ 27066 w 54132"/>
                <a:gd name="csY3" fmla="*/ 53633 h 53632"/>
                <a:gd name="csX4" fmla="*/ 54132 w 54132"/>
                <a:gd name="csY4" fmla="*/ 26816 h 53632"/>
                <a:gd name="csX5" fmla="*/ 27066 w 54132"/>
                <a:gd name="csY5" fmla="*/ 45525 h 53632"/>
                <a:gd name="csX6" fmla="*/ 8183 w 54132"/>
                <a:gd name="csY6" fmla="*/ 26816 h 53632"/>
                <a:gd name="csX7" fmla="*/ 27066 w 54132"/>
                <a:gd name="csY7" fmla="*/ 8107 h 53632"/>
                <a:gd name="csX8" fmla="*/ 45949 w 54132"/>
                <a:gd name="csY8" fmla="*/ 26816 h 53632"/>
                <a:gd name="csX9" fmla="*/ 27066 w 54132"/>
                <a:gd name="csY9" fmla="*/ 45525 h 536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54132" h="53632">
                  <a:moveTo>
                    <a:pt x="54132" y="26816"/>
                  </a:moveTo>
                  <a:cubicBezTo>
                    <a:pt x="54132" y="12006"/>
                    <a:pt x="42014" y="0"/>
                    <a:pt x="27066" y="0"/>
                  </a:cubicBezTo>
                  <a:cubicBezTo>
                    <a:pt x="12118" y="0"/>
                    <a:pt x="0" y="12006"/>
                    <a:pt x="0" y="26816"/>
                  </a:cubicBezTo>
                  <a:cubicBezTo>
                    <a:pt x="0" y="41626"/>
                    <a:pt x="12118" y="53633"/>
                    <a:pt x="27066" y="53633"/>
                  </a:cubicBezTo>
                  <a:cubicBezTo>
                    <a:pt x="42014" y="53633"/>
                    <a:pt x="54132" y="41626"/>
                    <a:pt x="54132" y="26816"/>
                  </a:cubicBezTo>
                  <a:close/>
                  <a:moveTo>
                    <a:pt x="27066" y="45525"/>
                  </a:moveTo>
                  <a:cubicBezTo>
                    <a:pt x="16637" y="45525"/>
                    <a:pt x="8183" y="37149"/>
                    <a:pt x="8183" y="26816"/>
                  </a:cubicBezTo>
                  <a:cubicBezTo>
                    <a:pt x="8183" y="16483"/>
                    <a:pt x="16637" y="8107"/>
                    <a:pt x="27066" y="8107"/>
                  </a:cubicBezTo>
                  <a:cubicBezTo>
                    <a:pt x="37495" y="8107"/>
                    <a:pt x="45949" y="16483"/>
                    <a:pt x="45949" y="26816"/>
                  </a:cubicBezTo>
                  <a:cubicBezTo>
                    <a:pt x="45949" y="37149"/>
                    <a:pt x="37495" y="45525"/>
                    <a:pt x="27066" y="45525"/>
                  </a:cubicBezTo>
                  <a:close/>
                </a:path>
              </a:pathLst>
            </a:cu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15" name="Oval 348">
              <a:extLst>
                <a:ext uri="{FF2B5EF4-FFF2-40B4-BE49-F238E27FC236}">
                  <a16:creationId xmlns:a16="http://schemas.microsoft.com/office/drawing/2014/main" id="{5BAB2CA2-0990-3B93-F023-497A0523DCF4}"/>
                </a:ext>
              </a:extLst>
            </p:cNvPr>
            <p:cNvSpPr/>
            <p:nvPr/>
          </p:nvSpPr>
          <p:spPr>
            <a:xfrm>
              <a:off x="3589223" y="1873206"/>
              <a:ext cx="18883" cy="18709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16" name="Freeform: Shape 349">
              <a:extLst>
                <a:ext uri="{FF2B5EF4-FFF2-40B4-BE49-F238E27FC236}">
                  <a16:creationId xmlns:a16="http://schemas.microsoft.com/office/drawing/2014/main" id="{E1A2CA61-08A1-4A6A-60BE-BB6602C90190}"/>
                </a:ext>
              </a:extLst>
            </p:cNvPr>
            <p:cNvSpPr/>
            <p:nvPr/>
          </p:nvSpPr>
          <p:spPr>
            <a:xfrm>
              <a:off x="3508655" y="1855744"/>
              <a:ext cx="54132" cy="53632"/>
            </a:xfrm>
            <a:custGeom>
              <a:avLst/>
              <a:gdLst>
                <a:gd name="csX0" fmla="*/ 27066 w 54132"/>
                <a:gd name="csY0" fmla="*/ 0 h 53632"/>
                <a:gd name="csX1" fmla="*/ 0 w 54132"/>
                <a:gd name="csY1" fmla="*/ 26816 h 53632"/>
                <a:gd name="csX2" fmla="*/ 27066 w 54132"/>
                <a:gd name="csY2" fmla="*/ 53633 h 53632"/>
                <a:gd name="csX3" fmla="*/ 54132 w 54132"/>
                <a:gd name="csY3" fmla="*/ 26816 h 53632"/>
                <a:gd name="csX4" fmla="*/ 27066 w 54132"/>
                <a:gd name="csY4" fmla="*/ 0 h 53632"/>
                <a:gd name="csX5" fmla="*/ 27066 w 54132"/>
                <a:gd name="csY5" fmla="*/ 45525 h 53632"/>
                <a:gd name="csX6" fmla="*/ 8183 w 54132"/>
                <a:gd name="csY6" fmla="*/ 26816 h 53632"/>
                <a:gd name="csX7" fmla="*/ 27066 w 54132"/>
                <a:gd name="csY7" fmla="*/ 8107 h 53632"/>
                <a:gd name="csX8" fmla="*/ 45949 w 54132"/>
                <a:gd name="csY8" fmla="*/ 26816 h 53632"/>
                <a:gd name="csX9" fmla="*/ 27066 w 54132"/>
                <a:gd name="csY9" fmla="*/ 45525 h 536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54132" h="53632">
                  <a:moveTo>
                    <a:pt x="27066" y="0"/>
                  </a:moveTo>
                  <a:cubicBezTo>
                    <a:pt x="12118" y="0"/>
                    <a:pt x="0" y="12006"/>
                    <a:pt x="0" y="26816"/>
                  </a:cubicBezTo>
                  <a:cubicBezTo>
                    <a:pt x="0" y="41626"/>
                    <a:pt x="12118" y="53633"/>
                    <a:pt x="27066" y="53633"/>
                  </a:cubicBezTo>
                  <a:cubicBezTo>
                    <a:pt x="42014" y="53633"/>
                    <a:pt x="54132" y="41626"/>
                    <a:pt x="54132" y="26816"/>
                  </a:cubicBezTo>
                  <a:cubicBezTo>
                    <a:pt x="54132" y="12006"/>
                    <a:pt x="42014" y="0"/>
                    <a:pt x="27066" y="0"/>
                  </a:cubicBezTo>
                  <a:close/>
                  <a:moveTo>
                    <a:pt x="27066" y="45525"/>
                  </a:moveTo>
                  <a:cubicBezTo>
                    <a:pt x="16637" y="45525"/>
                    <a:pt x="8183" y="37149"/>
                    <a:pt x="8183" y="26816"/>
                  </a:cubicBezTo>
                  <a:cubicBezTo>
                    <a:pt x="8183" y="16483"/>
                    <a:pt x="16637" y="8107"/>
                    <a:pt x="27066" y="8107"/>
                  </a:cubicBezTo>
                  <a:cubicBezTo>
                    <a:pt x="37495" y="8107"/>
                    <a:pt x="45949" y="16483"/>
                    <a:pt x="45949" y="26816"/>
                  </a:cubicBezTo>
                  <a:cubicBezTo>
                    <a:pt x="45949" y="37149"/>
                    <a:pt x="37495" y="45525"/>
                    <a:pt x="27066" y="45525"/>
                  </a:cubicBezTo>
                  <a:close/>
                </a:path>
              </a:pathLst>
            </a:cu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17" name="Oval 350">
              <a:extLst>
                <a:ext uri="{FF2B5EF4-FFF2-40B4-BE49-F238E27FC236}">
                  <a16:creationId xmlns:a16="http://schemas.microsoft.com/office/drawing/2014/main" id="{E9AC2A6F-FB7B-A745-041B-01E58918A07D}"/>
                </a:ext>
              </a:extLst>
            </p:cNvPr>
            <p:cNvSpPr/>
            <p:nvPr/>
          </p:nvSpPr>
          <p:spPr>
            <a:xfrm>
              <a:off x="3526279" y="1873206"/>
              <a:ext cx="18883" cy="18709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18" name="Oval 351">
              <a:extLst>
                <a:ext uri="{FF2B5EF4-FFF2-40B4-BE49-F238E27FC236}">
                  <a16:creationId xmlns:a16="http://schemas.microsoft.com/office/drawing/2014/main" id="{9CDA9AE4-6112-8733-4EC7-AABA869103B8}"/>
                </a:ext>
              </a:extLst>
            </p:cNvPr>
            <p:cNvSpPr/>
            <p:nvPr/>
          </p:nvSpPr>
          <p:spPr>
            <a:xfrm>
              <a:off x="3554610" y="2191261"/>
              <a:ext cx="25177" cy="24945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19" name="Oval 352">
              <a:extLst>
                <a:ext uri="{FF2B5EF4-FFF2-40B4-BE49-F238E27FC236}">
                  <a16:creationId xmlns:a16="http://schemas.microsoft.com/office/drawing/2014/main" id="{DCC09317-029A-CBD6-C86B-D8D5FD1CC2AB}"/>
                </a:ext>
              </a:extLst>
            </p:cNvPr>
            <p:cNvSpPr/>
            <p:nvPr/>
          </p:nvSpPr>
          <p:spPr>
            <a:xfrm>
              <a:off x="3463341" y="2191261"/>
              <a:ext cx="25177" cy="24945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20" name="Oval 353">
              <a:extLst>
                <a:ext uri="{FF2B5EF4-FFF2-40B4-BE49-F238E27FC236}">
                  <a16:creationId xmlns:a16="http://schemas.microsoft.com/office/drawing/2014/main" id="{762B6ADC-2A2F-C0DE-2903-58E23483CA8E}"/>
                </a:ext>
              </a:extLst>
            </p:cNvPr>
            <p:cNvSpPr/>
            <p:nvPr/>
          </p:nvSpPr>
          <p:spPr>
            <a:xfrm>
              <a:off x="3645880" y="2191261"/>
              <a:ext cx="25177" cy="24945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sp>
        <p:nvSpPr>
          <p:cNvPr id="2021" name="TextBox 2020"/>
          <p:cNvSpPr txBox="1"/>
          <p:nvPr/>
        </p:nvSpPr>
        <p:spPr>
          <a:xfrm>
            <a:off x="5029200" y="1632204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000000"/>
                </a:solidFill>
                <a:latin typeface="Segoe UI"/>
                <a:cs typeface="Segoe UI"/>
              </a:rPr>
              <a:t>ORCHESTRATION</a:t>
            </a:r>
          </a:p>
          <a:p>
            <a:pPr algn="ctr">
              <a:buNone/>
            </a:pPr>
            <a:r>
              <a:rPr lang="en-US" sz="900" b="0" i="0">
                <a:solidFill>
                  <a:srgbClr val="4A4A5E"/>
                </a:solidFill>
                <a:latin typeface="Calibri"/>
                <a:cs typeface="Calibri"/>
              </a:rPr>
              <a:t>Agent runtime · routes every request</a:t>
            </a:r>
          </a:p>
        </p:txBody>
      </p:sp>
      <p:cxnSp>
        <p:nvCxnSpPr>
          <p:cNvPr id="2022" name="Connector 2021"/>
          <p:cNvCxnSpPr/>
          <p:nvPr/>
        </p:nvCxnSpPr>
        <p:spPr>
          <a:xfrm>
            <a:off x="7178040" y="1581912"/>
            <a:ext cx="365760" cy="0"/>
          </a:xfrm>
          <a:prstGeom prst="line">
            <a:avLst/>
          </a:prstGeom>
          <a:ln w="19050">
            <a:solidFill>
              <a:srgbClr val="00B050"/>
            </a:solidFill>
            <a:tailEnd type="triangle"/>
          </a:ln>
        </p:spPr>
      </p:cxnSp>
      <p:sp>
        <p:nvSpPr>
          <p:cNvPr id="2023" name="Process 2022"/>
          <p:cNvSpPr/>
          <p:nvPr/>
        </p:nvSpPr>
        <p:spPr>
          <a:xfrm>
            <a:off x="7589520" y="868680"/>
            <a:ext cx="4297680" cy="1417320"/>
          </a:xfrm>
          <a:prstGeom prst="flowChartProcess">
            <a:avLst/>
          </a:prstGeom>
          <a:noFill/>
          <a:ln w="12700" cap="flat" cmpd="sng" algn="ctr">
            <a:gradFill>
              <a:gsLst>
                <a:gs pos="0">
                  <a:srgbClr val="7030A0"/>
                </a:gs>
                <a:gs pos="100000">
                  <a:srgbClr val="00B0F0"/>
                </a:gs>
              </a:gsLst>
              <a:lin ang="5400000" scaled="1"/>
            </a:gra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021" name="Graphic 124" descr="Robot outline">
            <a:extLst>
              <a:ext uri="{FF2B5EF4-FFF2-40B4-BE49-F238E27FC236}">
                <a16:creationId xmlns:a16="http://schemas.microsoft.com/office/drawing/2014/main" id="{31E61052-8C17-CB8F-37F7-B5AA808427F0}"/>
              </a:ext>
            </a:extLst>
          </p:cNvPr>
          <p:cNvGrpSpPr/>
          <p:nvPr/>
        </p:nvGrpSpPr>
        <p:grpSpPr>
          <a:xfrm>
            <a:off x="8104197" y="1051560"/>
            <a:ext cx="342245" cy="457200"/>
            <a:chOff x="3369983" y="1745261"/>
            <a:chExt cx="382878" cy="511481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2022" name="Freeform: Shape 346">
              <a:extLst>
                <a:ext uri="{FF2B5EF4-FFF2-40B4-BE49-F238E27FC236}">
                  <a16:creationId xmlns:a16="http://schemas.microsoft.com/office/drawing/2014/main" id="{11E52BB4-1DFE-4759-731D-23B2229F5ED7}"/>
                </a:ext>
              </a:extLst>
            </p:cNvPr>
            <p:cNvSpPr/>
            <p:nvPr/>
          </p:nvSpPr>
          <p:spPr>
            <a:xfrm>
              <a:off x="3369983" y="1745261"/>
              <a:ext cx="382878" cy="511481"/>
            </a:xfrm>
            <a:custGeom>
              <a:avLst/>
              <a:gdLst>
                <a:gd name="csX0" fmla="*/ 354577 w 382878"/>
                <a:gd name="csY0" fmla="*/ 334369 h 511481"/>
                <a:gd name="csX1" fmla="*/ 354577 w 382878"/>
                <a:gd name="csY1" fmla="*/ 277543 h 511481"/>
                <a:gd name="csX2" fmla="*/ 332616 w 382878"/>
                <a:gd name="csY2" fmla="*/ 255790 h 511481"/>
                <a:gd name="csX3" fmla="*/ 304222 w 382878"/>
                <a:gd name="csY3" fmla="*/ 255790 h 511481"/>
                <a:gd name="csX4" fmla="*/ 304222 w 382878"/>
                <a:gd name="csY4" fmla="*/ 224609 h 511481"/>
                <a:gd name="csX5" fmla="*/ 232881 w 382878"/>
                <a:gd name="csY5" fmla="*/ 224609 h 511481"/>
                <a:gd name="csX6" fmla="*/ 232881 w 382878"/>
                <a:gd name="csY6" fmla="*/ 205900 h 511481"/>
                <a:gd name="csX7" fmla="*/ 251418 w 382878"/>
                <a:gd name="csY7" fmla="*/ 205900 h 511481"/>
                <a:gd name="csX8" fmla="*/ 285339 w 382878"/>
                <a:gd name="csY8" fmla="*/ 172292 h 511481"/>
                <a:gd name="csX9" fmla="*/ 285339 w 382878"/>
                <a:gd name="csY9" fmla="*/ 102307 h 511481"/>
                <a:gd name="csX10" fmla="*/ 251418 w 382878"/>
                <a:gd name="csY10" fmla="*/ 68700 h 511481"/>
                <a:gd name="csX11" fmla="*/ 203511 w 382878"/>
                <a:gd name="csY11" fmla="*/ 68700 h 511481"/>
                <a:gd name="csX12" fmla="*/ 203511 w 382878"/>
                <a:gd name="csY12" fmla="*/ 49105 h 511481"/>
                <a:gd name="csX13" fmla="*/ 221595 w 382878"/>
                <a:gd name="csY13" fmla="*/ 18715 h 511481"/>
                <a:gd name="csX14" fmla="*/ 190922 w 382878"/>
                <a:gd name="csY14" fmla="*/ 798 h 511481"/>
                <a:gd name="csX15" fmla="*/ 172838 w 382878"/>
                <a:gd name="csY15" fmla="*/ 31188 h 511481"/>
                <a:gd name="csX16" fmla="*/ 190922 w 382878"/>
                <a:gd name="csY16" fmla="*/ 49105 h 511481"/>
                <a:gd name="csX17" fmla="*/ 190922 w 382878"/>
                <a:gd name="csY17" fmla="*/ 68700 h 511481"/>
                <a:gd name="csX18" fmla="*/ 143009 w 382878"/>
                <a:gd name="csY18" fmla="*/ 68700 h 511481"/>
                <a:gd name="csX19" fmla="*/ 109095 w 382878"/>
                <a:gd name="csY19" fmla="*/ 102307 h 511481"/>
                <a:gd name="csX20" fmla="*/ 109095 w 382878"/>
                <a:gd name="csY20" fmla="*/ 172292 h 511481"/>
                <a:gd name="csX21" fmla="*/ 143009 w 382878"/>
                <a:gd name="csY21" fmla="*/ 205900 h 511481"/>
                <a:gd name="csX22" fmla="*/ 163642 w 382878"/>
                <a:gd name="csY22" fmla="*/ 205900 h 511481"/>
                <a:gd name="csX23" fmla="*/ 163642 w 382878"/>
                <a:gd name="csY23" fmla="*/ 224609 h 511481"/>
                <a:gd name="csX24" fmla="*/ 90211 w 382878"/>
                <a:gd name="csY24" fmla="*/ 224609 h 511481"/>
                <a:gd name="csX25" fmla="*/ 90211 w 382878"/>
                <a:gd name="csY25" fmla="*/ 261983 h 511481"/>
                <a:gd name="csX26" fmla="*/ 50267 w 382878"/>
                <a:gd name="csY26" fmla="*/ 261983 h 511481"/>
                <a:gd name="csX27" fmla="*/ 40901 w 382878"/>
                <a:gd name="csY27" fmla="*/ 252710 h 511481"/>
                <a:gd name="csX28" fmla="*/ 40901 w 382878"/>
                <a:gd name="csY28" fmla="*/ 195878 h 511481"/>
                <a:gd name="csX29" fmla="*/ 68626 w 382878"/>
                <a:gd name="csY29" fmla="*/ 155898 h 511481"/>
                <a:gd name="csX30" fmla="*/ 60483 w 382878"/>
                <a:gd name="csY30" fmla="*/ 139389 h 511481"/>
                <a:gd name="csX31" fmla="*/ 51079 w 382878"/>
                <a:gd name="csY31" fmla="*/ 147683 h 511481"/>
                <a:gd name="csX32" fmla="*/ 49231 w 382878"/>
                <a:gd name="csY32" fmla="*/ 178497 h 511481"/>
                <a:gd name="csX33" fmla="*/ 18131 w 382878"/>
                <a:gd name="csY33" fmla="*/ 176667 h 511481"/>
                <a:gd name="csX34" fmla="*/ 18014 w 382878"/>
                <a:gd name="csY34" fmla="*/ 147814 h 511481"/>
                <a:gd name="csX35" fmla="*/ 8535 w 382878"/>
                <a:gd name="csY35" fmla="*/ 139601 h 511481"/>
                <a:gd name="csX36" fmla="*/ 11859 w 382878"/>
                <a:gd name="csY36" fmla="*/ 187996 h 511481"/>
                <a:gd name="csX37" fmla="*/ 28312 w 382878"/>
                <a:gd name="csY37" fmla="*/ 195878 h 511481"/>
                <a:gd name="csX38" fmla="*/ 28312 w 382878"/>
                <a:gd name="csY38" fmla="*/ 252710 h 511481"/>
                <a:gd name="csX39" fmla="*/ 50267 w 382878"/>
                <a:gd name="csY39" fmla="*/ 274456 h 511481"/>
                <a:gd name="csX40" fmla="*/ 90211 w 382878"/>
                <a:gd name="csY40" fmla="*/ 274456 h 511481"/>
                <a:gd name="csX41" fmla="*/ 90211 w 382878"/>
                <a:gd name="csY41" fmla="*/ 405619 h 511481"/>
                <a:gd name="csX42" fmla="*/ 40011 w 382878"/>
                <a:gd name="csY42" fmla="*/ 461650 h 511481"/>
                <a:gd name="csX43" fmla="*/ 93359 w 382878"/>
                <a:gd name="csY43" fmla="*/ 511481 h 511481"/>
                <a:gd name="csX44" fmla="*/ 301075 w 382878"/>
                <a:gd name="csY44" fmla="*/ 511481 h 511481"/>
                <a:gd name="csX45" fmla="*/ 354517 w 382878"/>
                <a:gd name="csY45" fmla="*/ 458475 h 511481"/>
                <a:gd name="csX46" fmla="*/ 304222 w 382878"/>
                <a:gd name="csY46" fmla="*/ 405619 h 511481"/>
                <a:gd name="csX47" fmla="*/ 304222 w 382878"/>
                <a:gd name="csY47" fmla="*/ 268263 h 511481"/>
                <a:gd name="csX48" fmla="*/ 332616 w 382878"/>
                <a:gd name="csY48" fmla="*/ 268263 h 511481"/>
                <a:gd name="csX49" fmla="*/ 341988 w 382878"/>
                <a:gd name="csY49" fmla="*/ 277543 h 511481"/>
                <a:gd name="csX50" fmla="*/ 341988 w 382878"/>
                <a:gd name="csY50" fmla="*/ 334369 h 511481"/>
                <a:gd name="csX51" fmla="*/ 314263 w 382878"/>
                <a:gd name="csY51" fmla="*/ 374349 h 511481"/>
                <a:gd name="csX52" fmla="*/ 322400 w 382878"/>
                <a:gd name="csY52" fmla="*/ 390851 h 511481"/>
                <a:gd name="csX53" fmla="*/ 331804 w 382878"/>
                <a:gd name="csY53" fmla="*/ 382557 h 511481"/>
                <a:gd name="csX54" fmla="*/ 333657 w 382878"/>
                <a:gd name="csY54" fmla="*/ 351743 h 511481"/>
                <a:gd name="csX55" fmla="*/ 364758 w 382878"/>
                <a:gd name="csY55" fmla="*/ 353579 h 511481"/>
                <a:gd name="csX56" fmla="*/ 364869 w 382878"/>
                <a:gd name="csY56" fmla="*/ 382432 h 511481"/>
                <a:gd name="csX57" fmla="*/ 374348 w 382878"/>
                <a:gd name="csY57" fmla="*/ 390639 h 511481"/>
                <a:gd name="csX58" fmla="*/ 371016 w 382878"/>
                <a:gd name="csY58" fmla="*/ 342245 h 511481"/>
                <a:gd name="csX59" fmla="*/ 354577 w 382878"/>
                <a:gd name="csY59" fmla="*/ 334369 h 511481"/>
                <a:gd name="csX60" fmla="*/ 184628 w 382878"/>
                <a:gd name="csY60" fmla="*/ 25045 h 511481"/>
                <a:gd name="csX61" fmla="*/ 197217 w 382878"/>
                <a:gd name="csY61" fmla="*/ 12572 h 511481"/>
                <a:gd name="csX62" fmla="*/ 209805 w 382878"/>
                <a:gd name="csY62" fmla="*/ 25045 h 511481"/>
                <a:gd name="csX63" fmla="*/ 197217 w 382878"/>
                <a:gd name="csY63" fmla="*/ 37518 h 511481"/>
                <a:gd name="csX64" fmla="*/ 184621 w 382878"/>
                <a:gd name="csY64" fmla="*/ 25051 h 511481"/>
                <a:gd name="csX65" fmla="*/ 184621 w 382878"/>
                <a:gd name="csY65" fmla="*/ 25045 h 511481"/>
                <a:gd name="csX66" fmla="*/ 102800 w 382878"/>
                <a:gd name="csY66" fmla="*/ 331063 h 511481"/>
                <a:gd name="csX67" fmla="*/ 154257 w 382878"/>
                <a:gd name="csY67" fmla="*/ 331063 h 511481"/>
                <a:gd name="csX68" fmla="*/ 174764 w 382878"/>
                <a:gd name="csY68" fmla="*/ 287877 h 511481"/>
                <a:gd name="csX69" fmla="*/ 194032 w 382878"/>
                <a:gd name="csY69" fmla="*/ 361017 h 511481"/>
                <a:gd name="csX70" fmla="*/ 220034 w 382878"/>
                <a:gd name="csY70" fmla="*/ 308008 h 511481"/>
                <a:gd name="csX71" fmla="*/ 236399 w 382878"/>
                <a:gd name="csY71" fmla="*/ 346486 h 511481"/>
                <a:gd name="csX72" fmla="*/ 249089 w 382878"/>
                <a:gd name="csY72" fmla="*/ 333633 h 511481"/>
                <a:gd name="csX73" fmla="*/ 255207 w 382878"/>
                <a:gd name="csY73" fmla="*/ 331082 h 511481"/>
                <a:gd name="csX74" fmla="*/ 291614 w 382878"/>
                <a:gd name="csY74" fmla="*/ 331082 h 511481"/>
                <a:gd name="csX75" fmla="*/ 291614 w 382878"/>
                <a:gd name="csY75" fmla="*/ 405463 h 511481"/>
                <a:gd name="csX76" fmla="*/ 102781 w 382878"/>
                <a:gd name="csY76" fmla="*/ 405463 h 511481"/>
                <a:gd name="csX77" fmla="*/ 143009 w 382878"/>
                <a:gd name="csY77" fmla="*/ 193427 h 511481"/>
                <a:gd name="csX78" fmla="*/ 121683 w 382878"/>
                <a:gd name="csY78" fmla="*/ 172292 h 511481"/>
                <a:gd name="csX79" fmla="*/ 121683 w 382878"/>
                <a:gd name="csY79" fmla="*/ 102307 h 511481"/>
                <a:gd name="csX80" fmla="*/ 143009 w 382878"/>
                <a:gd name="csY80" fmla="*/ 81172 h 511481"/>
                <a:gd name="csX81" fmla="*/ 251418 w 382878"/>
                <a:gd name="csY81" fmla="*/ 81172 h 511481"/>
                <a:gd name="csX82" fmla="*/ 272750 w 382878"/>
                <a:gd name="csY82" fmla="*/ 102307 h 511481"/>
                <a:gd name="csX83" fmla="*/ 272750 w 382878"/>
                <a:gd name="csY83" fmla="*/ 172292 h 511481"/>
                <a:gd name="csX84" fmla="*/ 251418 w 382878"/>
                <a:gd name="csY84" fmla="*/ 193427 h 511481"/>
                <a:gd name="csX85" fmla="*/ 143009 w 382878"/>
                <a:gd name="csY85" fmla="*/ 193427 h 511481"/>
                <a:gd name="csX86" fmla="*/ 176231 w 382878"/>
                <a:gd name="csY86" fmla="*/ 205900 h 511481"/>
                <a:gd name="csX87" fmla="*/ 220292 w 382878"/>
                <a:gd name="csY87" fmla="*/ 205900 h 511481"/>
                <a:gd name="csX88" fmla="*/ 220292 w 382878"/>
                <a:gd name="csY88" fmla="*/ 224609 h 511481"/>
                <a:gd name="csX89" fmla="*/ 176231 w 382878"/>
                <a:gd name="csY89" fmla="*/ 224609 h 511481"/>
                <a:gd name="csX90" fmla="*/ 163642 w 382878"/>
                <a:gd name="csY90" fmla="*/ 237081 h 511481"/>
                <a:gd name="csX91" fmla="*/ 291633 w 382878"/>
                <a:gd name="csY91" fmla="*/ 237081 h 511481"/>
                <a:gd name="csX92" fmla="*/ 291633 w 382878"/>
                <a:gd name="csY92" fmla="*/ 318591 h 511481"/>
                <a:gd name="csX93" fmla="*/ 255226 w 382878"/>
                <a:gd name="csY93" fmla="*/ 318591 h 511481"/>
                <a:gd name="csX94" fmla="*/ 240667 w 382878"/>
                <a:gd name="csY94" fmla="*/ 324353 h 511481"/>
                <a:gd name="csX95" fmla="*/ 220840 w 382878"/>
                <a:gd name="csY95" fmla="*/ 277792 h 511481"/>
                <a:gd name="csX96" fmla="*/ 197607 w 382878"/>
                <a:gd name="csY96" fmla="*/ 325189 h 511481"/>
                <a:gd name="csX97" fmla="*/ 178170 w 382878"/>
                <a:gd name="csY97" fmla="*/ 251425 h 511481"/>
                <a:gd name="csX98" fmla="*/ 146269 w 382878"/>
                <a:gd name="csY98" fmla="*/ 318591 h 511481"/>
                <a:gd name="csX99" fmla="*/ 102800 w 382878"/>
                <a:gd name="csY99" fmla="*/ 318591 h 511481"/>
                <a:gd name="csX100" fmla="*/ 102800 w 382878"/>
                <a:gd name="csY100" fmla="*/ 237081 h 511481"/>
                <a:gd name="csX101" fmla="*/ 341988 w 382878"/>
                <a:gd name="csY101" fmla="*/ 458472 h 511481"/>
                <a:gd name="csX102" fmla="*/ 301075 w 382878"/>
                <a:gd name="csY102" fmla="*/ 499009 h 511481"/>
                <a:gd name="csX103" fmla="*/ 93359 w 382878"/>
                <a:gd name="csY103" fmla="*/ 499009 h 511481"/>
                <a:gd name="csX104" fmla="*/ 52445 w 382878"/>
                <a:gd name="csY104" fmla="*/ 458472 h 511481"/>
                <a:gd name="csX105" fmla="*/ 93359 w 382878"/>
                <a:gd name="csY105" fmla="*/ 417936 h 511481"/>
                <a:gd name="csX106" fmla="*/ 301075 w 382878"/>
                <a:gd name="csY106" fmla="*/ 417936 h 511481"/>
                <a:gd name="csX107" fmla="*/ 341988 w 382878"/>
                <a:gd name="csY107" fmla="*/ 458472 h 5114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</a:cxnLst>
              <a:rect l="l" t="t" r="r" b="b"/>
              <a:pathLst>
                <a:path w="382878" h="511481">
                  <a:moveTo>
                    <a:pt x="354577" y="334369"/>
                  </a:moveTo>
                  <a:lnTo>
                    <a:pt x="354577" y="277543"/>
                  </a:lnTo>
                  <a:cubicBezTo>
                    <a:pt x="354563" y="265533"/>
                    <a:pt x="344738" y="255801"/>
                    <a:pt x="332616" y="255790"/>
                  </a:cubicBezTo>
                  <a:lnTo>
                    <a:pt x="304222" y="255790"/>
                  </a:lnTo>
                  <a:lnTo>
                    <a:pt x="304222" y="224609"/>
                  </a:lnTo>
                  <a:lnTo>
                    <a:pt x="232881" y="224609"/>
                  </a:lnTo>
                  <a:lnTo>
                    <a:pt x="232881" y="205900"/>
                  </a:lnTo>
                  <a:lnTo>
                    <a:pt x="251418" y="205900"/>
                  </a:lnTo>
                  <a:cubicBezTo>
                    <a:pt x="270144" y="205882"/>
                    <a:pt x="285321" y="190846"/>
                    <a:pt x="285339" y="172292"/>
                  </a:cubicBezTo>
                  <a:lnTo>
                    <a:pt x="285339" y="102307"/>
                  </a:lnTo>
                  <a:cubicBezTo>
                    <a:pt x="285321" y="83753"/>
                    <a:pt x="270144" y="68717"/>
                    <a:pt x="251418" y="68700"/>
                  </a:cubicBezTo>
                  <a:lnTo>
                    <a:pt x="203511" y="68700"/>
                  </a:lnTo>
                  <a:lnTo>
                    <a:pt x="203511" y="49105"/>
                  </a:lnTo>
                  <a:cubicBezTo>
                    <a:pt x="216975" y="45661"/>
                    <a:pt x="225071" y="32055"/>
                    <a:pt x="221595" y="18715"/>
                  </a:cubicBezTo>
                  <a:cubicBezTo>
                    <a:pt x="218118" y="5376"/>
                    <a:pt x="204386" y="-2646"/>
                    <a:pt x="190922" y="798"/>
                  </a:cubicBezTo>
                  <a:cubicBezTo>
                    <a:pt x="177458" y="4242"/>
                    <a:pt x="169362" y="17848"/>
                    <a:pt x="172838" y="31188"/>
                  </a:cubicBezTo>
                  <a:cubicBezTo>
                    <a:pt x="175128" y="39975"/>
                    <a:pt x="182053" y="46836"/>
                    <a:pt x="190922" y="49105"/>
                  </a:cubicBezTo>
                  <a:lnTo>
                    <a:pt x="190922" y="68700"/>
                  </a:lnTo>
                  <a:lnTo>
                    <a:pt x="143009" y="68700"/>
                  </a:lnTo>
                  <a:cubicBezTo>
                    <a:pt x="124285" y="68720"/>
                    <a:pt x="109112" y="83756"/>
                    <a:pt x="109095" y="102307"/>
                  </a:cubicBezTo>
                  <a:lnTo>
                    <a:pt x="109095" y="172292"/>
                  </a:lnTo>
                  <a:cubicBezTo>
                    <a:pt x="109112" y="190843"/>
                    <a:pt x="124285" y="205879"/>
                    <a:pt x="143009" y="205900"/>
                  </a:cubicBezTo>
                  <a:lnTo>
                    <a:pt x="163642" y="205900"/>
                  </a:lnTo>
                  <a:lnTo>
                    <a:pt x="163642" y="224609"/>
                  </a:lnTo>
                  <a:lnTo>
                    <a:pt x="90211" y="224609"/>
                  </a:lnTo>
                  <a:lnTo>
                    <a:pt x="90211" y="261983"/>
                  </a:lnTo>
                  <a:lnTo>
                    <a:pt x="50267" y="261983"/>
                  </a:lnTo>
                  <a:cubicBezTo>
                    <a:pt x="45098" y="261980"/>
                    <a:pt x="40908" y="257831"/>
                    <a:pt x="40901" y="252710"/>
                  </a:cubicBezTo>
                  <a:lnTo>
                    <a:pt x="40901" y="195878"/>
                  </a:lnTo>
                  <a:cubicBezTo>
                    <a:pt x="59700" y="192423"/>
                    <a:pt x="72113" y="174523"/>
                    <a:pt x="68626" y="155898"/>
                  </a:cubicBezTo>
                  <a:cubicBezTo>
                    <a:pt x="67477" y="149763"/>
                    <a:pt x="64662" y="144055"/>
                    <a:pt x="60483" y="139389"/>
                  </a:cubicBezTo>
                  <a:lnTo>
                    <a:pt x="51079" y="147683"/>
                  </a:lnTo>
                  <a:cubicBezTo>
                    <a:pt x="59157" y="156698"/>
                    <a:pt x="58330" y="170493"/>
                    <a:pt x="49231" y="178497"/>
                  </a:cubicBezTo>
                  <a:cubicBezTo>
                    <a:pt x="40133" y="186501"/>
                    <a:pt x="26209" y="185681"/>
                    <a:pt x="18131" y="176667"/>
                  </a:cubicBezTo>
                  <a:cubicBezTo>
                    <a:pt x="10767" y="168450"/>
                    <a:pt x="10717" y="156090"/>
                    <a:pt x="18014" y="147814"/>
                  </a:cubicBezTo>
                  <a:lnTo>
                    <a:pt x="8535" y="139601"/>
                  </a:lnTo>
                  <a:cubicBezTo>
                    <a:pt x="-4036" y="153875"/>
                    <a:pt x="-2548" y="175542"/>
                    <a:pt x="11859" y="187996"/>
                  </a:cubicBezTo>
                  <a:cubicBezTo>
                    <a:pt x="16532" y="192036"/>
                    <a:pt x="22214" y="194758"/>
                    <a:pt x="28312" y="195878"/>
                  </a:cubicBezTo>
                  <a:lnTo>
                    <a:pt x="28312" y="252710"/>
                  </a:lnTo>
                  <a:cubicBezTo>
                    <a:pt x="28326" y="264717"/>
                    <a:pt x="38148" y="274445"/>
                    <a:pt x="50267" y="274456"/>
                  </a:cubicBezTo>
                  <a:lnTo>
                    <a:pt x="90211" y="274456"/>
                  </a:lnTo>
                  <a:lnTo>
                    <a:pt x="90211" y="405619"/>
                  </a:lnTo>
                  <a:cubicBezTo>
                    <a:pt x="60732" y="407357"/>
                    <a:pt x="38256" y="432443"/>
                    <a:pt x="40011" y="461650"/>
                  </a:cubicBezTo>
                  <a:cubicBezTo>
                    <a:pt x="41691" y="489627"/>
                    <a:pt x="65072" y="511466"/>
                    <a:pt x="93359" y="511481"/>
                  </a:cubicBezTo>
                  <a:lnTo>
                    <a:pt x="301075" y="511481"/>
                  </a:lnTo>
                  <a:cubicBezTo>
                    <a:pt x="330606" y="511466"/>
                    <a:pt x="354533" y="487734"/>
                    <a:pt x="354517" y="458475"/>
                  </a:cubicBezTo>
                  <a:cubicBezTo>
                    <a:pt x="354502" y="430449"/>
                    <a:pt x="332459" y="407284"/>
                    <a:pt x="304222" y="405619"/>
                  </a:cubicBezTo>
                  <a:lnTo>
                    <a:pt x="304222" y="268263"/>
                  </a:lnTo>
                  <a:lnTo>
                    <a:pt x="332616" y="268263"/>
                  </a:lnTo>
                  <a:cubicBezTo>
                    <a:pt x="337787" y="268270"/>
                    <a:pt x="341978" y="272420"/>
                    <a:pt x="341988" y="277543"/>
                  </a:cubicBezTo>
                  <a:lnTo>
                    <a:pt x="341988" y="334369"/>
                  </a:lnTo>
                  <a:cubicBezTo>
                    <a:pt x="323189" y="337823"/>
                    <a:pt x="310776" y="355723"/>
                    <a:pt x="314263" y="374349"/>
                  </a:cubicBezTo>
                  <a:cubicBezTo>
                    <a:pt x="315411" y="380480"/>
                    <a:pt x="318224" y="386185"/>
                    <a:pt x="322400" y="390851"/>
                  </a:cubicBezTo>
                  <a:lnTo>
                    <a:pt x="331804" y="382557"/>
                  </a:lnTo>
                  <a:cubicBezTo>
                    <a:pt x="323728" y="373541"/>
                    <a:pt x="324557" y="359745"/>
                    <a:pt x="333657" y="351743"/>
                  </a:cubicBezTo>
                  <a:cubicBezTo>
                    <a:pt x="342757" y="343741"/>
                    <a:pt x="356681" y="344563"/>
                    <a:pt x="364758" y="353579"/>
                  </a:cubicBezTo>
                  <a:cubicBezTo>
                    <a:pt x="372120" y="361798"/>
                    <a:pt x="372168" y="374159"/>
                    <a:pt x="364869" y="382432"/>
                  </a:cubicBezTo>
                  <a:lnTo>
                    <a:pt x="374348" y="390639"/>
                  </a:lnTo>
                  <a:cubicBezTo>
                    <a:pt x="386916" y="376364"/>
                    <a:pt x="385424" y="354697"/>
                    <a:pt x="371016" y="342245"/>
                  </a:cubicBezTo>
                  <a:cubicBezTo>
                    <a:pt x="366347" y="338209"/>
                    <a:pt x="360670" y="335489"/>
                    <a:pt x="354577" y="334369"/>
                  </a:cubicBezTo>
                  <a:close/>
                  <a:moveTo>
                    <a:pt x="184628" y="25045"/>
                  </a:moveTo>
                  <a:cubicBezTo>
                    <a:pt x="184628" y="18156"/>
                    <a:pt x="190264" y="12572"/>
                    <a:pt x="197217" y="12572"/>
                  </a:cubicBezTo>
                  <a:cubicBezTo>
                    <a:pt x="204169" y="12572"/>
                    <a:pt x="209805" y="18156"/>
                    <a:pt x="209805" y="25045"/>
                  </a:cubicBezTo>
                  <a:cubicBezTo>
                    <a:pt x="209805" y="31934"/>
                    <a:pt x="204169" y="37518"/>
                    <a:pt x="197217" y="37518"/>
                  </a:cubicBezTo>
                  <a:cubicBezTo>
                    <a:pt x="190264" y="37521"/>
                    <a:pt x="184625" y="31940"/>
                    <a:pt x="184621" y="25051"/>
                  </a:cubicBezTo>
                  <a:cubicBezTo>
                    <a:pt x="184621" y="25049"/>
                    <a:pt x="184621" y="25047"/>
                    <a:pt x="184621" y="25045"/>
                  </a:cubicBezTo>
                  <a:close/>
                  <a:moveTo>
                    <a:pt x="102800" y="331063"/>
                  </a:moveTo>
                  <a:lnTo>
                    <a:pt x="154257" y="331063"/>
                  </a:lnTo>
                  <a:lnTo>
                    <a:pt x="174764" y="287877"/>
                  </a:lnTo>
                  <a:lnTo>
                    <a:pt x="194032" y="361017"/>
                  </a:lnTo>
                  <a:lnTo>
                    <a:pt x="220034" y="308008"/>
                  </a:lnTo>
                  <a:lnTo>
                    <a:pt x="236399" y="346486"/>
                  </a:lnTo>
                  <a:lnTo>
                    <a:pt x="249089" y="333633"/>
                  </a:lnTo>
                  <a:cubicBezTo>
                    <a:pt x="250769" y="332107"/>
                    <a:pt x="252931" y="331205"/>
                    <a:pt x="255207" y="331082"/>
                  </a:cubicBezTo>
                  <a:lnTo>
                    <a:pt x="291614" y="331082"/>
                  </a:lnTo>
                  <a:lnTo>
                    <a:pt x="291614" y="405463"/>
                  </a:lnTo>
                  <a:lnTo>
                    <a:pt x="102781" y="405463"/>
                  </a:lnTo>
                  <a:close/>
                  <a:moveTo>
                    <a:pt x="143009" y="193427"/>
                  </a:moveTo>
                  <a:cubicBezTo>
                    <a:pt x="131236" y="193409"/>
                    <a:pt x="121697" y="183956"/>
                    <a:pt x="121683" y="172292"/>
                  </a:cubicBezTo>
                  <a:lnTo>
                    <a:pt x="121683" y="102307"/>
                  </a:lnTo>
                  <a:cubicBezTo>
                    <a:pt x="121697" y="90643"/>
                    <a:pt x="131236" y="81190"/>
                    <a:pt x="143009" y="81172"/>
                  </a:cubicBezTo>
                  <a:lnTo>
                    <a:pt x="251418" y="81172"/>
                  </a:lnTo>
                  <a:cubicBezTo>
                    <a:pt x="263192" y="81190"/>
                    <a:pt x="272732" y="90642"/>
                    <a:pt x="272750" y="102307"/>
                  </a:cubicBezTo>
                  <a:lnTo>
                    <a:pt x="272750" y="172292"/>
                  </a:lnTo>
                  <a:cubicBezTo>
                    <a:pt x="272732" y="183958"/>
                    <a:pt x="263192" y="193409"/>
                    <a:pt x="251418" y="193427"/>
                  </a:cubicBezTo>
                  <a:lnTo>
                    <a:pt x="143009" y="193427"/>
                  </a:lnTo>
                  <a:close/>
                  <a:moveTo>
                    <a:pt x="176231" y="205900"/>
                  </a:moveTo>
                  <a:lnTo>
                    <a:pt x="220292" y="205900"/>
                  </a:lnTo>
                  <a:lnTo>
                    <a:pt x="220292" y="224609"/>
                  </a:lnTo>
                  <a:lnTo>
                    <a:pt x="176231" y="224609"/>
                  </a:lnTo>
                  <a:close/>
                  <a:moveTo>
                    <a:pt x="163642" y="237081"/>
                  </a:moveTo>
                  <a:lnTo>
                    <a:pt x="291633" y="237081"/>
                  </a:lnTo>
                  <a:lnTo>
                    <a:pt x="291633" y="318591"/>
                  </a:lnTo>
                  <a:lnTo>
                    <a:pt x="255226" y="318591"/>
                  </a:lnTo>
                  <a:cubicBezTo>
                    <a:pt x="249829" y="318700"/>
                    <a:pt x="244655" y="320748"/>
                    <a:pt x="240667" y="324353"/>
                  </a:cubicBezTo>
                  <a:lnTo>
                    <a:pt x="220840" y="277792"/>
                  </a:lnTo>
                  <a:lnTo>
                    <a:pt x="197607" y="325189"/>
                  </a:lnTo>
                  <a:lnTo>
                    <a:pt x="178170" y="251425"/>
                  </a:lnTo>
                  <a:lnTo>
                    <a:pt x="146269" y="318591"/>
                  </a:lnTo>
                  <a:lnTo>
                    <a:pt x="102800" y="318591"/>
                  </a:lnTo>
                  <a:lnTo>
                    <a:pt x="102800" y="237081"/>
                  </a:lnTo>
                  <a:close/>
                  <a:moveTo>
                    <a:pt x="341988" y="458472"/>
                  </a:moveTo>
                  <a:cubicBezTo>
                    <a:pt x="341961" y="480848"/>
                    <a:pt x="323659" y="498981"/>
                    <a:pt x="301075" y="499009"/>
                  </a:cubicBezTo>
                  <a:lnTo>
                    <a:pt x="93359" y="499009"/>
                  </a:lnTo>
                  <a:cubicBezTo>
                    <a:pt x="70762" y="499009"/>
                    <a:pt x="52445" y="480860"/>
                    <a:pt x="52445" y="458472"/>
                  </a:cubicBezTo>
                  <a:cubicBezTo>
                    <a:pt x="52445" y="436084"/>
                    <a:pt x="70762" y="417936"/>
                    <a:pt x="93359" y="417936"/>
                  </a:cubicBezTo>
                  <a:lnTo>
                    <a:pt x="301075" y="417936"/>
                  </a:lnTo>
                  <a:cubicBezTo>
                    <a:pt x="323659" y="417963"/>
                    <a:pt x="341961" y="436096"/>
                    <a:pt x="341988" y="458472"/>
                  </a:cubicBezTo>
                  <a:close/>
                </a:path>
              </a:pathLst>
            </a:cu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23" name="Freeform: Shape 347">
              <a:extLst>
                <a:ext uri="{FF2B5EF4-FFF2-40B4-BE49-F238E27FC236}">
                  <a16:creationId xmlns:a16="http://schemas.microsoft.com/office/drawing/2014/main" id="{129EABC4-DE46-5471-64E1-A033A20904EE}"/>
                </a:ext>
              </a:extLst>
            </p:cNvPr>
            <p:cNvSpPr/>
            <p:nvPr/>
          </p:nvSpPr>
          <p:spPr>
            <a:xfrm>
              <a:off x="3571599" y="1855744"/>
              <a:ext cx="54132" cy="53632"/>
            </a:xfrm>
            <a:custGeom>
              <a:avLst/>
              <a:gdLst>
                <a:gd name="csX0" fmla="*/ 54132 w 54132"/>
                <a:gd name="csY0" fmla="*/ 26816 h 53632"/>
                <a:gd name="csX1" fmla="*/ 27066 w 54132"/>
                <a:gd name="csY1" fmla="*/ 0 h 53632"/>
                <a:gd name="csX2" fmla="*/ 0 w 54132"/>
                <a:gd name="csY2" fmla="*/ 26816 h 53632"/>
                <a:gd name="csX3" fmla="*/ 27066 w 54132"/>
                <a:gd name="csY3" fmla="*/ 53633 h 53632"/>
                <a:gd name="csX4" fmla="*/ 54132 w 54132"/>
                <a:gd name="csY4" fmla="*/ 26816 h 53632"/>
                <a:gd name="csX5" fmla="*/ 27066 w 54132"/>
                <a:gd name="csY5" fmla="*/ 45525 h 53632"/>
                <a:gd name="csX6" fmla="*/ 8183 w 54132"/>
                <a:gd name="csY6" fmla="*/ 26816 h 53632"/>
                <a:gd name="csX7" fmla="*/ 27066 w 54132"/>
                <a:gd name="csY7" fmla="*/ 8107 h 53632"/>
                <a:gd name="csX8" fmla="*/ 45949 w 54132"/>
                <a:gd name="csY8" fmla="*/ 26816 h 53632"/>
                <a:gd name="csX9" fmla="*/ 27066 w 54132"/>
                <a:gd name="csY9" fmla="*/ 45525 h 536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54132" h="53632">
                  <a:moveTo>
                    <a:pt x="54132" y="26816"/>
                  </a:moveTo>
                  <a:cubicBezTo>
                    <a:pt x="54132" y="12006"/>
                    <a:pt x="42014" y="0"/>
                    <a:pt x="27066" y="0"/>
                  </a:cubicBezTo>
                  <a:cubicBezTo>
                    <a:pt x="12118" y="0"/>
                    <a:pt x="0" y="12006"/>
                    <a:pt x="0" y="26816"/>
                  </a:cubicBezTo>
                  <a:cubicBezTo>
                    <a:pt x="0" y="41626"/>
                    <a:pt x="12118" y="53633"/>
                    <a:pt x="27066" y="53633"/>
                  </a:cubicBezTo>
                  <a:cubicBezTo>
                    <a:pt x="42014" y="53633"/>
                    <a:pt x="54132" y="41626"/>
                    <a:pt x="54132" y="26816"/>
                  </a:cubicBezTo>
                  <a:close/>
                  <a:moveTo>
                    <a:pt x="27066" y="45525"/>
                  </a:moveTo>
                  <a:cubicBezTo>
                    <a:pt x="16637" y="45525"/>
                    <a:pt x="8183" y="37149"/>
                    <a:pt x="8183" y="26816"/>
                  </a:cubicBezTo>
                  <a:cubicBezTo>
                    <a:pt x="8183" y="16483"/>
                    <a:pt x="16637" y="8107"/>
                    <a:pt x="27066" y="8107"/>
                  </a:cubicBezTo>
                  <a:cubicBezTo>
                    <a:pt x="37495" y="8107"/>
                    <a:pt x="45949" y="16483"/>
                    <a:pt x="45949" y="26816"/>
                  </a:cubicBezTo>
                  <a:cubicBezTo>
                    <a:pt x="45949" y="37149"/>
                    <a:pt x="37495" y="45525"/>
                    <a:pt x="27066" y="45525"/>
                  </a:cubicBezTo>
                  <a:close/>
                </a:path>
              </a:pathLst>
            </a:cu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24" name="Oval 348">
              <a:extLst>
                <a:ext uri="{FF2B5EF4-FFF2-40B4-BE49-F238E27FC236}">
                  <a16:creationId xmlns:a16="http://schemas.microsoft.com/office/drawing/2014/main" id="{5BAB2CA2-0990-3B93-F023-497A0523DCF4}"/>
                </a:ext>
              </a:extLst>
            </p:cNvPr>
            <p:cNvSpPr/>
            <p:nvPr/>
          </p:nvSpPr>
          <p:spPr>
            <a:xfrm>
              <a:off x="3589223" y="1873206"/>
              <a:ext cx="18883" cy="18709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25" name="Freeform: Shape 349">
              <a:extLst>
                <a:ext uri="{FF2B5EF4-FFF2-40B4-BE49-F238E27FC236}">
                  <a16:creationId xmlns:a16="http://schemas.microsoft.com/office/drawing/2014/main" id="{E1A2CA61-08A1-4A6A-60BE-BB6602C90190}"/>
                </a:ext>
              </a:extLst>
            </p:cNvPr>
            <p:cNvSpPr/>
            <p:nvPr/>
          </p:nvSpPr>
          <p:spPr>
            <a:xfrm>
              <a:off x="3508655" y="1855744"/>
              <a:ext cx="54132" cy="53632"/>
            </a:xfrm>
            <a:custGeom>
              <a:avLst/>
              <a:gdLst>
                <a:gd name="csX0" fmla="*/ 27066 w 54132"/>
                <a:gd name="csY0" fmla="*/ 0 h 53632"/>
                <a:gd name="csX1" fmla="*/ 0 w 54132"/>
                <a:gd name="csY1" fmla="*/ 26816 h 53632"/>
                <a:gd name="csX2" fmla="*/ 27066 w 54132"/>
                <a:gd name="csY2" fmla="*/ 53633 h 53632"/>
                <a:gd name="csX3" fmla="*/ 54132 w 54132"/>
                <a:gd name="csY3" fmla="*/ 26816 h 53632"/>
                <a:gd name="csX4" fmla="*/ 27066 w 54132"/>
                <a:gd name="csY4" fmla="*/ 0 h 53632"/>
                <a:gd name="csX5" fmla="*/ 27066 w 54132"/>
                <a:gd name="csY5" fmla="*/ 45525 h 53632"/>
                <a:gd name="csX6" fmla="*/ 8183 w 54132"/>
                <a:gd name="csY6" fmla="*/ 26816 h 53632"/>
                <a:gd name="csX7" fmla="*/ 27066 w 54132"/>
                <a:gd name="csY7" fmla="*/ 8107 h 53632"/>
                <a:gd name="csX8" fmla="*/ 45949 w 54132"/>
                <a:gd name="csY8" fmla="*/ 26816 h 53632"/>
                <a:gd name="csX9" fmla="*/ 27066 w 54132"/>
                <a:gd name="csY9" fmla="*/ 45525 h 536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54132" h="53632">
                  <a:moveTo>
                    <a:pt x="27066" y="0"/>
                  </a:moveTo>
                  <a:cubicBezTo>
                    <a:pt x="12118" y="0"/>
                    <a:pt x="0" y="12006"/>
                    <a:pt x="0" y="26816"/>
                  </a:cubicBezTo>
                  <a:cubicBezTo>
                    <a:pt x="0" y="41626"/>
                    <a:pt x="12118" y="53633"/>
                    <a:pt x="27066" y="53633"/>
                  </a:cubicBezTo>
                  <a:cubicBezTo>
                    <a:pt x="42014" y="53633"/>
                    <a:pt x="54132" y="41626"/>
                    <a:pt x="54132" y="26816"/>
                  </a:cubicBezTo>
                  <a:cubicBezTo>
                    <a:pt x="54132" y="12006"/>
                    <a:pt x="42014" y="0"/>
                    <a:pt x="27066" y="0"/>
                  </a:cubicBezTo>
                  <a:close/>
                  <a:moveTo>
                    <a:pt x="27066" y="45525"/>
                  </a:moveTo>
                  <a:cubicBezTo>
                    <a:pt x="16637" y="45525"/>
                    <a:pt x="8183" y="37149"/>
                    <a:pt x="8183" y="26816"/>
                  </a:cubicBezTo>
                  <a:cubicBezTo>
                    <a:pt x="8183" y="16483"/>
                    <a:pt x="16637" y="8107"/>
                    <a:pt x="27066" y="8107"/>
                  </a:cubicBezTo>
                  <a:cubicBezTo>
                    <a:pt x="37495" y="8107"/>
                    <a:pt x="45949" y="16483"/>
                    <a:pt x="45949" y="26816"/>
                  </a:cubicBezTo>
                  <a:cubicBezTo>
                    <a:pt x="45949" y="37149"/>
                    <a:pt x="37495" y="45525"/>
                    <a:pt x="27066" y="45525"/>
                  </a:cubicBezTo>
                  <a:close/>
                </a:path>
              </a:pathLst>
            </a:cu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26" name="Oval 350">
              <a:extLst>
                <a:ext uri="{FF2B5EF4-FFF2-40B4-BE49-F238E27FC236}">
                  <a16:creationId xmlns:a16="http://schemas.microsoft.com/office/drawing/2014/main" id="{E9AC2A6F-FB7B-A745-041B-01E58918A07D}"/>
                </a:ext>
              </a:extLst>
            </p:cNvPr>
            <p:cNvSpPr/>
            <p:nvPr/>
          </p:nvSpPr>
          <p:spPr>
            <a:xfrm>
              <a:off x="3526279" y="1873206"/>
              <a:ext cx="18883" cy="18709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27" name="Oval 351">
              <a:extLst>
                <a:ext uri="{FF2B5EF4-FFF2-40B4-BE49-F238E27FC236}">
                  <a16:creationId xmlns:a16="http://schemas.microsoft.com/office/drawing/2014/main" id="{9CDA9AE4-6112-8733-4EC7-AABA869103B8}"/>
                </a:ext>
              </a:extLst>
            </p:cNvPr>
            <p:cNvSpPr/>
            <p:nvPr/>
          </p:nvSpPr>
          <p:spPr>
            <a:xfrm>
              <a:off x="3554610" y="2191261"/>
              <a:ext cx="25177" cy="24945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28" name="Oval 352">
              <a:extLst>
                <a:ext uri="{FF2B5EF4-FFF2-40B4-BE49-F238E27FC236}">
                  <a16:creationId xmlns:a16="http://schemas.microsoft.com/office/drawing/2014/main" id="{DCC09317-029A-CBD6-C86B-D8D5FD1CC2AB}"/>
                </a:ext>
              </a:extLst>
            </p:cNvPr>
            <p:cNvSpPr/>
            <p:nvPr/>
          </p:nvSpPr>
          <p:spPr>
            <a:xfrm>
              <a:off x="3463341" y="2191261"/>
              <a:ext cx="25177" cy="24945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29" name="Oval 353">
              <a:extLst>
                <a:ext uri="{FF2B5EF4-FFF2-40B4-BE49-F238E27FC236}">
                  <a16:creationId xmlns:a16="http://schemas.microsoft.com/office/drawing/2014/main" id="{762B6ADC-2A2F-C0DE-2903-58E23483CA8E}"/>
                </a:ext>
              </a:extLst>
            </p:cNvPr>
            <p:cNvSpPr/>
            <p:nvPr/>
          </p:nvSpPr>
          <p:spPr>
            <a:xfrm>
              <a:off x="3645880" y="2191261"/>
              <a:ext cx="25177" cy="24945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sp>
        <p:nvSpPr>
          <p:cNvPr id="2030" name="TextBox 2029"/>
          <p:cNvSpPr txBox="1"/>
          <p:nvPr/>
        </p:nvSpPr>
        <p:spPr>
          <a:xfrm>
            <a:off x="7589520" y="1563624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000000"/>
                </a:solidFill>
                <a:latin typeface="Segoe UI"/>
                <a:cs typeface="Segoe UI"/>
              </a:rPr>
              <a:t>NOTEBOOK SEARCH / RAG</a:t>
            </a:r>
          </a:p>
          <a:p>
            <a:pPr algn="ctr">
              <a:buNone/>
            </a:pPr>
            <a:r>
              <a:rPr lang="en-US" sz="900" b="0" i="0">
                <a:solidFill>
                  <a:srgbClr val="4A4A5E"/>
                </a:solidFill>
                <a:latin typeface="Calibri"/>
                <a:cs typeface="Calibri"/>
              </a:rPr>
              <a:t>Embedding · ranking</a:t>
            </a:r>
          </a:p>
        </p:txBody>
      </p:sp>
      <p:grpSp>
        <p:nvGrpSpPr>
          <p:cNvPr id="2030" name="Graphic 117" descr="Checklist outline">
            <a:extLst>
              <a:ext uri="{FF2B5EF4-FFF2-40B4-BE49-F238E27FC236}">
                <a16:creationId xmlns:a16="http://schemas.microsoft.com/office/drawing/2014/main" id="{97492CCB-B40F-4F25-F4CD-E370CCC9860E}"/>
              </a:ext>
            </a:extLst>
          </p:cNvPr>
          <p:cNvGrpSpPr/>
          <p:nvPr/>
        </p:nvGrpSpPr>
        <p:grpSpPr>
          <a:xfrm>
            <a:off x="9565313" y="1051560"/>
            <a:ext cx="346093" cy="457200"/>
            <a:chOff x="1964623" y="1821815"/>
            <a:chExt cx="280800" cy="370945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2031" name="Freeform: Shape 327">
              <a:extLst>
                <a:ext uri="{FF2B5EF4-FFF2-40B4-BE49-F238E27FC236}">
                  <a16:creationId xmlns:a16="http://schemas.microsoft.com/office/drawing/2014/main" id="{65FC3D85-E3A7-C13B-94C2-75FB80683D48}"/>
                </a:ext>
              </a:extLst>
            </p:cNvPr>
            <p:cNvSpPr/>
            <p:nvPr/>
          </p:nvSpPr>
          <p:spPr>
            <a:xfrm>
              <a:off x="2012794" y="1874179"/>
              <a:ext cx="67457" cy="51566"/>
            </a:xfrm>
            <a:custGeom>
              <a:avLst/>
              <a:gdLst>
                <a:gd name="csX0" fmla="*/ 22029 w 67457"/>
                <a:gd name="csY0" fmla="*/ 38453 h 51566"/>
                <a:gd name="csX1" fmla="*/ 6618 w 67457"/>
                <a:gd name="csY1" fmla="*/ 23184 h 51566"/>
                <a:gd name="csX2" fmla="*/ 0 w 67457"/>
                <a:gd name="csY2" fmla="*/ 29741 h 51566"/>
                <a:gd name="csX3" fmla="*/ 22029 w 67457"/>
                <a:gd name="csY3" fmla="*/ 51566 h 51566"/>
                <a:gd name="csX4" fmla="*/ 67458 w 67457"/>
                <a:gd name="csY4" fmla="*/ 6556 h 51566"/>
                <a:gd name="csX5" fmla="*/ 60840 w 67457"/>
                <a:gd name="csY5" fmla="*/ 0 h 51566"/>
                <a:gd name="csX6" fmla="*/ 22029 w 67457"/>
                <a:gd name="csY6" fmla="*/ 38453 h 515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7457" h="51566">
                  <a:moveTo>
                    <a:pt x="22029" y="38453"/>
                  </a:moveTo>
                  <a:lnTo>
                    <a:pt x="6618" y="23184"/>
                  </a:lnTo>
                  <a:lnTo>
                    <a:pt x="0" y="29741"/>
                  </a:lnTo>
                  <a:lnTo>
                    <a:pt x="22029" y="51566"/>
                  </a:lnTo>
                  <a:lnTo>
                    <a:pt x="67458" y="6556"/>
                  </a:lnTo>
                  <a:lnTo>
                    <a:pt x="60840" y="0"/>
                  </a:lnTo>
                  <a:lnTo>
                    <a:pt x="22029" y="38453"/>
                  </a:lnTo>
                  <a:close/>
                </a:path>
              </a:pathLst>
            </a:cu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32" name="Rectangle 328">
              <a:extLst>
                <a:ext uri="{FF2B5EF4-FFF2-40B4-BE49-F238E27FC236}">
                  <a16:creationId xmlns:a16="http://schemas.microsoft.com/office/drawing/2014/main" id="{BEEAA4BB-B092-EC67-D677-4264C3939C76}"/>
                </a:ext>
              </a:extLst>
            </p:cNvPr>
            <p:cNvSpPr/>
            <p:nvPr/>
          </p:nvSpPr>
          <p:spPr>
            <a:xfrm>
              <a:off x="2109703" y="1900641"/>
              <a:ext cx="88920" cy="9273"/>
            </a:xfrm>
            <a:prstGeom prst="rect">
              <a:avLst/>
            </a:pr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33" name="Freeform: Shape 329">
              <a:extLst>
                <a:ext uri="{FF2B5EF4-FFF2-40B4-BE49-F238E27FC236}">
                  <a16:creationId xmlns:a16="http://schemas.microsoft.com/office/drawing/2014/main" id="{57B1DD8E-16E9-BFDA-B466-B2CD4D69F18C}"/>
                </a:ext>
              </a:extLst>
            </p:cNvPr>
            <p:cNvSpPr/>
            <p:nvPr/>
          </p:nvSpPr>
          <p:spPr>
            <a:xfrm>
              <a:off x="2012794" y="1943731"/>
              <a:ext cx="67457" cy="51566"/>
            </a:xfrm>
            <a:custGeom>
              <a:avLst/>
              <a:gdLst>
                <a:gd name="csX0" fmla="*/ 22029 w 67457"/>
                <a:gd name="csY0" fmla="*/ 38453 h 51566"/>
                <a:gd name="csX1" fmla="*/ 6618 w 67457"/>
                <a:gd name="csY1" fmla="*/ 23184 h 51566"/>
                <a:gd name="csX2" fmla="*/ 0 w 67457"/>
                <a:gd name="csY2" fmla="*/ 29741 h 51566"/>
                <a:gd name="csX3" fmla="*/ 22029 w 67457"/>
                <a:gd name="csY3" fmla="*/ 51566 h 51566"/>
                <a:gd name="csX4" fmla="*/ 67458 w 67457"/>
                <a:gd name="csY4" fmla="*/ 6556 h 51566"/>
                <a:gd name="csX5" fmla="*/ 60840 w 67457"/>
                <a:gd name="csY5" fmla="*/ 0 h 51566"/>
                <a:gd name="csX6" fmla="*/ 22029 w 67457"/>
                <a:gd name="csY6" fmla="*/ 38453 h 515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7457" h="51566">
                  <a:moveTo>
                    <a:pt x="22029" y="38453"/>
                  </a:moveTo>
                  <a:lnTo>
                    <a:pt x="6618" y="23184"/>
                  </a:lnTo>
                  <a:lnTo>
                    <a:pt x="0" y="29741"/>
                  </a:lnTo>
                  <a:lnTo>
                    <a:pt x="22029" y="51566"/>
                  </a:lnTo>
                  <a:lnTo>
                    <a:pt x="67458" y="6556"/>
                  </a:lnTo>
                  <a:lnTo>
                    <a:pt x="60840" y="0"/>
                  </a:lnTo>
                  <a:lnTo>
                    <a:pt x="22029" y="38453"/>
                  </a:lnTo>
                  <a:close/>
                </a:path>
              </a:pathLst>
            </a:cu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34" name="Rectangle 330">
              <a:extLst>
                <a:ext uri="{FF2B5EF4-FFF2-40B4-BE49-F238E27FC236}">
                  <a16:creationId xmlns:a16="http://schemas.microsoft.com/office/drawing/2014/main" id="{0D2BF141-FA4A-5AE0-7B04-6E4BFBE92895}"/>
                </a:ext>
              </a:extLst>
            </p:cNvPr>
            <p:cNvSpPr/>
            <p:nvPr/>
          </p:nvSpPr>
          <p:spPr>
            <a:xfrm>
              <a:off x="2109703" y="1970193"/>
              <a:ext cx="88920" cy="9273"/>
            </a:xfrm>
            <a:prstGeom prst="rect">
              <a:avLst/>
            </a:pr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35" name="Freeform: Shape 331">
              <a:extLst>
                <a:ext uri="{FF2B5EF4-FFF2-40B4-BE49-F238E27FC236}">
                  <a16:creationId xmlns:a16="http://schemas.microsoft.com/office/drawing/2014/main" id="{595C7D73-E7FD-0879-198F-AC3C8B8CF8B7}"/>
                </a:ext>
              </a:extLst>
            </p:cNvPr>
            <p:cNvSpPr/>
            <p:nvPr/>
          </p:nvSpPr>
          <p:spPr>
            <a:xfrm>
              <a:off x="2012794" y="2013283"/>
              <a:ext cx="67457" cy="51566"/>
            </a:xfrm>
            <a:custGeom>
              <a:avLst/>
              <a:gdLst>
                <a:gd name="csX0" fmla="*/ 22029 w 67457"/>
                <a:gd name="csY0" fmla="*/ 38453 h 51566"/>
                <a:gd name="csX1" fmla="*/ 6618 w 67457"/>
                <a:gd name="csY1" fmla="*/ 23184 h 51566"/>
                <a:gd name="csX2" fmla="*/ 0 w 67457"/>
                <a:gd name="csY2" fmla="*/ 29741 h 51566"/>
                <a:gd name="csX3" fmla="*/ 22029 w 67457"/>
                <a:gd name="csY3" fmla="*/ 51566 h 51566"/>
                <a:gd name="csX4" fmla="*/ 67458 w 67457"/>
                <a:gd name="csY4" fmla="*/ 6556 h 51566"/>
                <a:gd name="csX5" fmla="*/ 60840 w 67457"/>
                <a:gd name="csY5" fmla="*/ 0 h 51566"/>
                <a:gd name="csX6" fmla="*/ 22029 w 67457"/>
                <a:gd name="csY6" fmla="*/ 38453 h 515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7457" h="51566">
                  <a:moveTo>
                    <a:pt x="22029" y="38453"/>
                  </a:moveTo>
                  <a:lnTo>
                    <a:pt x="6618" y="23184"/>
                  </a:lnTo>
                  <a:lnTo>
                    <a:pt x="0" y="29741"/>
                  </a:lnTo>
                  <a:lnTo>
                    <a:pt x="22029" y="51566"/>
                  </a:lnTo>
                  <a:lnTo>
                    <a:pt x="67458" y="6556"/>
                  </a:lnTo>
                  <a:lnTo>
                    <a:pt x="60840" y="0"/>
                  </a:lnTo>
                  <a:lnTo>
                    <a:pt x="22029" y="38453"/>
                  </a:lnTo>
                  <a:close/>
                </a:path>
              </a:pathLst>
            </a:cu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36" name="Rectangle 332">
              <a:extLst>
                <a:ext uri="{FF2B5EF4-FFF2-40B4-BE49-F238E27FC236}">
                  <a16:creationId xmlns:a16="http://schemas.microsoft.com/office/drawing/2014/main" id="{A966ABA9-A2ED-D602-DB14-FE00CE104268}"/>
                </a:ext>
              </a:extLst>
            </p:cNvPr>
            <p:cNvSpPr/>
            <p:nvPr/>
          </p:nvSpPr>
          <p:spPr>
            <a:xfrm>
              <a:off x="2109703" y="2039746"/>
              <a:ext cx="88920" cy="9273"/>
            </a:xfrm>
            <a:prstGeom prst="rect">
              <a:avLst/>
            </a:pr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37" name="Freeform: Shape 333">
              <a:extLst>
                <a:ext uri="{FF2B5EF4-FFF2-40B4-BE49-F238E27FC236}">
                  <a16:creationId xmlns:a16="http://schemas.microsoft.com/office/drawing/2014/main" id="{17B42AB2-3D21-E7B8-4B4E-6987334303E6}"/>
                </a:ext>
              </a:extLst>
            </p:cNvPr>
            <p:cNvSpPr/>
            <p:nvPr/>
          </p:nvSpPr>
          <p:spPr>
            <a:xfrm>
              <a:off x="2012794" y="2082836"/>
              <a:ext cx="67457" cy="51566"/>
            </a:xfrm>
            <a:custGeom>
              <a:avLst/>
              <a:gdLst>
                <a:gd name="csX0" fmla="*/ 22029 w 67457"/>
                <a:gd name="csY0" fmla="*/ 38453 h 51566"/>
                <a:gd name="csX1" fmla="*/ 6618 w 67457"/>
                <a:gd name="csY1" fmla="*/ 23184 h 51566"/>
                <a:gd name="csX2" fmla="*/ 0 w 67457"/>
                <a:gd name="csY2" fmla="*/ 29741 h 51566"/>
                <a:gd name="csX3" fmla="*/ 22029 w 67457"/>
                <a:gd name="csY3" fmla="*/ 51566 h 51566"/>
                <a:gd name="csX4" fmla="*/ 67458 w 67457"/>
                <a:gd name="csY4" fmla="*/ 6556 h 51566"/>
                <a:gd name="csX5" fmla="*/ 60840 w 67457"/>
                <a:gd name="csY5" fmla="*/ 0 h 51566"/>
                <a:gd name="csX6" fmla="*/ 22029 w 67457"/>
                <a:gd name="csY6" fmla="*/ 38453 h 515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7457" h="51566">
                  <a:moveTo>
                    <a:pt x="22029" y="38453"/>
                  </a:moveTo>
                  <a:lnTo>
                    <a:pt x="6618" y="23184"/>
                  </a:lnTo>
                  <a:lnTo>
                    <a:pt x="0" y="29741"/>
                  </a:lnTo>
                  <a:lnTo>
                    <a:pt x="22029" y="51566"/>
                  </a:lnTo>
                  <a:lnTo>
                    <a:pt x="67458" y="6556"/>
                  </a:lnTo>
                  <a:lnTo>
                    <a:pt x="60840" y="0"/>
                  </a:lnTo>
                  <a:lnTo>
                    <a:pt x="22029" y="38453"/>
                  </a:lnTo>
                  <a:close/>
                </a:path>
              </a:pathLst>
            </a:cu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38" name="Rectangle 334">
              <a:extLst>
                <a:ext uri="{FF2B5EF4-FFF2-40B4-BE49-F238E27FC236}">
                  <a16:creationId xmlns:a16="http://schemas.microsoft.com/office/drawing/2014/main" id="{9AAECEB5-0EED-DA4F-E414-3120F4959A35}"/>
                </a:ext>
              </a:extLst>
            </p:cNvPr>
            <p:cNvSpPr/>
            <p:nvPr/>
          </p:nvSpPr>
          <p:spPr>
            <a:xfrm>
              <a:off x="2109703" y="2109298"/>
              <a:ext cx="88920" cy="9273"/>
            </a:xfrm>
            <a:prstGeom prst="rect">
              <a:avLst/>
            </a:pr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39" name="Freeform: Shape 335">
              <a:extLst>
                <a:ext uri="{FF2B5EF4-FFF2-40B4-BE49-F238E27FC236}">
                  <a16:creationId xmlns:a16="http://schemas.microsoft.com/office/drawing/2014/main" id="{B534986B-5970-37F8-A2CD-2669758DDBC9}"/>
                </a:ext>
              </a:extLst>
            </p:cNvPr>
            <p:cNvSpPr/>
            <p:nvPr/>
          </p:nvSpPr>
          <p:spPr>
            <a:xfrm>
              <a:off x="1964623" y="1821815"/>
              <a:ext cx="280800" cy="370945"/>
            </a:xfrm>
            <a:custGeom>
              <a:avLst/>
              <a:gdLst>
                <a:gd name="csX0" fmla="*/ 0 w 280800"/>
                <a:gd name="csY0" fmla="*/ 370946 h 370945"/>
                <a:gd name="csX1" fmla="*/ 280800 w 280800"/>
                <a:gd name="csY1" fmla="*/ 370946 h 370945"/>
                <a:gd name="csX2" fmla="*/ 280800 w 280800"/>
                <a:gd name="csY2" fmla="*/ 0 h 370945"/>
                <a:gd name="csX3" fmla="*/ 0 w 280800"/>
                <a:gd name="csY3" fmla="*/ 0 h 370945"/>
                <a:gd name="csX4" fmla="*/ 9360 w 280800"/>
                <a:gd name="csY4" fmla="*/ 9274 h 370945"/>
                <a:gd name="csX5" fmla="*/ 271440 w 280800"/>
                <a:gd name="csY5" fmla="*/ 9274 h 370945"/>
                <a:gd name="csX6" fmla="*/ 271440 w 280800"/>
                <a:gd name="csY6" fmla="*/ 361672 h 370945"/>
                <a:gd name="csX7" fmla="*/ 9360 w 280800"/>
                <a:gd name="csY7" fmla="*/ 361672 h 3709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80800" h="370945">
                  <a:moveTo>
                    <a:pt x="0" y="370946"/>
                  </a:moveTo>
                  <a:lnTo>
                    <a:pt x="280800" y="370946"/>
                  </a:lnTo>
                  <a:lnTo>
                    <a:pt x="280800" y="0"/>
                  </a:lnTo>
                  <a:lnTo>
                    <a:pt x="0" y="0"/>
                  </a:lnTo>
                  <a:close/>
                  <a:moveTo>
                    <a:pt x="9360" y="9274"/>
                  </a:moveTo>
                  <a:lnTo>
                    <a:pt x="271440" y="9274"/>
                  </a:lnTo>
                  <a:lnTo>
                    <a:pt x="271440" y="361672"/>
                  </a:lnTo>
                  <a:lnTo>
                    <a:pt x="9360" y="361672"/>
                  </a:lnTo>
                  <a:close/>
                </a:path>
              </a:pathLst>
            </a:cu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sp>
        <p:nvSpPr>
          <p:cNvPr id="2040" name="TextBox 2039"/>
          <p:cNvSpPr txBox="1"/>
          <p:nvPr/>
        </p:nvSpPr>
        <p:spPr>
          <a:xfrm>
            <a:off x="9052560" y="1563624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000000"/>
                </a:solidFill>
                <a:latin typeface="Segoe UI"/>
                <a:cs typeface="Segoe UI"/>
              </a:rPr>
              <a:t>STORY + TTSM RETRIEVAL</a:t>
            </a:r>
          </a:p>
          <a:p>
            <a:pPr algn="ctr">
              <a:buNone/>
            </a:pPr>
            <a:r>
              <a:rPr lang="en-US" sz="900" b="0" i="0">
                <a:solidFill>
                  <a:srgbClr val="4A4A5E"/>
                </a:solidFill>
                <a:latin typeface="Calibri"/>
                <a:cs typeface="Calibri"/>
              </a:rPr>
              <a:t>Acceptance criteria</a:t>
            </a:r>
          </a:p>
        </p:txBody>
      </p:sp>
      <p:grpSp>
        <p:nvGrpSpPr>
          <p:cNvPr id="2040" name="Graphic 112" descr="Decision chart outline">
            <a:extLst>
              <a:ext uri="{FF2B5EF4-FFF2-40B4-BE49-F238E27FC236}">
                <a16:creationId xmlns:a16="http://schemas.microsoft.com/office/drawing/2014/main" id="{A2CB8AAD-428C-7FCF-379B-5F38D3C1E75F}"/>
              </a:ext>
            </a:extLst>
          </p:cNvPr>
          <p:cNvGrpSpPr/>
          <p:nvPr/>
        </p:nvGrpSpPr>
        <p:grpSpPr>
          <a:xfrm>
            <a:off x="10987553" y="1051560"/>
            <a:ext cx="427692" cy="457200"/>
            <a:chOff x="9262075" y="1953190"/>
            <a:chExt cx="316355" cy="338181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2041" name="Freeform: Shape 504">
              <a:extLst>
                <a:ext uri="{FF2B5EF4-FFF2-40B4-BE49-F238E27FC236}">
                  <a16:creationId xmlns:a16="http://schemas.microsoft.com/office/drawing/2014/main" id="{4FA6CE1B-CE1E-A5CF-35CB-EAC51233DD8A}"/>
                </a:ext>
              </a:extLst>
            </p:cNvPr>
            <p:cNvSpPr/>
            <p:nvPr/>
          </p:nvSpPr>
          <p:spPr>
            <a:xfrm>
              <a:off x="9262075" y="2233633"/>
              <a:ext cx="116552" cy="57738"/>
            </a:xfrm>
            <a:custGeom>
              <a:avLst/>
              <a:gdLst>
                <a:gd name="csX0" fmla="*/ 0 w 116552"/>
                <a:gd name="csY0" fmla="*/ 57738 h 57738"/>
                <a:gd name="csX1" fmla="*/ 116552 w 116552"/>
                <a:gd name="csY1" fmla="*/ 57738 h 57738"/>
                <a:gd name="csX2" fmla="*/ 116552 w 116552"/>
                <a:gd name="csY2" fmla="*/ 0 h 57738"/>
                <a:gd name="csX3" fmla="*/ 0 w 116552"/>
                <a:gd name="csY3" fmla="*/ 0 h 57738"/>
                <a:gd name="csX4" fmla="*/ 8325 w 116552"/>
                <a:gd name="csY4" fmla="*/ 8248 h 57738"/>
                <a:gd name="csX5" fmla="*/ 108227 w 116552"/>
                <a:gd name="csY5" fmla="*/ 8248 h 57738"/>
                <a:gd name="csX6" fmla="*/ 108227 w 116552"/>
                <a:gd name="csY6" fmla="*/ 49490 h 57738"/>
                <a:gd name="csX7" fmla="*/ 8325 w 116552"/>
                <a:gd name="csY7" fmla="*/ 49490 h 577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16552" h="57738">
                  <a:moveTo>
                    <a:pt x="0" y="57738"/>
                  </a:moveTo>
                  <a:lnTo>
                    <a:pt x="116552" y="57738"/>
                  </a:lnTo>
                  <a:lnTo>
                    <a:pt x="116552" y="0"/>
                  </a:lnTo>
                  <a:lnTo>
                    <a:pt x="0" y="0"/>
                  </a:lnTo>
                  <a:close/>
                  <a:moveTo>
                    <a:pt x="8325" y="8248"/>
                  </a:moveTo>
                  <a:lnTo>
                    <a:pt x="108227" y="8248"/>
                  </a:lnTo>
                  <a:lnTo>
                    <a:pt x="108227" y="49490"/>
                  </a:lnTo>
                  <a:lnTo>
                    <a:pt x="8325" y="49490"/>
                  </a:lnTo>
                  <a:close/>
                </a:path>
              </a:pathLst>
            </a:custGeom>
            <a:grpFill/>
            <a:ln w="4068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42" name="Freeform: Shape 505">
              <a:extLst>
                <a:ext uri="{FF2B5EF4-FFF2-40B4-BE49-F238E27FC236}">
                  <a16:creationId xmlns:a16="http://schemas.microsoft.com/office/drawing/2014/main" id="{E08CD10A-60CD-C3C0-6AB5-9B65B6DF7ACE}"/>
                </a:ext>
              </a:extLst>
            </p:cNvPr>
            <p:cNvSpPr/>
            <p:nvPr/>
          </p:nvSpPr>
          <p:spPr>
            <a:xfrm>
              <a:off x="9461879" y="2233633"/>
              <a:ext cx="116552" cy="57738"/>
            </a:xfrm>
            <a:custGeom>
              <a:avLst/>
              <a:gdLst>
                <a:gd name="csX0" fmla="*/ 0 w 116552"/>
                <a:gd name="csY0" fmla="*/ 0 h 57738"/>
                <a:gd name="csX1" fmla="*/ 0 w 116552"/>
                <a:gd name="csY1" fmla="*/ 57738 h 57738"/>
                <a:gd name="csX2" fmla="*/ 116552 w 116552"/>
                <a:gd name="csY2" fmla="*/ 57738 h 57738"/>
                <a:gd name="csX3" fmla="*/ 116552 w 116552"/>
                <a:gd name="csY3" fmla="*/ 0 h 57738"/>
                <a:gd name="csX4" fmla="*/ 108227 w 116552"/>
                <a:gd name="csY4" fmla="*/ 49490 h 57738"/>
                <a:gd name="csX5" fmla="*/ 8325 w 116552"/>
                <a:gd name="csY5" fmla="*/ 49490 h 57738"/>
                <a:gd name="csX6" fmla="*/ 8325 w 116552"/>
                <a:gd name="csY6" fmla="*/ 8248 h 57738"/>
                <a:gd name="csX7" fmla="*/ 108227 w 116552"/>
                <a:gd name="csY7" fmla="*/ 8248 h 577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16552" h="57738">
                  <a:moveTo>
                    <a:pt x="0" y="0"/>
                  </a:moveTo>
                  <a:lnTo>
                    <a:pt x="0" y="57738"/>
                  </a:lnTo>
                  <a:lnTo>
                    <a:pt x="116552" y="57738"/>
                  </a:lnTo>
                  <a:lnTo>
                    <a:pt x="116552" y="0"/>
                  </a:lnTo>
                  <a:close/>
                  <a:moveTo>
                    <a:pt x="108227" y="49490"/>
                  </a:moveTo>
                  <a:lnTo>
                    <a:pt x="8325" y="49490"/>
                  </a:lnTo>
                  <a:lnTo>
                    <a:pt x="8325" y="8248"/>
                  </a:lnTo>
                  <a:lnTo>
                    <a:pt x="108227" y="8248"/>
                  </a:lnTo>
                  <a:close/>
                </a:path>
              </a:pathLst>
            </a:custGeom>
            <a:grpFill/>
            <a:ln w="4068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43" name="Freeform: Shape 506">
              <a:extLst>
                <a:ext uri="{FF2B5EF4-FFF2-40B4-BE49-F238E27FC236}">
                  <a16:creationId xmlns:a16="http://schemas.microsoft.com/office/drawing/2014/main" id="{8582E6A7-1BB5-7329-F045-4E7A4063E798}"/>
                </a:ext>
              </a:extLst>
            </p:cNvPr>
            <p:cNvSpPr/>
            <p:nvPr/>
          </p:nvSpPr>
          <p:spPr>
            <a:xfrm>
              <a:off x="9291264" y="2091704"/>
              <a:ext cx="257977" cy="133679"/>
            </a:xfrm>
            <a:custGeom>
              <a:avLst/>
              <a:gdLst>
                <a:gd name="csX0" fmla="*/ 168175 w 257977"/>
                <a:gd name="csY0" fmla="*/ 47073 h 133679"/>
                <a:gd name="csX1" fmla="*/ 224728 w 257977"/>
                <a:gd name="csY1" fmla="*/ 47073 h 133679"/>
                <a:gd name="csX2" fmla="*/ 224728 w 257977"/>
                <a:gd name="csY2" fmla="*/ 119502 h 133679"/>
                <a:gd name="csX3" fmla="*/ 224657 w 257977"/>
                <a:gd name="csY3" fmla="*/ 119531 h 133679"/>
                <a:gd name="csX4" fmla="*/ 206858 w 257977"/>
                <a:gd name="csY4" fmla="*/ 101896 h 133679"/>
                <a:gd name="csX5" fmla="*/ 200972 w 257977"/>
                <a:gd name="csY5" fmla="*/ 101997 h 133679"/>
                <a:gd name="csX6" fmla="*/ 200972 w 257977"/>
                <a:gd name="csY6" fmla="*/ 107727 h 133679"/>
                <a:gd name="csX7" fmla="*/ 225947 w 257977"/>
                <a:gd name="csY7" fmla="*/ 132472 h 133679"/>
                <a:gd name="csX8" fmla="*/ 231833 w 257977"/>
                <a:gd name="csY8" fmla="*/ 132472 h 133679"/>
                <a:gd name="csX9" fmla="*/ 256809 w 257977"/>
                <a:gd name="csY9" fmla="*/ 107727 h 133679"/>
                <a:gd name="csX10" fmla="*/ 256706 w 257977"/>
                <a:gd name="csY10" fmla="*/ 101896 h 133679"/>
                <a:gd name="csX11" fmla="*/ 250923 w 257977"/>
                <a:gd name="csY11" fmla="*/ 101896 h 133679"/>
                <a:gd name="csX12" fmla="*/ 233124 w 257977"/>
                <a:gd name="csY12" fmla="*/ 119531 h 133679"/>
                <a:gd name="csX13" fmla="*/ 233053 w 257977"/>
                <a:gd name="csY13" fmla="*/ 119502 h 133679"/>
                <a:gd name="csX14" fmla="*/ 233053 w 257977"/>
                <a:gd name="csY14" fmla="*/ 38825 h 133679"/>
                <a:gd name="csX15" fmla="*/ 168175 w 257977"/>
                <a:gd name="csY15" fmla="*/ 38825 h 133679"/>
                <a:gd name="csX16" fmla="*/ 128989 w 257977"/>
                <a:gd name="csY16" fmla="*/ 0 h 133679"/>
                <a:gd name="csX17" fmla="*/ 89802 w 257977"/>
                <a:gd name="csY17" fmla="*/ 38825 h 133679"/>
                <a:gd name="csX18" fmla="*/ 24924 w 257977"/>
                <a:gd name="csY18" fmla="*/ 38825 h 133679"/>
                <a:gd name="csX19" fmla="*/ 24924 w 257977"/>
                <a:gd name="csY19" fmla="*/ 119502 h 133679"/>
                <a:gd name="csX20" fmla="*/ 24854 w 257977"/>
                <a:gd name="csY20" fmla="*/ 119531 h 133679"/>
                <a:gd name="csX21" fmla="*/ 7054 w 257977"/>
                <a:gd name="csY21" fmla="*/ 101896 h 133679"/>
                <a:gd name="csX22" fmla="*/ 1169 w 257977"/>
                <a:gd name="csY22" fmla="*/ 101997 h 133679"/>
                <a:gd name="csX23" fmla="*/ 1169 w 257977"/>
                <a:gd name="csY23" fmla="*/ 107727 h 133679"/>
                <a:gd name="csX24" fmla="*/ 26144 w 257977"/>
                <a:gd name="csY24" fmla="*/ 132472 h 133679"/>
                <a:gd name="csX25" fmla="*/ 32030 w 257977"/>
                <a:gd name="csY25" fmla="*/ 132472 h 133679"/>
                <a:gd name="csX26" fmla="*/ 57005 w 257977"/>
                <a:gd name="csY26" fmla="*/ 107727 h 133679"/>
                <a:gd name="csX27" fmla="*/ 57108 w 257977"/>
                <a:gd name="csY27" fmla="*/ 101896 h 133679"/>
                <a:gd name="csX28" fmla="*/ 51222 w 257977"/>
                <a:gd name="csY28" fmla="*/ 101794 h 133679"/>
                <a:gd name="csX29" fmla="*/ 51119 w 257977"/>
                <a:gd name="csY29" fmla="*/ 101896 h 133679"/>
                <a:gd name="csX30" fmla="*/ 33320 w 257977"/>
                <a:gd name="csY30" fmla="*/ 119531 h 133679"/>
                <a:gd name="csX31" fmla="*/ 33249 w 257977"/>
                <a:gd name="csY31" fmla="*/ 119502 h 133679"/>
                <a:gd name="csX32" fmla="*/ 33249 w 257977"/>
                <a:gd name="csY32" fmla="*/ 47073 h 133679"/>
                <a:gd name="csX33" fmla="*/ 89802 w 257977"/>
                <a:gd name="csY33" fmla="*/ 47073 h 133679"/>
                <a:gd name="csX34" fmla="*/ 128989 w 257977"/>
                <a:gd name="csY34" fmla="*/ 85898 h 133679"/>
                <a:gd name="csX35" fmla="*/ 128989 w 257977"/>
                <a:gd name="csY35" fmla="*/ 11663 h 133679"/>
                <a:gd name="csX36" fmla="*/ 160566 w 257977"/>
                <a:gd name="csY36" fmla="*/ 42949 h 133679"/>
                <a:gd name="csX37" fmla="*/ 128989 w 257977"/>
                <a:gd name="csY37" fmla="*/ 74235 h 133679"/>
                <a:gd name="csX38" fmla="*/ 97411 w 257977"/>
                <a:gd name="csY38" fmla="*/ 42949 h 1336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257977" h="133679">
                  <a:moveTo>
                    <a:pt x="168175" y="47073"/>
                  </a:moveTo>
                  <a:lnTo>
                    <a:pt x="224728" y="47073"/>
                  </a:lnTo>
                  <a:lnTo>
                    <a:pt x="224728" y="119502"/>
                  </a:lnTo>
                  <a:cubicBezTo>
                    <a:pt x="224728" y="119555"/>
                    <a:pt x="224695" y="119568"/>
                    <a:pt x="224657" y="119531"/>
                  </a:cubicBezTo>
                  <a:lnTo>
                    <a:pt x="206858" y="101896"/>
                  </a:lnTo>
                  <a:cubicBezTo>
                    <a:pt x="205204" y="100313"/>
                    <a:pt x="202569" y="100359"/>
                    <a:pt x="200972" y="101997"/>
                  </a:cubicBezTo>
                  <a:cubicBezTo>
                    <a:pt x="199414" y="103595"/>
                    <a:pt x="199414" y="106129"/>
                    <a:pt x="200972" y="107727"/>
                  </a:cubicBezTo>
                  <a:lnTo>
                    <a:pt x="225947" y="132472"/>
                  </a:lnTo>
                  <a:cubicBezTo>
                    <a:pt x="227573" y="134082"/>
                    <a:pt x="230208" y="134082"/>
                    <a:pt x="231833" y="132472"/>
                  </a:cubicBezTo>
                  <a:lnTo>
                    <a:pt x="256809" y="107727"/>
                  </a:lnTo>
                  <a:cubicBezTo>
                    <a:pt x="258406" y="106089"/>
                    <a:pt x="258360" y="103478"/>
                    <a:pt x="256706" y="101896"/>
                  </a:cubicBezTo>
                  <a:cubicBezTo>
                    <a:pt x="255093" y="100352"/>
                    <a:pt x="252536" y="100352"/>
                    <a:pt x="250923" y="101896"/>
                  </a:cubicBezTo>
                  <a:lnTo>
                    <a:pt x="233124" y="119531"/>
                  </a:lnTo>
                  <a:cubicBezTo>
                    <a:pt x="233086" y="119568"/>
                    <a:pt x="233053" y="119555"/>
                    <a:pt x="233053" y="119502"/>
                  </a:cubicBezTo>
                  <a:lnTo>
                    <a:pt x="233053" y="38825"/>
                  </a:lnTo>
                  <a:lnTo>
                    <a:pt x="168175" y="38825"/>
                  </a:lnTo>
                  <a:lnTo>
                    <a:pt x="128989" y="0"/>
                  </a:lnTo>
                  <a:lnTo>
                    <a:pt x="89802" y="38825"/>
                  </a:lnTo>
                  <a:lnTo>
                    <a:pt x="24924" y="38825"/>
                  </a:lnTo>
                  <a:lnTo>
                    <a:pt x="24924" y="119502"/>
                  </a:lnTo>
                  <a:cubicBezTo>
                    <a:pt x="24924" y="119555"/>
                    <a:pt x="24891" y="119568"/>
                    <a:pt x="24854" y="119531"/>
                  </a:cubicBezTo>
                  <a:lnTo>
                    <a:pt x="7054" y="101896"/>
                  </a:lnTo>
                  <a:cubicBezTo>
                    <a:pt x="5401" y="100313"/>
                    <a:pt x="2766" y="100359"/>
                    <a:pt x="1169" y="101997"/>
                  </a:cubicBezTo>
                  <a:cubicBezTo>
                    <a:pt x="-390" y="103595"/>
                    <a:pt x="-390" y="106129"/>
                    <a:pt x="1169" y="107727"/>
                  </a:cubicBezTo>
                  <a:lnTo>
                    <a:pt x="26144" y="132472"/>
                  </a:lnTo>
                  <a:cubicBezTo>
                    <a:pt x="27769" y="134082"/>
                    <a:pt x="30404" y="134082"/>
                    <a:pt x="32030" y="132472"/>
                  </a:cubicBezTo>
                  <a:lnTo>
                    <a:pt x="57005" y="107727"/>
                  </a:lnTo>
                  <a:cubicBezTo>
                    <a:pt x="58659" y="106145"/>
                    <a:pt x="58705" y="103534"/>
                    <a:pt x="57108" y="101896"/>
                  </a:cubicBezTo>
                  <a:cubicBezTo>
                    <a:pt x="55511" y="100257"/>
                    <a:pt x="52875" y="100212"/>
                    <a:pt x="51222" y="101794"/>
                  </a:cubicBezTo>
                  <a:cubicBezTo>
                    <a:pt x="51187" y="101828"/>
                    <a:pt x="51153" y="101862"/>
                    <a:pt x="51119" y="101896"/>
                  </a:cubicBezTo>
                  <a:lnTo>
                    <a:pt x="33320" y="119531"/>
                  </a:lnTo>
                  <a:cubicBezTo>
                    <a:pt x="33283" y="119568"/>
                    <a:pt x="33249" y="119555"/>
                    <a:pt x="33249" y="119502"/>
                  </a:cubicBezTo>
                  <a:lnTo>
                    <a:pt x="33249" y="47073"/>
                  </a:lnTo>
                  <a:lnTo>
                    <a:pt x="89802" y="47073"/>
                  </a:lnTo>
                  <a:lnTo>
                    <a:pt x="128989" y="85898"/>
                  </a:lnTo>
                  <a:close/>
                  <a:moveTo>
                    <a:pt x="128989" y="11663"/>
                  </a:moveTo>
                  <a:lnTo>
                    <a:pt x="160566" y="42949"/>
                  </a:lnTo>
                  <a:lnTo>
                    <a:pt x="128989" y="74235"/>
                  </a:lnTo>
                  <a:lnTo>
                    <a:pt x="97411" y="42949"/>
                  </a:lnTo>
                  <a:close/>
                </a:path>
              </a:pathLst>
            </a:custGeom>
            <a:grpFill/>
            <a:ln w="4068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44" name="Freeform: Shape 507">
              <a:extLst>
                <a:ext uri="{FF2B5EF4-FFF2-40B4-BE49-F238E27FC236}">
                  <a16:creationId xmlns:a16="http://schemas.microsoft.com/office/drawing/2014/main" id="{D8389FBB-2D0F-C9A5-6139-437F3340AA88}"/>
                </a:ext>
              </a:extLst>
            </p:cNvPr>
            <p:cNvSpPr/>
            <p:nvPr/>
          </p:nvSpPr>
          <p:spPr>
            <a:xfrm>
              <a:off x="9361977" y="1953190"/>
              <a:ext cx="116552" cy="130219"/>
            </a:xfrm>
            <a:custGeom>
              <a:avLst/>
              <a:gdLst>
                <a:gd name="csX0" fmla="*/ 54113 w 116552"/>
                <a:gd name="csY0" fmla="*/ 116042 h 130219"/>
                <a:gd name="csX1" fmla="*/ 54043 w 116552"/>
                <a:gd name="csY1" fmla="*/ 116071 h 130219"/>
                <a:gd name="csX2" fmla="*/ 36244 w 116552"/>
                <a:gd name="csY2" fmla="*/ 98436 h 130219"/>
                <a:gd name="csX3" fmla="*/ 30358 w 116552"/>
                <a:gd name="csY3" fmla="*/ 98334 h 130219"/>
                <a:gd name="csX4" fmla="*/ 30255 w 116552"/>
                <a:gd name="csY4" fmla="*/ 104166 h 130219"/>
                <a:gd name="csX5" fmla="*/ 30358 w 116552"/>
                <a:gd name="csY5" fmla="*/ 104267 h 130219"/>
                <a:gd name="csX6" fmla="*/ 55333 w 116552"/>
                <a:gd name="csY6" fmla="*/ 129012 h 130219"/>
                <a:gd name="csX7" fmla="*/ 61219 w 116552"/>
                <a:gd name="csY7" fmla="*/ 129012 h 130219"/>
                <a:gd name="csX8" fmla="*/ 86194 w 116552"/>
                <a:gd name="csY8" fmla="*/ 104267 h 130219"/>
                <a:gd name="csX9" fmla="*/ 86297 w 116552"/>
                <a:gd name="csY9" fmla="*/ 98436 h 130219"/>
                <a:gd name="csX10" fmla="*/ 80411 w 116552"/>
                <a:gd name="csY10" fmla="*/ 98334 h 130219"/>
                <a:gd name="csX11" fmla="*/ 80309 w 116552"/>
                <a:gd name="csY11" fmla="*/ 98436 h 130219"/>
                <a:gd name="csX12" fmla="*/ 62509 w 116552"/>
                <a:gd name="csY12" fmla="*/ 116071 h 130219"/>
                <a:gd name="csX13" fmla="*/ 62439 w 116552"/>
                <a:gd name="csY13" fmla="*/ 116042 h 130219"/>
                <a:gd name="csX14" fmla="*/ 62439 w 116552"/>
                <a:gd name="csY14" fmla="*/ 57738 h 130219"/>
                <a:gd name="csX15" fmla="*/ 116552 w 116552"/>
                <a:gd name="csY15" fmla="*/ 57738 h 130219"/>
                <a:gd name="csX16" fmla="*/ 116552 w 116552"/>
                <a:gd name="csY16" fmla="*/ 0 h 130219"/>
                <a:gd name="csX17" fmla="*/ 0 w 116552"/>
                <a:gd name="csY17" fmla="*/ 0 h 130219"/>
                <a:gd name="csX18" fmla="*/ 0 w 116552"/>
                <a:gd name="csY18" fmla="*/ 57738 h 130219"/>
                <a:gd name="csX19" fmla="*/ 54113 w 116552"/>
                <a:gd name="csY19" fmla="*/ 57738 h 130219"/>
                <a:gd name="csX20" fmla="*/ 8325 w 116552"/>
                <a:gd name="csY20" fmla="*/ 8248 h 130219"/>
                <a:gd name="csX21" fmla="*/ 108227 w 116552"/>
                <a:gd name="csY21" fmla="*/ 8248 h 130219"/>
                <a:gd name="csX22" fmla="*/ 108227 w 116552"/>
                <a:gd name="csY22" fmla="*/ 49490 h 130219"/>
                <a:gd name="csX23" fmla="*/ 8325 w 116552"/>
                <a:gd name="csY23" fmla="*/ 49490 h 1302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16552" h="130219">
                  <a:moveTo>
                    <a:pt x="54113" y="116042"/>
                  </a:moveTo>
                  <a:cubicBezTo>
                    <a:pt x="54113" y="116095"/>
                    <a:pt x="54080" y="116108"/>
                    <a:pt x="54043" y="116071"/>
                  </a:cubicBezTo>
                  <a:lnTo>
                    <a:pt x="36244" y="98436"/>
                  </a:lnTo>
                  <a:cubicBezTo>
                    <a:pt x="34646" y="96797"/>
                    <a:pt x="32011" y="96752"/>
                    <a:pt x="30358" y="98334"/>
                  </a:cubicBezTo>
                  <a:cubicBezTo>
                    <a:pt x="28704" y="99917"/>
                    <a:pt x="28658" y="102528"/>
                    <a:pt x="30255" y="104166"/>
                  </a:cubicBezTo>
                  <a:cubicBezTo>
                    <a:pt x="30289" y="104200"/>
                    <a:pt x="30323" y="104234"/>
                    <a:pt x="30358" y="104267"/>
                  </a:cubicBezTo>
                  <a:lnTo>
                    <a:pt x="55333" y="129012"/>
                  </a:lnTo>
                  <a:cubicBezTo>
                    <a:pt x="56959" y="130622"/>
                    <a:pt x="59593" y="130622"/>
                    <a:pt x="61219" y="129012"/>
                  </a:cubicBezTo>
                  <a:lnTo>
                    <a:pt x="86194" y="104267"/>
                  </a:lnTo>
                  <a:cubicBezTo>
                    <a:pt x="87848" y="102685"/>
                    <a:pt x="87894" y="100074"/>
                    <a:pt x="86297" y="98436"/>
                  </a:cubicBezTo>
                  <a:cubicBezTo>
                    <a:pt x="84700" y="96797"/>
                    <a:pt x="82064" y="96752"/>
                    <a:pt x="80411" y="98334"/>
                  </a:cubicBezTo>
                  <a:cubicBezTo>
                    <a:pt x="80376" y="98368"/>
                    <a:pt x="80342" y="98401"/>
                    <a:pt x="80309" y="98436"/>
                  </a:cubicBezTo>
                  <a:lnTo>
                    <a:pt x="62509" y="116071"/>
                  </a:lnTo>
                  <a:cubicBezTo>
                    <a:pt x="62472" y="116108"/>
                    <a:pt x="62439" y="116095"/>
                    <a:pt x="62439" y="116042"/>
                  </a:cubicBezTo>
                  <a:lnTo>
                    <a:pt x="62439" y="57738"/>
                  </a:lnTo>
                  <a:lnTo>
                    <a:pt x="116552" y="57738"/>
                  </a:lnTo>
                  <a:lnTo>
                    <a:pt x="116552" y="0"/>
                  </a:lnTo>
                  <a:lnTo>
                    <a:pt x="0" y="0"/>
                  </a:lnTo>
                  <a:lnTo>
                    <a:pt x="0" y="57738"/>
                  </a:lnTo>
                  <a:lnTo>
                    <a:pt x="54113" y="57738"/>
                  </a:lnTo>
                  <a:close/>
                  <a:moveTo>
                    <a:pt x="8325" y="8248"/>
                  </a:moveTo>
                  <a:lnTo>
                    <a:pt x="108227" y="8248"/>
                  </a:lnTo>
                  <a:lnTo>
                    <a:pt x="108227" y="49490"/>
                  </a:lnTo>
                  <a:lnTo>
                    <a:pt x="8325" y="49490"/>
                  </a:lnTo>
                  <a:close/>
                </a:path>
              </a:pathLst>
            </a:custGeom>
            <a:grpFill/>
            <a:ln w="4068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sp>
        <p:nvSpPr>
          <p:cNvPr id="2045" name="TextBox 2044"/>
          <p:cNvSpPr txBox="1"/>
          <p:nvPr/>
        </p:nvSpPr>
        <p:spPr>
          <a:xfrm>
            <a:off x="10515600" y="1563624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000000"/>
                </a:solidFill>
                <a:latin typeface="Segoe UI"/>
                <a:cs typeface="Segoe UI"/>
              </a:rPr>
              <a:t>TEST DESIGN AGENT</a:t>
            </a:r>
          </a:p>
          <a:p>
            <a:pPr algn="ctr">
              <a:buNone/>
            </a:pPr>
            <a:r>
              <a:rPr lang="en-US" sz="900" b="0" i="0">
                <a:solidFill>
                  <a:srgbClr val="4A4A5E"/>
                </a:solidFill>
                <a:latin typeface="Calibri"/>
                <a:cs typeface="Calibri"/>
              </a:rPr>
              <a:t>7 standard + story tests</a:t>
            </a:r>
          </a:p>
        </p:txBody>
      </p:sp>
      <p:cxnSp>
        <p:nvCxnSpPr>
          <p:cNvPr id="2046" name="Connector 2045"/>
          <p:cNvCxnSpPr/>
          <p:nvPr/>
        </p:nvCxnSpPr>
        <p:spPr>
          <a:xfrm>
            <a:off x="11338560" y="2304288"/>
            <a:ext cx="0" cy="466344"/>
          </a:xfrm>
          <a:prstGeom prst="line">
            <a:avLst/>
          </a:prstGeom>
          <a:ln w="19050">
            <a:solidFill>
              <a:srgbClr val="00B050"/>
            </a:solidFill>
            <a:tailEnd type="triangle"/>
          </a:ln>
        </p:spPr>
      </p:cxnSp>
      <p:sp>
        <p:nvSpPr>
          <p:cNvPr id="2047" name="TextBox 2046"/>
          <p:cNvSpPr txBox="1"/>
          <p:nvPr/>
        </p:nvSpPr>
        <p:spPr>
          <a:xfrm>
            <a:off x="9326880" y="239572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lang="en-US" sz="1000" b="1" i="0">
                <a:solidFill>
                  <a:srgbClr val="000000"/>
                </a:solidFill>
                <a:latin typeface="Segoe UI"/>
                <a:cs typeface="Segoe UI"/>
              </a:rPr>
              <a:t>Test plan ready</a:t>
            </a:r>
          </a:p>
        </p:txBody>
      </p:sp>
      <p:sp>
        <p:nvSpPr>
          <p:cNvPr id="2048" name="Process 2047"/>
          <p:cNvSpPr/>
          <p:nvPr/>
        </p:nvSpPr>
        <p:spPr>
          <a:xfrm>
            <a:off x="8321040" y="2788920"/>
            <a:ext cx="3566160" cy="1417320"/>
          </a:xfrm>
          <a:prstGeom prst="flowChartProcess">
            <a:avLst/>
          </a:prstGeom>
          <a:noFill/>
          <a:ln w="12700" cap="flat" cmpd="sng" algn="ctr">
            <a:gradFill>
              <a:gsLst>
                <a:gs pos="0">
                  <a:srgbClr val="7030A0"/>
                </a:gs>
                <a:gs pos="100000">
                  <a:srgbClr val="00B0F0"/>
                </a:gs>
              </a:gsLst>
              <a:lin ang="5400000" scaled="1"/>
            </a:gra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045" name="Graphic 124" descr="Robot outline">
            <a:extLst>
              <a:ext uri="{FF2B5EF4-FFF2-40B4-BE49-F238E27FC236}">
                <a16:creationId xmlns:a16="http://schemas.microsoft.com/office/drawing/2014/main" id="{31E61052-8C17-CB8F-37F7-B5AA808427F0}"/>
              </a:ext>
            </a:extLst>
          </p:cNvPr>
          <p:cNvGrpSpPr/>
          <p:nvPr/>
        </p:nvGrpSpPr>
        <p:grpSpPr>
          <a:xfrm>
            <a:off x="8972877" y="2971800"/>
            <a:ext cx="342245" cy="457200"/>
            <a:chOff x="3369983" y="1745261"/>
            <a:chExt cx="382878" cy="511481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2046" name="Freeform: Shape 346">
              <a:extLst>
                <a:ext uri="{FF2B5EF4-FFF2-40B4-BE49-F238E27FC236}">
                  <a16:creationId xmlns:a16="http://schemas.microsoft.com/office/drawing/2014/main" id="{11E52BB4-1DFE-4759-731D-23B2229F5ED7}"/>
                </a:ext>
              </a:extLst>
            </p:cNvPr>
            <p:cNvSpPr/>
            <p:nvPr/>
          </p:nvSpPr>
          <p:spPr>
            <a:xfrm>
              <a:off x="3369983" y="1745261"/>
              <a:ext cx="382878" cy="511481"/>
            </a:xfrm>
            <a:custGeom>
              <a:avLst/>
              <a:gdLst>
                <a:gd name="csX0" fmla="*/ 354577 w 382878"/>
                <a:gd name="csY0" fmla="*/ 334369 h 511481"/>
                <a:gd name="csX1" fmla="*/ 354577 w 382878"/>
                <a:gd name="csY1" fmla="*/ 277543 h 511481"/>
                <a:gd name="csX2" fmla="*/ 332616 w 382878"/>
                <a:gd name="csY2" fmla="*/ 255790 h 511481"/>
                <a:gd name="csX3" fmla="*/ 304222 w 382878"/>
                <a:gd name="csY3" fmla="*/ 255790 h 511481"/>
                <a:gd name="csX4" fmla="*/ 304222 w 382878"/>
                <a:gd name="csY4" fmla="*/ 224609 h 511481"/>
                <a:gd name="csX5" fmla="*/ 232881 w 382878"/>
                <a:gd name="csY5" fmla="*/ 224609 h 511481"/>
                <a:gd name="csX6" fmla="*/ 232881 w 382878"/>
                <a:gd name="csY6" fmla="*/ 205900 h 511481"/>
                <a:gd name="csX7" fmla="*/ 251418 w 382878"/>
                <a:gd name="csY7" fmla="*/ 205900 h 511481"/>
                <a:gd name="csX8" fmla="*/ 285339 w 382878"/>
                <a:gd name="csY8" fmla="*/ 172292 h 511481"/>
                <a:gd name="csX9" fmla="*/ 285339 w 382878"/>
                <a:gd name="csY9" fmla="*/ 102307 h 511481"/>
                <a:gd name="csX10" fmla="*/ 251418 w 382878"/>
                <a:gd name="csY10" fmla="*/ 68700 h 511481"/>
                <a:gd name="csX11" fmla="*/ 203511 w 382878"/>
                <a:gd name="csY11" fmla="*/ 68700 h 511481"/>
                <a:gd name="csX12" fmla="*/ 203511 w 382878"/>
                <a:gd name="csY12" fmla="*/ 49105 h 511481"/>
                <a:gd name="csX13" fmla="*/ 221595 w 382878"/>
                <a:gd name="csY13" fmla="*/ 18715 h 511481"/>
                <a:gd name="csX14" fmla="*/ 190922 w 382878"/>
                <a:gd name="csY14" fmla="*/ 798 h 511481"/>
                <a:gd name="csX15" fmla="*/ 172838 w 382878"/>
                <a:gd name="csY15" fmla="*/ 31188 h 511481"/>
                <a:gd name="csX16" fmla="*/ 190922 w 382878"/>
                <a:gd name="csY16" fmla="*/ 49105 h 511481"/>
                <a:gd name="csX17" fmla="*/ 190922 w 382878"/>
                <a:gd name="csY17" fmla="*/ 68700 h 511481"/>
                <a:gd name="csX18" fmla="*/ 143009 w 382878"/>
                <a:gd name="csY18" fmla="*/ 68700 h 511481"/>
                <a:gd name="csX19" fmla="*/ 109095 w 382878"/>
                <a:gd name="csY19" fmla="*/ 102307 h 511481"/>
                <a:gd name="csX20" fmla="*/ 109095 w 382878"/>
                <a:gd name="csY20" fmla="*/ 172292 h 511481"/>
                <a:gd name="csX21" fmla="*/ 143009 w 382878"/>
                <a:gd name="csY21" fmla="*/ 205900 h 511481"/>
                <a:gd name="csX22" fmla="*/ 163642 w 382878"/>
                <a:gd name="csY22" fmla="*/ 205900 h 511481"/>
                <a:gd name="csX23" fmla="*/ 163642 w 382878"/>
                <a:gd name="csY23" fmla="*/ 224609 h 511481"/>
                <a:gd name="csX24" fmla="*/ 90211 w 382878"/>
                <a:gd name="csY24" fmla="*/ 224609 h 511481"/>
                <a:gd name="csX25" fmla="*/ 90211 w 382878"/>
                <a:gd name="csY25" fmla="*/ 261983 h 511481"/>
                <a:gd name="csX26" fmla="*/ 50267 w 382878"/>
                <a:gd name="csY26" fmla="*/ 261983 h 511481"/>
                <a:gd name="csX27" fmla="*/ 40901 w 382878"/>
                <a:gd name="csY27" fmla="*/ 252710 h 511481"/>
                <a:gd name="csX28" fmla="*/ 40901 w 382878"/>
                <a:gd name="csY28" fmla="*/ 195878 h 511481"/>
                <a:gd name="csX29" fmla="*/ 68626 w 382878"/>
                <a:gd name="csY29" fmla="*/ 155898 h 511481"/>
                <a:gd name="csX30" fmla="*/ 60483 w 382878"/>
                <a:gd name="csY30" fmla="*/ 139389 h 511481"/>
                <a:gd name="csX31" fmla="*/ 51079 w 382878"/>
                <a:gd name="csY31" fmla="*/ 147683 h 511481"/>
                <a:gd name="csX32" fmla="*/ 49231 w 382878"/>
                <a:gd name="csY32" fmla="*/ 178497 h 511481"/>
                <a:gd name="csX33" fmla="*/ 18131 w 382878"/>
                <a:gd name="csY33" fmla="*/ 176667 h 511481"/>
                <a:gd name="csX34" fmla="*/ 18014 w 382878"/>
                <a:gd name="csY34" fmla="*/ 147814 h 511481"/>
                <a:gd name="csX35" fmla="*/ 8535 w 382878"/>
                <a:gd name="csY35" fmla="*/ 139601 h 511481"/>
                <a:gd name="csX36" fmla="*/ 11859 w 382878"/>
                <a:gd name="csY36" fmla="*/ 187996 h 511481"/>
                <a:gd name="csX37" fmla="*/ 28312 w 382878"/>
                <a:gd name="csY37" fmla="*/ 195878 h 511481"/>
                <a:gd name="csX38" fmla="*/ 28312 w 382878"/>
                <a:gd name="csY38" fmla="*/ 252710 h 511481"/>
                <a:gd name="csX39" fmla="*/ 50267 w 382878"/>
                <a:gd name="csY39" fmla="*/ 274456 h 511481"/>
                <a:gd name="csX40" fmla="*/ 90211 w 382878"/>
                <a:gd name="csY40" fmla="*/ 274456 h 511481"/>
                <a:gd name="csX41" fmla="*/ 90211 w 382878"/>
                <a:gd name="csY41" fmla="*/ 405619 h 511481"/>
                <a:gd name="csX42" fmla="*/ 40011 w 382878"/>
                <a:gd name="csY42" fmla="*/ 461650 h 511481"/>
                <a:gd name="csX43" fmla="*/ 93359 w 382878"/>
                <a:gd name="csY43" fmla="*/ 511481 h 511481"/>
                <a:gd name="csX44" fmla="*/ 301075 w 382878"/>
                <a:gd name="csY44" fmla="*/ 511481 h 511481"/>
                <a:gd name="csX45" fmla="*/ 354517 w 382878"/>
                <a:gd name="csY45" fmla="*/ 458475 h 511481"/>
                <a:gd name="csX46" fmla="*/ 304222 w 382878"/>
                <a:gd name="csY46" fmla="*/ 405619 h 511481"/>
                <a:gd name="csX47" fmla="*/ 304222 w 382878"/>
                <a:gd name="csY47" fmla="*/ 268263 h 511481"/>
                <a:gd name="csX48" fmla="*/ 332616 w 382878"/>
                <a:gd name="csY48" fmla="*/ 268263 h 511481"/>
                <a:gd name="csX49" fmla="*/ 341988 w 382878"/>
                <a:gd name="csY49" fmla="*/ 277543 h 511481"/>
                <a:gd name="csX50" fmla="*/ 341988 w 382878"/>
                <a:gd name="csY50" fmla="*/ 334369 h 511481"/>
                <a:gd name="csX51" fmla="*/ 314263 w 382878"/>
                <a:gd name="csY51" fmla="*/ 374349 h 511481"/>
                <a:gd name="csX52" fmla="*/ 322400 w 382878"/>
                <a:gd name="csY52" fmla="*/ 390851 h 511481"/>
                <a:gd name="csX53" fmla="*/ 331804 w 382878"/>
                <a:gd name="csY53" fmla="*/ 382557 h 511481"/>
                <a:gd name="csX54" fmla="*/ 333657 w 382878"/>
                <a:gd name="csY54" fmla="*/ 351743 h 511481"/>
                <a:gd name="csX55" fmla="*/ 364758 w 382878"/>
                <a:gd name="csY55" fmla="*/ 353579 h 511481"/>
                <a:gd name="csX56" fmla="*/ 364869 w 382878"/>
                <a:gd name="csY56" fmla="*/ 382432 h 511481"/>
                <a:gd name="csX57" fmla="*/ 374348 w 382878"/>
                <a:gd name="csY57" fmla="*/ 390639 h 511481"/>
                <a:gd name="csX58" fmla="*/ 371016 w 382878"/>
                <a:gd name="csY58" fmla="*/ 342245 h 511481"/>
                <a:gd name="csX59" fmla="*/ 354577 w 382878"/>
                <a:gd name="csY59" fmla="*/ 334369 h 511481"/>
                <a:gd name="csX60" fmla="*/ 184628 w 382878"/>
                <a:gd name="csY60" fmla="*/ 25045 h 511481"/>
                <a:gd name="csX61" fmla="*/ 197217 w 382878"/>
                <a:gd name="csY61" fmla="*/ 12572 h 511481"/>
                <a:gd name="csX62" fmla="*/ 209805 w 382878"/>
                <a:gd name="csY62" fmla="*/ 25045 h 511481"/>
                <a:gd name="csX63" fmla="*/ 197217 w 382878"/>
                <a:gd name="csY63" fmla="*/ 37518 h 511481"/>
                <a:gd name="csX64" fmla="*/ 184621 w 382878"/>
                <a:gd name="csY64" fmla="*/ 25051 h 511481"/>
                <a:gd name="csX65" fmla="*/ 184621 w 382878"/>
                <a:gd name="csY65" fmla="*/ 25045 h 511481"/>
                <a:gd name="csX66" fmla="*/ 102800 w 382878"/>
                <a:gd name="csY66" fmla="*/ 331063 h 511481"/>
                <a:gd name="csX67" fmla="*/ 154257 w 382878"/>
                <a:gd name="csY67" fmla="*/ 331063 h 511481"/>
                <a:gd name="csX68" fmla="*/ 174764 w 382878"/>
                <a:gd name="csY68" fmla="*/ 287877 h 511481"/>
                <a:gd name="csX69" fmla="*/ 194032 w 382878"/>
                <a:gd name="csY69" fmla="*/ 361017 h 511481"/>
                <a:gd name="csX70" fmla="*/ 220034 w 382878"/>
                <a:gd name="csY70" fmla="*/ 308008 h 511481"/>
                <a:gd name="csX71" fmla="*/ 236399 w 382878"/>
                <a:gd name="csY71" fmla="*/ 346486 h 511481"/>
                <a:gd name="csX72" fmla="*/ 249089 w 382878"/>
                <a:gd name="csY72" fmla="*/ 333633 h 511481"/>
                <a:gd name="csX73" fmla="*/ 255207 w 382878"/>
                <a:gd name="csY73" fmla="*/ 331082 h 511481"/>
                <a:gd name="csX74" fmla="*/ 291614 w 382878"/>
                <a:gd name="csY74" fmla="*/ 331082 h 511481"/>
                <a:gd name="csX75" fmla="*/ 291614 w 382878"/>
                <a:gd name="csY75" fmla="*/ 405463 h 511481"/>
                <a:gd name="csX76" fmla="*/ 102781 w 382878"/>
                <a:gd name="csY76" fmla="*/ 405463 h 511481"/>
                <a:gd name="csX77" fmla="*/ 143009 w 382878"/>
                <a:gd name="csY77" fmla="*/ 193427 h 511481"/>
                <a:gd name="csX78" fmla="*/ 121683 w 382878"/>
                <a:gd name="csY78" fmla="*/ 172292 h 511481"/>
                <a:gd name="csX79" fmla="*/ 121683 w 382878"/>
                <a:gd name="csY79" fmla="*/ 102307 h 511481"/>
                <a:gd name="csX80" fmla="*/ 143009 w 382878"/>
                <a:gd name="csY80" fmla="*/ 81172 h 511481"/>
                <a:gd name="csX81" fmla="*/ 251418 w 382878"/>
                <a:gd name="csY81" fmla="*/ 81172 h 511481"/>
                <a:gd name="csX82" fmla="*/ 272750 w 382878"/>
                <a:gd name="csY82" fmla="*/ 102307 h 511481"/>
                <a:gd name="csX83" fmla="*/ 272750 w 382878"/>
                <a:gd name="csY83" fmla="*/ 172292 h 511481"/>
                <a:gd name="csX84" fmla="*/ 251418 w 382878"/>
                <a:gd name="csY84" fmla="*/ 193427 h 511481"/>
                <a:gd name="csX85" fmla="*/ 143009 w 382878"/>
                <a:gd name="csY85" fmla="*/ 193427 h 511481"/>
                <a:gd name="csX86" fmla="*/ 176231 w 382878"/>
                <a:gd name="csY86" fmla="*/ 205900 h 511481"/>
                <a:gd name="csX87" fmla="*/ 220292 w 382878"/>
                <a:gd name="csY87" fmla="*/ 205900 h 511481"/>
                <a:gd name="csX88" fmla="*/ 220292 w 382878"/>
                <a:gd name="csY88" fmla="*/ 224609 h 511481"/>
                <a:gd name="csX89" fmla="*/ 176231 w 382878"/>
                <a:gd name="csY89" fmla="*/ 224609 h 511481"/>
                <a:gd name="csX90" fmla="*/ 163642 w 382878"/>
                <a:gd name="csY90" fmla="*/ 237081 h 511481"/>
                <a:gd name="csX91" fmla="*/ 291633 w 382878"/>
                <a:gd name="csY91" fmla="*/ 237081 h 511481"/>
                <a:gd name="csX92" fmla="*/ 291633 w 382878"/>
                <a:gd name="csY92" fmla="*/ 318591 h 511481"/>
                <a:gd name="csX93" fmla="*/ 255226 w 382878"/>
                <a:gd name="csY93" fmla="*/ 318591 h 511481"/>
                <a:gd name="csX94" fmla="*/ 240667 w 382878"/>
                <a:gd name="csY94" fmla="*/ 324353 h 511481"/>
                <a:gd name="csX95" fmla="*/ 220840 w 382878"/>
                <a:gd name="csY95" fmla="*/ 277792 h 511481"/>
                <a:gd name="csX96" fmla="*/ 197607 w 382878"/>
                <a:gd name="csY96" fmla="*/ 325189 h 511481"/>
                <a:gd name="csX97" fmla="*/ 178170 w 382878"/>
                <a:gd name="csY97" fmla="*/ 251425 h 511481"/>
                <a:gd name="csX98" fmla="*/ 146269 w 382878"/>
                <a:gd name="csY98" fmla="*/ 318591 h 511481"/>
                <a:gd name="csX99" fmla="*/ 102800 w 382878"/>
                <a:gd name="csY99" fmla="*/ 318591 h 511481"/>
                <a:gd name="csX100" fmla="*/ 102800 w 382878"/>
                <a:gd name="csY100" fmla="*/ 237081 h 511481"/>
                <a:gd name="csX101" fmla="*/ 341988 w 382878"/>
                <a:gd name="csY101" fmla="*/ 458472 h 511481"/>
                <a:gd name="csX102" fmla="*/ 301075 w 382878"/>
                <a:gd name="csY102" fmla="*/ 499009 h 511481"/>
                <a:gd name="csX103" fmla="*/ 93359 w 382878"/>
                <a:gd name="csY103" fmla="*/ 499009 h 511481"/>
                <a:gd name="csX104" fmla="*/ 52445 w 382878"/>
                <a:gd name="csY104" fmla="*/ 458472 h 511481"/>
                <a:gd name="csX105" fmla="*/ 93359 w 382878"/>
                <a:gd name="csY105" fmla="*/ 417936 h 511481"/>
                <a:gd name="csX106" fmla="*/ 301075 w 382878"/>
                <a:gd name="csY106" fmla="*/ 417936 h 511481"/>
                <a:gd name="csX107" fmla="*/ 341988 w 382878"/>
                <a:gd name="csY107" fmla="*/ 458472 h 5114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</a:cxnLst>
              <a:rect l="l" t="t" r="r" b="b"/>
              <a:pathLst>
                <a:path w="382878" h="511481">
                  <a:moveTo>
                    <a:pt x="354577" y="334369"/>
                  </a:moveTo>
                  <a:lnTo>
                    <a:pt x="354577" y="277543"/>
                  </a:lnTo>
                  <a:cubicBezTo>
                    <a:pt x="354563" y="265533"/>
                    <a:pt x="344738" y="255801"/>
                    <a:pt x="332616" y="255790"/>
                  </a:cubicBezTo>
                  <a:lnTo>
                    <a:pt x="304222" y="255790"/>
                  </a:lnTo>
                  <a:lnTo>
                    <a:pt x="304222" y="224609"/>
                  </a:lnTo>
                  <a:lnTo>
                    <a:pt x="232881" y="224609"/>
                  </a:lnTo>
                  <a:lnTo>
                    <a:pt x="232881" y="205900"/>
                  </a:lnTo>
                  <a:lnTo>
                    <a:pt x="251418" y="205900"/>
                  </a:lnTo>
                  <a:cubicBezTo>
                    <a:pt x="270144" y="205882"/>
                    <a:pt x="285321" y="190846"/>
                    <a:pt x="285339" y="172292"/>
                  </a:cubicBezTo>
                  <a:lnTo>
                    <a:pt x="285339" y="102307"/>
                  </a:lnTo>
                  <a:cubicBezTo>
                    <a:pt x="285321" y="83753"/>
                    <a:pt x="270144" y="68717"/>
                    <a:pt x="251418" y="68700"/>
                  </a:cubicBezTo>
                  <a:lnTo>
                    <a:pt x="203511" y="68700"/>
                  </a:lnTo>
                  <a:lnTo>
                    <a:pt x="203511" y="49105"/>
                  </a:lnTo>
                  <a:cubicBezTo>
                    <a:pt x="216975" y="45661"/>
                    <a:pt x="225071" y="32055"/>
                    <a:pt x="221595" y="18715"/>
                  </a:cubicBezTo>
                  <a:cubicBezTo>
                    <a:pt x="218118" y="5376"/>
                    <a:pt x="204386" y="-2646"/>
                    <a:pt x="190922" y="798"/>
                  </a:cubicBezTo>
                  <a:cubicBezTo>
                    <a:pt x="177458" y="4242"/>
                    <a:pt x="169362" y="17848"/>
                    <a:pt x="172838" y="31188"/>
                  </a:cubicBezTo>
                  <a:cubicBezTo>
                    <a:pt x="175128" y="39975"/>
                    <a:pt x="182053" y="46836"/>
                    <a:pt x="190922" y="49105"/>
                  </a:cubicBezTo>
                  <a:lnTo>
                    <a:pt x="190922" y="68700"/>
                  </a:lnTo>
                  <a:lnTo>
                    <a:pt x="143009" y="68700"/>
                  </a:lnTo>
                  <a:cubicBezTo>
                    <a:pt x="124285" y="68720"/>
                    <a:pt x="109112" y="83756"/>
                    <a:pt x="109095" y="102307"/>
                  </a:cubicBezTo>
                  <a:lnTo>
                    <a:pt x="109095" y="172292"/>
                  </a:lnTo>
                  <a:cubicBezTo>
                    <a:pt x="109112" y="190843"/>
                    <a:pt x="124285" y="205879"/>
                    <a:pt x="143009" y="205900"/>
                  </a:cubicBezTo>
                  <a:lnTo>
                    <a:pt x="163642" y="205900"/>
                  </a:lnTo>
                  <a:lnTo>
                    <a:pt x="163642" y="224609"/>
                  </a:lnTo>
                  <a:lnTo>
                    <a:pt x="90211" y="224609"/>
                  </a:lnTo>
                  <a:lnTo>
                    <a:pt x="90211" y="261983"/>
                  </a:lnTo>
                  <a:lnTo>
                    <a:pt x="50267" y="261983"/>
                  </a:lnTo>
                  <a:cubicBezTo>
                    <a:pt x="45098" y="261980"/>
                    <a:pt x="40908" y="257831"/>
                    <a:pt x="40901" y="252710"/>
                  </a:cubicBezTo>
                  <a:lnTo>
                    <a:pt x="40901" y="195878"/>
                  </a:lnTo>
                  <a:cubicBezTo>
                    <a:pt x="59700" y="192423"/>
                    <a:pt x="72113" y="174523"/>
                    <a:pt x="68626" y="155898"/>
                  </a:cubicBezTo>
                  <a:cubicBezTo>
                    <a:pt x="67477" y="149763"/>
                    <a:pt x="64662" y="144055"/>
                    <a:pt x="60483" y="139389"/>
                  </a:cubicBezTo>
                  <a:lnTo>
                    <a:pt x="51079" y="147683"/>
                  </a:lnTo>
                  <a:cubicBezTo>
                    <a:pt x="59157" y="156698"/>
                    <a:pt x="58330" y="170493"/>
                    <a:pt x="49231" y="178497"/>
                  </a:cubicBezTo>
                  <a:cubicBezTo>
                    <a:pt x="40133" y="186501"/>
                    <a:pt x="26209" y="185681"/>
                    <a:pt x="18131" y="176667"/>
                  </a:cubicBezTo>
                  <a:cubicBezTo>
                    <a:pt x="10767" y="168450"/>
                    <a:pt x="10717" y="156090"/>
                    <a:pt x="18014" y="147814"/>
                  </a:cubicBezTo>
                  <a:lnTo>
                    <a:pt x="8535" y="139601"/>
                  </a:lnTo>
                  <a:cubicBezTo>
                    <a:pt x="-4036" y="153875"/>
                    <a:pt x="-2548" y="175542"/>
                    <a:pt x="11859" y="187996"/>
                  </a:cubicBezTo>
                  <a:cubicBezTo>
                    <a:pt x="16532" y="192036"/>
                    <a:pt x="22214" y="194758"/>
                    <a:pt x="28312" y="195878"/>
                  </a:cubicBezTo>
                  <a:lnTo>
                    <a:pt x="28312" y="252710"/>
                  </a:lnTo>
                  <a:cubicBezTo>
                    <a:pt x="28326" y="264717"/>
                    <a:pt x="38148" y="274445"/>
                    <a:pt x="50267" y="274456"/>
                  </a:cubicBezTo>
                  <a:lnTo>
                    <a:pt x="90211" y="274456"/>
                  </a:lnTo>
                  <a:lnTo>
                    <a:pt x="90211" y="405619"/>
                  </a:lnTo>
                  <a:cubicBezTo>
                    <a:pt x="60732" y="407357"/>
                    <a:pt x="38256" y="432443"/>
                    <a:pt x="40011" y="461650"/>
                  </a:cubicBezTo>
                  <a:cubicBezTo>
                    <a:pt x="41691" y="489627"/>
                    <a:pt x="65072" y="511466"/>
                    <a:pt x="93359" y="511481"/>
                  </a:cubicBezTo>
                  <a:lnTo>
                    <a:pt x="301075" y="511481"/>
                  </a:lnTo>
                  <a:cubicBezTo>
                    <a:pt x="330606" y="511466"/>
                    <a:pt x="354533" y="487734"/>
                    <a:pt x="354517" y="458475"/>
                  </a:cubicBezTo>
                  <a:cubicBezTo>
                    <a:pt x="354502" y="430449"/>
                    <a:pt x="332459" y="407284"/>
                    <a:pt x="304222" y="405619"/>
                  </a:cubicBezTo>
                  <a:lnTo>
                    <a:pt x="304222" y="268263"/>
                  </a:lnTo>
                  <a:lnTo>
                    <a:pt x="332616" y="268263"/>
                  </a:lnTo>
                  <a:cubicBezTo>
                    <a:pt x="337787" y="268270"/>
                    <a:pt x="341978" y="272420"/>
                    <a:pt x="341988" y="277543"/>
                  </a:cubicBezTo>
                  <a:lnTo>
                    <a:pt x="341988" y="334369"/>
                  </a:lnTo>
                  <a:cubicBezTo>
                    <a:pt x="323189" y="337823"/>
                    <a:pt x="310776" y="355723"/>
                    <a:pt x="314263" y="374349"/>
                  </a:cubicBezTo>
                  <a:cubicBezTo>
                    <a:pt x="315411" y="380480"/>
                    <a:pt x="318224" y="386185"/>
                    <a:pt x="322400" y="390851"/>
                  </a:cubicBezTo>
                  <a:lnTo>
                    <a:pt x="331804" y="382557"/>
                  </a:lnTo>
                  <a:cubicBezTo>
                    <a:pt x="323728" y="373541"/>
                    <a:pt x="324557" y="359745"/>
                    <a:pt x="333657" y="351743"/>
                  </a:cubicBezTo>
                  <a:cubicBezTo>
                    <a:pt x="342757" y="343741"/>
                    <a:pt x="356681" y="344563"/>
                    <a:pt x="364758" y="353579"/>
                  </a:cubicBezTo>
                  <a:cubicBezTo>
                    <a:pt x="372120" y="361798"/>
                    <a:pt x="372168" y="374159"/>
                    <a:pt x="364869" y="382432"/>
                  </a:cubicBezTo>
                  <a:lnTo>
                    <a:pt x="374348" y="390639"/>
                  </a:lnTo>
                  <a:cubicBezTo>
                    <a:pt x="386916" y="376364"/>
                    <a:pt x="385424" y="354697"/>
                    <a:pt x="371016" y="342245"/>
                  </a:cubicBezTo>
                  <a:cubicBezTo>
                    <a:pt x="366347" y="338209"/>
                    <a:pt x="360670" y="335489"/>
                    <a:pt x="354577" y="334369"/>
                  </a:cubicBezTo>
                  <a:close/>
                  <a:moveTo>
                    <a:pt x="184628" y="25045"/>
                  </a:moveTo>
                  <a:cubicBezTo>
                    <a:pt x="184628" y="18156"/>
                    <a:pt x="190264" y="12572"/>
                    <a:pt x="197217" y="12572"/>
                  </a:cubicBezTo>
                  <a:cubicBezTo>
                    <a:pt x="204169" y="12572"/>
                    <a:pt x="209805" y="18156"/>
                    <a:pt x="209805" y="25045"/>
                  </a:cubicBezTo>
                  <a:cubicBezTo>
                    <a:pt x="209805" y="31934"/>
                    <a:pt x="204169" y="37518"/>
                    <a:pt x="197217" y="37518"/>
                  </a:cubicBezTo>
                  <a:cubicBezTo>
                    <a:pt x="190264" y="37521"/>
                    <a:pt x="184625" y="31940"/>
                    <a:pt x="184621" y="25051"/>
                  </a:cubicBezTo>
                  <a:cubicBezTo>
                    <a:pt x="184621" y="25049"/>
                    <a:pt x="184621" y="25047"/>
                    <a:pt x="184621" y="25045"/>
                  </a:cubicBezTo>
                  <a:close/>
                  <a:moveTo>
                    <a:pt x="102800" y="331063"/>
                  </a:moveTo>
                  <a:lnTo>
                    <a:pt x="154257" y="331063"/>
                  </a:lnTo>
                  <a:lnTo>
                    <a:pt x="174764" y="287877"/>
                  </a:lnTo>
                  <a:lnTo>
                    <a:pt x="194032" y="361017"/>
                  </a:lnTo>
                  <a:lnTo>
                    <a:pt x="220034" y="308008"/>
                  </a:lnTo>
                  <a:lnTo>
                    <a:pt x="236399" y="346486"/>
                  </a:lnTo>
                  <a:lnTo>
                    <a:pt x="249089" y="333633"/>
                  </a:lnTo>
                  <a:cubicBezTo>
                    <a:pt x="250769" y="332107"/>
                    <a:pt x="252931" y="331205"/>
                    <a:pt x="255207" y="331082"/>
                  </a:cubicBezTo>
                  <a:lnTo>
                    <a:pt x="291614" y="331082"/>
                  </a:lnTo>
                  <a:lnTo>
                    <a:pt x="291614" y="405463"/>
                  </a:lnTo>
                  <a:lnTo>
                    <a:pt x="102781" y="405463"/>
                  </a:lnTo>
                  <a:close/>
                  <a:moveTo>
                    <a:pt x="143009" y="193427"/>
                  </a:moveTo>
                  <a:cubicBezTo>
                    <a:pt x="131236" y="193409"/>
                    <a:pt x="121697" y="183956"/>
                    <a:pt x="121683" y="172292"/>
                  </a:cubicBezTo>
                  <a:lnTo>
                    <a:pt x="121683" y="102307"/>
                  </a:lnTo>
                  <a:cubicBezTo>
                    <a:pt x="121697" y="90643"/>
                    <a:pt x="131236" y="81190"/>
                    <a:pt x="143009" y="81172"/>
                  </a:cubicBezTo>
                  <a:lnTo>
                    <a:pt x="251418" y="81172"/>
                  </a:lnTo>
                  <a:cubicBezTo>
                    <a:pt x="263192" y="81190"/>
                    <a:pt x="272732" y="90642"/>
                    <a:pt x="272750" y="102307"/>
                  </a:cubicBezTo>
                  <a:lnTo>
                    <a:pt x="272750" y="172292"/>
                  </a:lnTo>
                  <a:cubicBezTo>
                    <a:pt x="272732" y="183958"/>
                    <a:pt x="263192" y="193409"/>
                    <a:pt x="251418" y="193427"/>
                  </a:cubicBezTo>
                  <a:lnTo>
                    <a:pt x="143009" y="193427"/>
                  </a:lnTo>
                  <a:close/>
                  <a:moveTo>
                    <a:pt x="176231" y="205900"/>
                  </a:moveTo>
                  <a:lnTo>
                    <a:pt x="220292" y="205900"/>
                  </a:lnTo>
                  <a:lnTo>
                    <a:pt x="220292" y="224609"/>
                  </a:lnTo>
                  <a:lnTo>
                    <a:pt x="176231" y="224609"/>
                  </a:lnTo>
                  <a:close/>
                  <a:moveTo>
                    <a:pt x="163642" y="237081"/>
                  </a:moveTo>
                  <a:lnTo>
                    <a:pt x="291633" y="237081"/>
                  </a:lnTo>
                  <a:lnTo>
                    <a:pt x="291633" y="318591"/>
                  </a:lnTo>
                  <a:lnTo>
                    <a:pt x="255226" y="318591"/>
                  </a:lnTo>
                  <a:cubicBezTo>
                    <a:pt x="249829" y="318700"/>
                    <a:pt x="244655" y="320748"/>
                    <a:pt x="240667" y="324353"/>
                  </a:cubicBezTo>
                  <a:lnTo>
                    <a:pt x="220840" y="277792"/>
                  </a:lnTo>
                  <a:lnTo>
                    <a:pt x="197607" y="325189"/>
                  </a:lnTo>
                  <a:lnTo>
                    <a:pt x="178170" y="251425"/>
                  </a:lnTo>
                  <a:lnTo>
                    <a:pt x="146269" y="318591"/>
                  </a:lnTo>
                  <a:lnTo>
                    <a:pt x="102800" y="318591"/>
                  </a:lnTo>
                  <a:lnTo>
                    <a:pt x="102800" y="237081"/>
                  </a:lnTo>
                  <a:close/>
                  <a:moveTo>
                    <a:pt x="341988" y="458472"/>
                  </a:moveTo>
                  <a:cubicBezTo>
                    <a:pt x="341961" y="480848"/>
                    <a:pt x="323659" y="498981"/>
                    <a:pt x="301075" y="499009"/>
                  </a:cubicBezTo>
                  <a:lnTo>
                    <a:pt x="93359" y="499009"/>
                  </a:lnTo>
                  <a:cubicBezTo>
                    <a:pt x="70762" y="499009"/>
                    <a:pt x="52445" y="480860"/>
                    <a:pt x="52445" y="458472"/>
                  </a:cubicBezTo>
                  <a:cubicBezTo>
                    <a:pt x="52445" y="436084"/>
                    <a:pt x="70762" y="417936"/>
                    <a:pt x="93359" y="417936"/>
                  </a:cubicBezTo>
                  <a:lnTo>
                    <a:pt x="301075" y="417936"/>
                  </a:lnTo>
                  <a:cubicBezTo>
                    <a:pt x="323659" y="417963"/>
                    <a:pt x="341961" y="436096"/>
                    <a:pt x="341988" y="458472"/>
                  </a:cubicBezTo>
                  <a:close/>
                </a:path>
              </a:pathLst>
            </a:cu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47" name="Freeform: Shape 347">
              <a:extLst>
                <a:ext uri="{FF2B5EF4-FFF2-40B4-BE49-F238E27FC236}">
                  <a16:creationId xmlns:a16="http://schemas.microsoft.com/office/drawing/2014/main" id="{129EABC4-DE46-5471-64E1-A033A20904EE}"/>
                </a:ext>
              </a:extLst>
            </p:cNvPr>
            <p:cNvSpPr/>
            <p:nvPr/>
          </p:nvSpPr>
          <p:spPr>
            <a:xfrm>
              <a:off x="3571599" y="1855744"/>
              <a:ext cx="54132" cy="53632"/>
            </a:xfrm>
            <a:custGeom>
              <a:avLst/>
              <a:gdLst>
                <a:gd name="csX0" fmla="*/ 54132 w 54132"/>
                <a:gd name="csY0" fmla="*/ 26816 h 53632"/>
                <a:gd name="csX1" fmla="*/ 27066 w 54132"/>
                <a:gd name="csY1" fmla="*/ 0 h 53632"/>
                <a:gd name="csX2" fmla="*/ 0 w 54132"/>
                <a:gd name="csY2" fmla="*/ 26816 h 53632"/>
                <a:gd name="csX3" fmla="*/ 27066 w 54132"/>
                <a:gd name="csY3" fmla="*/ 53633 h 53632"/>
                <a:gd name="csX4" fmla="*/ 54132 w 54132"/>
                <a:gd name="csY4" fmla="*/ 26816 h 53632"/>
                <a:gd name="csX5" fmla="*/ 27066 w 54132"/>
                <a:gd name="csY5" fmla="*/ 45525 h 53632"/>
                <a:gd name="csX6" fmla="*/ 8183 w 54132"/>
                <a:gd name="csY6" fmla="*/ 26816 h 53632"/>
                <a:gd name="csX7" fmla="*/ 27066 w 54132"/>
                <a:gd name="csY7" fmla="*/ 8107 h 53632"/>
                <a:gd name="csX8" fmla="*/ 45949 w 54132"/>
                <a:gd name="csY8" fmla="*/ 26816 h 53632"/>
                <a:gd name="csX9" fmla="*/ 27066 w 54132"/>
                <a:gd name="csY9" fmla="*/ 45525 h 536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54132" h="53632">
                  <a:moveTo>
                    <a:pt x="54132" y="26816"/>
                  </a:moveTo>
                  <a:cubicBezTo>
                    <a:pt x="54132" y="12006"/>
                    <a:pt x="42014" y="0"/>
                    <a:pt x="27066" y="0"/>
                  </a:cubicBezTo>
                  <a:cubicBezTo>
                    <a:pt x="12118" y="0"/>
                    <a:pt x="0" y="12006"/>
                    <a:pt x="0" y="26816"/>
                  </a:cubicBezTo>
                  <a:cubicBezTo>
                    <a:pt x="0" y="41626"/>
                    <a:pt x="12118" y="53633"/>
                    <a:pt x="27066" y="53633"/>
                  </a:cubicBezTo>
                  <a:cubicBezTo>
                    <a:pt x="42014" y="53633"/>
                    <a:pt x="54132" y="41626"/>
                    <a:pt x="54132" y="26816"/>
                  </a:cubicBezTo>
                  <a:close/>
                  <a:moveTo>
                    <a:pt x="27066" y="45525"/>
                  </a:moveTo>
                  <a:cubicBezTo>
                    <a:pt x="16637" y="45525"/>
                    <a:pt x="8183" y="37149"/>
                    <a:pt x="8183" y="26816"/>
                  </a:cubicBezTo>
                  <a:cubicBezTo>
                    <a:pt x="8183" y="16483"/>
                    <a:pt x="16637" y="8107"/>
                    <a:pt x="27066" y="8107"/>
                  </a:cubicBezTo>
                  <a:cubicBezTo>
                    <a:pt x="37495" y="8107"/>
                    <a:pt x="45949" y="16483"/>
                    <a:pt x="45949" y="26816"/>
                  </a:cubicBezTo>
                  <a:cubicBezTo>
                    <a:pt x="45949" y="37149"/>
                    <a:pt x="37495" y="45525"/>
                    <a:pt x="27066" y="45525"/>
                  </a:cubicBezTo>
                  <a:close/>
                </a:path>
              </a:pathLst>
            </a:cu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48" name="Oval 348">
              <a:extLst>
                <a:ext uri="{FF2B5EF4-FFF2-40B4-BE49-F238E27FC236}">
                  <a16:creationId xmlns:a16="http://schemas.microsoft.com/office/drawing/2014/main" id="{5BAB2CA2-0990-3B93-F023-497A0523DCF4}"/>
                </a:ext>
              </a:extLst>
            </p:cNvPr>
            <p:cNvSpPr/>
            <p:nvPr/>
          </p:nvSpPr>
          <p:spPr>
            <a:xfrm>
              <a:off x="3589223" y="1873206"/>
              <a:ext cx="18883" cy="18709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49" name="Freeform: Shape 349">
              <a:extLst>
                <a:ext uri="{FF2B5EF4-FFF2-40B4-BE49-F238E27FC236}">
                  <a16:creationId xmlns:a16="http://schemas.microsoft.com/office/drawing/2014/main" id="{E1A2CA61-08A1-4A6A-60BE-BB6602C90190}"/>
                </a:ext>
              </a:extLst>
            </p:cNvPr>
            <p:cNvSpPr/>
            <p:nvPr/>
          </p:nvSpPr>
          <p:spPr>
            <a:xfrm>
              <a:off x="3508655" y="1855744"/>
              <a:ext cx="54132" cy="53632"/>
            </a:xfrm>
            <a:custGeom>
              <a:avLst/>
              <a:gdLst>
                <a:gd name="csX0" fmla="*/ 27066 w 54132"/>
                <a:gd name="csY0" fmla="*/ 0 h 53632"/>
                <a:gd name="csX1" fmla="*/ 0 w 54132"/>
                <a:gd name="csY1" fmla="*/ 26816 h 53632"/>
                <a:gd name="csX2" fmla="*/ 27066 w 54132"/>
                <a:gd name="csY2" fmla="*/ 53633 h 53632"/>
                <a:gd name="csX3" fmla="*/ 54132 w 54132"/>
                <a:gd name="csY3" fmla="*/ 26816 h 53632"/>
                <a:gd name="csX4" fmla="*/ 27066 w 54132"/>
                <a:gd name="csY4" fmla="*/ 0 h 53632"/>
                <a:gd name="csX5" fmla="*/ 27066 w 54132"/>
                <a:gd name="csY5" fmla="*/ 45525 h 53632"/>
                <a:gd name="csX6" fmla="*/ 8183 w 54132"/>
                <a:gd name="csY6" fmla="*/ 26816 h 53632"/>
                <a:gd name="csX7" fmla="*/ 27066 w 54132"/>
                <a:gd name="csY7" fmla="*/ 8107 h 53632"/>
                <a:gd name="csX8" fmla="*/ 45949 w 54132"/>
                <a:gd name="csY8" fmla="*/ 26816 h 53632"/>
                <a:gd name="csX9" fmla="*/ 27066 w 54132"/>
                <a:gd name="csY9" fmla="*/ 45525 h 536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54132" h="53632">
                  <a:moveTo>
                    <a:pt x="27066" y="0"/>
                  </a:moveTo>
                  <a:cubicBezTo>
                    <a:pt x="12118" y="0"/>
                    <a:pt x="0" y="12006"/>
                    <a:pt x="0" y="26816"/>
                  </a:cubicBezTo>
                  <a:cubicBezTo>
                    <a:pt x="0" y="41626"/>
                    <a:pt x="12118" y="53633"/>
                    <a:pt x="27066" y="53633"/>
                  </a:cubicBezTo>
                  <a:cubicBezTo>
                    <a:pt x="42014" y="53633"/>
                    <a:pt x="54132" y="41626"/>
                    <a:pt x="54132" y="26816"/>
                  </a:cubicBezTo>
                  <a:cubicBezTo>
                    <a:pt x="54132" y="12006"/>
                    <a:pt x="42014" y="0"/>
                    <a:pt x="27066" y="0"/>
                  </a:cubicBezTo>
                  <a:close/>
                  <a:moveTo>
                    <a:pt x="27066" y="45525"/>
                  </a:moveTo>
                  <a:cubicBezTo>
                    <a:pt x="16637" y="45525"/>
                    <a:pt x="8183" y="37149"/>
                    <a:pt x="8183" y="26816"/>
                  </a:cubicBezTo>
                  <a:cubicBezTo>
                    <a:pt x="8183" y="16483"/>
                    <a:pt x="16637" y="8107"/>
                    <a:pt x="27066" y="8107"/>
                  </a:cubicBezTo>
                  <a:cubicBezTo>
                    <a:pt x="37495" y="8107"/>
                    <a:pt x="45949" y="16483"/>
                    <a:pt x="45949" y="26816"/>
                  </a:cubicBezTo>
                  <a:cubicBezTo>
                    <a:pt x="45949" y="37149"/>
                    <a:pt x="37495" y="45525"/>
                    <a:pt x="27066" y="45525"/>
                  </a:cubicBezTo>
                  <a:close/>
                </a:path>
              </a:pathLst>
            </a:cu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50" name="Oval 350">
              <a:extLst>
                <a:ext uri="{FF2B5EF4-FFF2-40B4-BE49-F238E27FC236}">
                  <a16:creationId xmlns:a16="http://schemas.microsoft.com/office/drawing/2014/main" id="{E9AC2A6F-FB7B-A745-041B-01E58918A07D}"/>
                </a:ext>
              </a:extLst>
            </p:cNvPr>
            <p:cNvSpPr/>
            <p:nvPr/>
          </p:nvSpPr>
          <p:spPr>
            <a:xfrm>
              <a:off x="3526279" y="1873206"/>
              <a:ext cx="18883" cy="18709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51" name="Oval 351">
              <a:extLst>
                <a:ext uri="{FF2B5EF4-FFF2-40B4-BE49-F238E27FC236}">
                  <a16:creationId xmlns:a16="http://schemas.microsoft.com/office/drawing/2014/main" id="{9CDA9AE4-6112-8733-4EC7-AABA869103B8}"/>
                </a:ext>
              </a:extLst>
            </p:cNvPr>
            <p:cNvSpPr/>
            <p:nvPr/>
          </p:nvSpPr>
          <p:spPr>
            <a:xfrm>
              <a:off x="3554610" y="2191261"/>
              <a:ext cx="25177" cy="24945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52" name="Oval 352">
              <a:extLst>
                <a:ext uri="{FF2B5EF4-FFF2-40B4-BE49-F238E27FC236}">
                  <a16:creationId xmlns:a16="http://schemas.microsoft.com/office/drawing/2014/main" id="{DCC09317-029A-CBD6-C86B-D8D5FD1CC2AB}"/>
                </a:ext>
              </a:extLst>
            </p:cNvPr>
            <p:cNvSpPr/>
            <p:nvPr/>
          </p:nvSpPr>
          <p:spPr>
            <a:xfrm>
              <a:off x="3463341" y="2191261"/>
              <a:ext cx="25177" cy="24945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53" name="Oval 353">
              <a:extLst>
                <a:ext uri="{FF2B5EF4-FFF2-40B4-BE49-F238E27FC236}">
                  <a16:creationId xmlns:a16="http://schemas.microsoft.com/office/drawing/2014/main" id="{762B6ADC-2A2F-C0DE-2903-58E23483CA8E}"/>
                </a:ext>
              </a:extLst>
            </p:cNvPr>
            <p:cNvSpPr/>
            <p:nvPr/>
          </p:nvSpPr>
          <p:spPr>
            <a:xfrm>
              <a:off x="3645880" y="2191261"/>
              <a:ext cx="25177" cy="24945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sp>
        <p:nvSpPr>
          <p:cNvPr id="2054" name="TextBox 2053"/>
          <p:cNvSpPr txBox="1"/>
          <p:nvPr/>
        </p:nvSpPr>
        <p:spPr>
          <a:xfrm>
            <a:off x="8366760" y="3483864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000000"/>
                </a:solidFill>
                <a:latin typeface="Segoe UI"/>
                <a:cs typeface="Segoe UI"/>
              </a:rPr>
              <a:t>CODE GENERATION</a:t>
            </a:r>
          </a:p>
          <a:p>
            <a:pPr algn="ctr">
              <a:buNone/>
            </a:pPr>
            <a:r>
              <a:rPr lang="en-US" sz="900" b="0" i="0">
                <a:solidFill>
                  <a:srgbClr val="4A4A5E"/>
                </a:solidFill>
                <a:latin typeface="Calibri"/>
                <a:cs typeface="Calibri"/>
              </a:rPr>
              <a:t>SQL / PySpark cells</a:t>
            </a:r>
          </a:p>
        </p:txBody>
      </p:sp>
      <p:grpSp>
        <p:nvGrpSpPr>
          <p:cNvPr id="2054" name="Graphic 150" descr="Clipboard Mixed outline">
            <a:extLst>
              <a:ext uri="{FF2B5EF4-FFF2-40B4-BE49-F238E27FC236}">
                <a16:creationId xmlns:a16="http://schemas.microsoft.com/office/drawing/2014/main" id="{8D1A591A-099C-18D0-52AD-63BA66329B7E}"/>
              </a:ext>
            </a:extLst>
          </p:cNvPr>
          <p:cNvGrpSpPr/>
          <p:nvPr/>
        </p:nvGrpSpPr>
        <p:grpSpPr>
          <a:xfrm>
            <a:off x="10790899" y="2971800"/>
            <a:ext cx="363800" cy="457200"/>
            <a:chOff x="10793612" y="4034979"/>
            <a:chExt cx="415677" cy="522395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2055" name="Freeform: Shape 390">
              <a:extLst>
                <a:ext uri="{FF2B5EF4-FFF2-40B4-BE49-F238E27FC236}">
                  <a16:creationId xmlns:a16="http://schemas.microsoft.com/office/drawing/2014/main" id="{51CA46CA-2A4E-F833-7ED0-25C54FE3EC83}"/>
                </a:ext>
              </a:extLst>
            </p:cNvPr>
            <p:cNvSpPr/>
            <p:nvPr/>
          </p:nvSpPr>
          <p:spPr>
            <a:xfrm>
              <a:off x="10977203" y="4067757"/>
              <a:ext cx="48497" cy="45697"/>
            </a:xfrm>
            <a:custGeom>
              <a:avLst/>
              <a:gdLst>
                <a:gd name="csX0" fmla="*/ 48496 w 48497"/>
                <a:gd name="csY0" fmla="*/ 22849 h 45697"/>
                <a:gd name="csX1" fmla="*/ 24941 w 48497"/>
                <a:gd name="csY1" fmla="*/ 0 h 45697"/>
                <a:gd name="csX2" fmla="*/ 24248 w 48497"/>
                <a:gd name="csY2" fmla="*/ 0 h 45697"/>
                <a:gd name="csX3" fmla="*/ 0 w 48497"/>
                <a:gd name="csY3" fmla="*/ 22849 h 45697"/>
                <a:gd name="csX4" fmla="*/ 24248 w 48497"/>
                <a:gd name="csY4" fmla="*/ 45698 h 45697"/>
                <a:gd name="csX5" fmla="*/ 48496 w 48497"/>
                <a:gd name="csY5" fmla="*/ 22849 h 45697"/>
                <a:gd name="csX6" fmla="*/ 34640 w 48497"/>
                <a:gd name="csY6" fmla="*/ 22744 h 45697"/>
                <a:gd name="csX7" fmla="*/ 24359 w 48497"/>
                <a:gd name="csY7" fmla="*/ 32640 h 45697"/>
                <a:gd name="csX8" fmla="*/ 13857 w 48497"/>
                <a:gd name="csY8" fmla="*/ 22953 h 45697"/>
                <a:gd name="csX9" fmla="*/ 24138 w 48497"/>
                <a:gd name="csY9" fmla="*/ 13057 h 45697"/>
                <a:gd name="csX10" fmla="*/ 24248 w 48497"/>
                <a:gd name="csY10" fmla="*/ 13056 h 45697"/>
                <a:gd name="csX11" fmla="*/ 24698 w 48497"/>
                <a:gd name="csY11" fmla="*/ 13056 h 45697"/>
                <a:gd name="csX12" fmla="*/ 34640 w 48497"/>
                <a:gd name="csY12" fmla="*/ 22744 h 456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497" h="45697">
                  <a:moveTo>
                    <a:pt x="48496" y="22849"/>
                  </a:moveTo>
                  <a:cubicBezTo>
                    <a:pt x="48643" y="10427"/>
                    <a:pt x="38122" y="222"/>
                    <a:pt x="24941" y="0"/>
                  </a:cubicBezTo>
                  <a:lnTo>
                    <a:pt x="24248" y="0"/>
                  </a:lnTo>
                  <a:cubicBezTo>
                    <a:pt x="10856" y="0"/>
                    <a:pt x="0" y="10230"/>
                    <a:pt x="0" y="22849"/>
                  </a:cubicBezTo>
                  <a:cubicBezTo>
                    <a:pt x="0" y="35468"/>
                    <a:pt x="10856" y="45698"/>
                    <a:pt x="24248" y="45698"/>
                  </a:cubicBezTo>
                  <a:cubicBezTo>
                    <a:pt x="37640" y="45698"/>
                    <a:pt x="48496" y="35468"/>
                    <a:pt x="48496" y="22849"/>
                  </a:cubicBezTo>
                  <a:close/>
                  <a:moveTo>
                    <a:pt x="34640" y="22744"/>
                  </a:moveTo>
                  <a:cubicBezTo>
                    <a:pt x="34701" y="28152"/>
                    <a:pt x="30099" y="32583"/>
                    <a:pt x="24359" y="32640"/>
                  </a:cubicBezTo>
                  <a:cubicBezTo>
                    <a:pt x="18620" y="32699"/>
                    <a:pt x="13918" y="28361"/>
                    <a:pt x="13857" y="22953"/>
                  </a:cubicBezTo>
                  <a:cubicBezTo>
                    <a:pt x="13796" y="17545"/>
                    <a:pt x="18399" y="13115"/>
                    <a:pt x="24138" y="13057"/>
                  </a:cubicBezTo>
                  <a:cubicBezTo>
                    <a:pt x="24174" y="13056"/>
                    <a:pt x="24211" y="13056"/>
                    <a:pt x="24248" y="13056"/>
                  </a:cubicBezTo>
                  <a:lnTo>
                    <a:pt x="24698" y="13056"/>
                  </a:lnTo>
                  <a:cubicBezTo>
                    <a:pt x="30277" y="13156"/>
                    <a:pt x="34721" y="17487"/>
                    <a:pt x="34640" y="22744"/>
                  </a:cubicBezTo>
                  <a:close/>
                </a:path>
              </a:pathLst>
            </a:custGeom>
            <a:grpFill/>
            <a:ln w="684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56" name="Freeform: Shape 391">
              <a:extLst>
                <a:ext uri="{FF2B5EF4-FFF2-40B4-BE49-F238E27FC236}">
                  <a16:creationId xmlns:a16="http://schemas.microsoft.com/office/drawing/2014/main" id="{5F80F250-43E2-8AD1-DE43-E4A946D1831F}"/>
                </a:ext>
              </a:extLst>
            </p:cNvPr>
            <p:cNvSpPr/>
            <p:nvPr/>
          </p:nvSpPr>
          <p:spPr>
            <a:xfrm>
              <a:off x="11046773" y="4200222"/>
              <a:ext cx="92931" cy="66072"/>
            </a:xfrm>
            <a:custGeom>
              <a:avLst/>
              <a:gdLst>
                <a:gd name="csX0" fmla="*/ 32610 w 92931"/>
                <a:gd name="csY0" fmla="*/ 47604 h 66072"/>
                <a:gd name="csX1" fmla="*/ 9796 w 92931"/>
                <a:gd name="csY1" fmla="*/ 26113 h 66072"/>
                <a:gd name="csX2" fmla="*/ 0 w 92931"/>
                <a:gd name="csY2" fmla="*/ 35344 h 66072"/>
                <a:gd name="csX3" fmla="*/ 32610 w 92931"/>
                <a:gd name="csY3" fmla="*/ 66072 h 66072"/>
                <a:gd name="csX4" fmla="*/ 92932 w 92931"/>
                <a:gd name="csY4" fmla="*/ 9231 h 66072"/>
                <a:gd name="csX5" fmla="*/ 83136 w 92931"/>
                <a:gd name="csY5" fmla="*/ 0 h 66072"/>
                <a:gd name="csX6" fmla="*/ 32610 w 92931"/>
                <a:gd name="csY6" fmla="*/ 47604 h 660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92931" h="66072">
                  <a:moveTo>
                    <a:pt x="32610" y="47604"/>
                  </a:moveTo>
                  <a:lnTo>
                    <a:pt x="9796" y="26113"/>
                  </a:lnTo>
                  <a:lnTo>
                    <a:pt x="0" y="35344"/>
                  </a:lnTo>
                  <a:lnTo>
                    <a:pt x="32610" y="66072"/>
                  </a:lnTo>
                  <a:lnTo>
                    <a:pt x="92932" y="9231"/>
                  </a:lnTo>
                  <a:lnTo>
                    <a:pt x="83136" y="0"/>
                  </a:lnTo>
                  <a:lnTo>
                    <a:pt x="32610" y="47604"/>
                  </a:lnTo>
                  <a:close/>
                </a:path>
              </a:pathLst>
            </a:custGeom>
            <a:grpFill/>
            <a:ln w="684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57" name="Rectangle 392">
              <a:extLst>
                <a:ext uri="{FF2B5EF4-FFF2-40B4-BE49-F238E27FC236}">
                  <a16:creationId xmlns:a16="http://schemas.microsoft.com/office/drawing/2014/main" id="{8C958D13-E191-4EB3-F011-A638C5262A72}"/>
                </a:ext>
              </a:extLst>
            </p:cNvPr>
            <p:cNvSpPr/>
            <p:nvPr/>
          </p:nvSpPr>
          <p:spPr>
            <a:xfrm>
              <a:off x="10862884" y="4224422"/>
              <a:ext cx="145487" cy="13056"/>
            </a:xfrm>
            <a:prstGeom prst="rect">
              <a:avLst/>
            </a:prstGeom>
            <a:grpFill/>
            <a:ln w="684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58" name="Freeform: Shape 393">
              <a:extLst>
                <a:ext uri="{FF2B5EF4-FFF2-40B4-BE49-F238E27FC236}">
                  <a16:creationId xmlns:a16="http://schemas.microsoft.com/office/drawing/2014/main" id="{05B15435-BB08-1D64-6403-6F83C814331C}"/>
                </a:ext>
              </a:extLst>
            </p:cNvPr>
            <p:cNvSpPr/>
            <p:nvPr/>
          </p:nvSpPr>
          <p:spPr>
            <a:xfrm>
              <a:off x="11046773" y="4278561"/>
              <a:ext cx="87735" cy="62808"/>
            </a:xfrm>
            <a:custGeom>
              <a:avLst/>
              <a:gdLst>
                <a:gd name="csX0" fmla="*/ 30878 w 87735"/>
                <a:gd name="csY0" fmla="*/ 44340 h 62808"/>
                <a:gd name="csX1" fmla="*/ 9796 w 87735"/>
                <a:gd name="csY1" fmla="*/ 24481 h 62808"/>
                <a:gd name="csX2" fmla="*/ 0 w 87735"/>
                <a:gd name="csY2" fmla="*/ 33712 h 62808"/>
                <a:gd name="csX3" fmla="*/ 30878 w 87735"/>
                <a:gd name="csY3" fmla="*/ 62808 h 62808"/>
                <a:gd name="csX4" fmla="*/ 87736 w 87735"/>
                <a:gd name="csY4" fmla="*/ 9231 h 62808"/>
                <a:gd name="csX5" fmla="*/ 77940 w 87735"/>
                <a:gd name="csY5" fmla="*/ 0 h 62808"/>
                <a:gd name="csX6" fmla="*/ 30878 w 87735"/>
                <a:gd name="csY6" fmla="*/ 44340 h 628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7735" h="62808">
                  <a:moveTo>
                    <a:pt x="30878" y="44340"/>
                  </a:moveTo>
                  <a:lnTo>
                    <a:pt x="9796" y="24481"/>
                  </a:lnTo>
                  <a:lnTo>
                    <a:pt x="0" y="33712"/>
                  </a:lnTo>
                  <a:lnTo>
                    <a:pt x="30878" y="62808"/>
                  </a:lnTo>
                  <a:lnTo>
                    <a:pt x="87736" y="9231"/>
                  </a:lnTo>
                  <a:lnTo>
                    <a:pt x="77940" y="0"/>
                  </a:lnTo>
                  <a:lnTo>
                    <a:pt x="30878" y="44340"/>
                  </a:lnTo>
                  <a:close/>
                </a:path>
              </a:pathLst>
            </a:custGeom>
            <a:grpFill/>
            <a:ln w="684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59" name="Rectangle 394">
              <a:extLst>
                <a:ext uri="{FF2B5EF4-FFF2-40B4-BE49-F238E27FC236}">
                  <a16:creationId xmlns:a16="http://schemas.microsoft.com/office/drawing/2014/main" id="{D5273124-1EBC-8646-79DE-A3D712EDC008}"/>
                </a:ext>
              </a:extLst>
            </p:cNvPr>
            <p:cNvSpPr/>
            <p:nvPr/>
          </p:nvSpPr>
          <p:spPr>
            <a:xfrm>
              <a:off x="10862884" y="4302761"/>
              <a:ext cx="145487" cy="13056"/>
            </a:xfrm>
            <a:prstGeom prst="rect">
              <a:avLst/>
            </a:prstGeom>
            <a:grpFill/>
            <a:ln w="684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60" name="Rectangle 395">
              <a:extLst>
                <a:ext uri="{FF2B5EF4-FFF2-40B4-BE49-F238E27FC236}">
                  <a16:creationId xmlns:a16="http://schemas.microsoft.com/office/drawing/2014/main" id="{9164905F-4D10-6B4C-D182-A55B07555C0B}"/>
                </a:ext>
              </a:extLst>
            </p:cNvPr>
            <p:cNvSpPr/>
            <p:nvPr/>
          </p:nvSpPr>
          <p:spPr>
            <a:xfrm>
              <a:off x="10862884" y="4381099"/>
              <a:ext cx="145487" cy="13056"/>
            </a:xfrm>
            <a:prstGeom prst="rect">
              <a:avLst/>
            </a:prstGeom>
            <a:grpFill/>
            <a:ln w="684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61" name="Rectangle 396">
              <a:extLst>
                <a:ext uri="{FF2B5EF4-FFF2-40B4-BE49-F238E27FC236}">
                  <a16:creationId xmlns:a16="http://schemas.microsoft.com/office/drawing/2014/main" id="{874FD0D6-5A0A-2721-6D62-DD1E35224B6D}"/>
                </a:ext>
              </a:extLst>
            </p:cNvPr>
            <p:cNvSpPr/>
            <p:nvPr/>
          </p:nvSpPr>
          <p:spPr>
            <a:xfrm>
              <a:off x="10862884" y="4459438"/>
              <a:ext cx="145487" cy="13056"/>
            </a:xfrm>
            <a:prstGeom prst="rect">
              <a:avLst/>
            </a:prstGeom>
            <a:grpFill/>
            <a:ln w="684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62" name="Freeform: Shape 397">
              <a:extLst>
                <a:ext uri="{FF2B5EF4-FFF2-40B4-BE49-F238E27FC236}">
                  <a16:creationId xmlns:a16="http://schemas.microsoft.com/office/drawing/2014/main" id="{DFE85004-273C-4A3C-92BD-057B369F9BA2}"/>
                </a:ext>
              </a:extLst>
            </p:cNvPr>
            <p:cNvSpPr/>
            <p:nvPr/>
          </p:nvSpPr>
          <p:spPr>
            <a:xfrm>
              <a:off x="11069289" y="4356899"/>
              <a:ext cx="65219" cy="61456"/>
            </a:xfrm>
            <a:custGeom>
              <a:avLst/>
              <a:gdLst>
                <a:gd name="csX0" fmla="*/ 9796 w 65219"/>
                <a:gd name="csY0" fmla="*/ 0 h 61456"/>
                <a:gd name="csX1" fmla="*/ 32610 w 65219"/>
                <a:gd name="csY1" fmla="*/ 21491 h 61456"/>
                <a:gd name="csX2" fmla="*/ 55424 w 65219"/>
                <a:gd name="csY2" fmla="*/ 0 h 61456"/>
                <a:gd name="csX3" fmla="*/ 65220 w 65219"/>
                <a:gd name="csY3" fmla="*/ 9231 h 61456"/>
                <a:gd name="csX4" fmla="*/ 42406 w 65219"/>
                <a:gd name="csY4" fmla="*/ 30728 h 61456"/>
                <a:gd name="csX5" fmla="*/ 65220 w 65219"/>
                <a:gd name="csY5" fmla="*/ 52226 h 61456"/>
                <a:gd name="csX6" fmla="*/ 55424 w 65219"/>
                <a:gd name="csY6" fmla="*/ 61457 h 61456"/>
                <a:gd name="csX7" fmla="*/ 32610 w 65219"/>
                <a:gd name="csY7" fmla="*/ 39959 h 61456"/>
                <a:gd name="csX8" fmla="*/ 9796 w 65219"/>
                <a:gd name="csY8" fmla="*/ 61457 h 61456"/>
                <a:gd name="csX9" fmla="*/ 0 w 65219"/>
                <a:gd name="csY9" fmla="*/ 52226 h 61456"/>
                <a:gd name="csX10" fmla="*/ 22814 w 65219"/>
                <a:gd name="csY10" fmla="*/ 30728 h 61456"/>
                <a:gd name="csX11" fmla="*/ 0 w 65219"/>
                <a:gd name="csY11" fmla="*/ 9231 h 61456"/>
                <a:gd name="csX12" fmla="*/ 9796 w 65219"/>
                <a:gd name="csY12" fmla="*/ 0 h 614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5219" h="61456">
                  <a:moveTo>
                    <a:pt x="9796" y="0"/>
                  </a:moveTo>
                  <a:lnTo>
                    <a:pt x="32610" y="21491"/>
                  </a:lnTo>
                  <a:lnTo>
                    <a:pt x="55424" y="0"/>
                  </a:lnTo>
                  <a:lnTo>
                    <a:pt x="65220" y="9231"/>
                  </a:lnTo>
                  <a:lnTo>
                    <a:pt x="42406" y="30728"/>
                  </a:lnTo>
                  <a:lnTo>
                    <a:pt x="65220" y="52226"/>
                  </a:lnTo>
                  <a:lnTo>
                    <a:pt x="55424" y="61457"/>
                  </a:lnTo>
                  <a:lnTo>
                    <a:pt x="32610" y="39959"/>
                  </a:lnTo>
                  <a:lnTo>
                    <a:pt x="9796" y="61457"/>
                  </a:lnTo>
                  <a:lnTo>
                    <a:pt x="0" y="52226"/>
                  </a:lnTo>
                  <a:lnTo>
                    <a:pt x="22814" y="30728"/>
                  </a:lnTo>
                  <a:lnTo>
                    <a:pt x="0" y="9231"/>
                  </a:lnTo>
                  <a:lnTo>
                    <a:pt x="9796" y="0"/>
                  </a:lnTo>
                  <a:close/>
                </a:path>
              </a:pathLst>
            </a:custGeom>
            <a:grpFill/>
            <a:ln w="684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63" name="Freeform: Shape 398">
              <a:extLst>
                <a:ext uri="{FF2B5EF4-FFF2-40B4-BE49-F238E27FC236}">
                  <a16:creationId xmlns:a16="http://schemas.microsoft.com/office/drawing/2014/main" id="{F04A16DF-55A8-A7F9-F11A-E17C4DDE0168}"/>
                </a:ext>
              </a:extLst>
            </p:cNvPr>
            <p:cNvSpPr/>
            <p:nvPr/>
          </p:nvSpPr>
          <p:spPr>
            <a:xfrm>
              <a:off x="11069289" y="4435238"/>
              <a:ext cx="65219" cy="61456"/>
            </a:xfrm>
            <a:custGeom>
              <a:avLst/>
              <a:gdLst>
                <a:gd name="csX0" fmla="*/ 9796 w 65219"/>
                <a:gd name="csY0" fmla="*/ 0 h 61456"/>
                <a:gd name="csX1" fmla="*/ 32610 w 65219"/>
                <a:gd name="csY1" fmla="*/ 21491 h 61456"/>
                <a:gd name="csX2" fmla="*/ 55424 w 65219"/>
                <a:gd name="csY2" fmla="*/ 0 h 61456"/>
                <a:gd name="csX3" fmla="*/ 65220 w 65219"/>
                <a:gd name="csY3" fmla="*/ 9231 h 61456"/>
                <a:gd name="csX4" fmla="*/ 42406 w 65219"/>
                <a:gd name="csY4" fmla="*/ 30728 h 61456"/>
                <a:gd name="csX5" fmla="*/ 65220 w 65219"/>
                <a:gd name="csY5" fmla="*/ 52226 h 61456"/>
                <a:gd name="csX6" fmla="*/ 55424 w 65219"/>
                <a:gd name="csY6" fmla="*/ 61457 h 61456"/>
                <a:gd name="csX7" fmla="*/ 32610 w 65219"/>
                <a:gd name="csY7" fmla="*/ 39959 h 61456"/>
                <a:gd name="csX8" fmla="*/ 9796 w 65219"/>
                <a:gd name="csY8" fmla="*/ 61457 h 61456"/>
                <a:gd name="csX9" fmla="*/ 0 w 65219"/>
                <a:gd name="csY9" fmla="*/ 52226 h 61456"/>
                <a:gd name="csX10" fmla="*/ 22814 w 65219"/>
                <a:gd name="csY10" fmla="*/ 30728 h 61456"/>
                <a:gd name="csX11" fmla="*/ 0 w 65219"/>
                <a:gd name="csY11" fmla="*/ 9231 h 61456"/>
                <a:gd name="csX12" fmla="*/ 9796 w 65219"/>
                <a:gd name="csY12" fmla="*/ 0 h 614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5219" h="61456">
                  <a:moveTo>
                    <a:pt x="9796" y="0"/>
                  </a:moveTo>
                  <a:lnTo>
                    <a:pt x="32610" y="21491"/>
                  </a:lnTo>
                  <a:lnTo>
                    <a:pt x="55424" y="0"/>
                  </a:lnTo>
                  <a:lnTo>
                    <a:pt x="65220" y="9231"/>
                  </a:lnTo>
                  <a:lnTo>
                    <a:pt x="42406" y="30728"/>
                  </a:lnTo>
                  <a:lnTo>
                    <a:pt x="65220" y="52226"/>
                  </a:lnTo>
                  <a:lnTo>
                    <a:pt x="55424" y="61457"/>
                  </a:lnTo>
                  <a:lnTo>
                    <a:pt x="32610" y="39959"/>
                  </a:lnTo>
                  <a:lnTo>
                    <a:pt x="9796" y="61457"/>
                  </a:lnTo>
                  <a:lnTo>
                    <a:pt x="0" y="52226"/>
                  </a:lnTo>
                  <a:lnTo>
                    <a:pt x="22814" y="30728"/>
                  </a:lnTo>
                  <a:lnTo>
                    <a:pt x="0" y="9231"/>
                  </a:lnTo>
                  <a:lnTo>
                    <a:pt x="9796" y="0"/>
                  </a:lnTo>
                  <a:close/>
                </a:path>
              </a:pathLst>
            </a:custGeom>
            <a:grpFill/>
            <a:ln w="684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64" name="Freeform: Shape 399">
              <a:extLst>
                <a:ext uri="{FF2B5EF4-FFF2-40B4-BE49-F238E27FC236}">
                  <a16:creationId xmlns:a16="http://schemas.microsoft.com/office/drawing/2014/main" id="{92F961C9-ABCA-41AC-8ABE-011D59E27BDF}"/>
                </a:ext>
              </a:extLst>
            </p:cNvPr>
            <p:cNvSpPr/>
            <p:nvPr/>
          </p:nvSpPr>
          <p:spPr>
            <a:xfrm>
              <a:off x="10793612" y="4034979"/>
              <a:ext cx="415677" cy="522395"/>
            </a:xfrm>
            <a:custGeom>
              <a:avLst/>
              <a:gdLst>
                <a:gd name="csX0" fmla="*/ 387966 w 415677"/>
                <a:gd name="csY0" fmla="*/ 45698 h 522395"/>
                <a:gd name="csX1" fmla="*/ 284046 w 415677"/>
                <a:gd name="csY1" fmla="*/ 45698 h 522395"/>
                <a:gd name="csX2" fmla="*/ 284046 w 415677"/>
                <a:gd name="csY2" fmla="*/ 32641 h 522395"/>
                <a:gd name="csX3" fmla="*/ 249407 w 415677"/>
                <a:gd name="csY3" fmla="*/ 0 h 522395"/>
                <a:gd name="csX4" fmla="*/ 166271 w 415677"/>
                <a:gd name="csY4" fmla="*/ 0 h 522395"/>
                <a:gd name="csX5" fmla="*/ 131631 w 415677"/>
                <a:gd name="csY5" fmla="*/ 32641 h 522395"/>
                <a:gd name="csX6" fmla="*/ 131631 w 415677"/>
                <a:gd name="csY6" fmla="*/ 45698 h 522395"/>
                <a:gd name="csX7" fmla="*/ 27712 w 415677"/>
                <a:gd name="csY7" fmla="*/ 45698 h 522395"/>
                <a:gd name="csX8" fmla="*/ 0 w 415677"/>
                <a:gd name="csY8" fmla="*/ 71811 h 522395"/>
                <a:gd name="csX9" fmla="*/ 0 w 415677"/>
                <a:gd name="csY9" fmla="*/ 496283 h 522395"/>
                <a:gd name="csX10" fmla="*/ 27712 w 415677"/>
                <a:gd name="csY10" fmla="*/ 522395 h 522395"/>
                <a:gd name="csX11" fmla="*/ 387966 w 415677"/>
                <a:gd name="csY11" fmla="*/ 522395 h 522395"/>
                <a:gd name="csX12" fmla="*/ 415678 w 415677"/>
                <a:gd name="csY12" fmla="*/ 496283 h 522395"/>
                <a:gd name="csX13" fmla="*/ 415678 w 415677"/>
                <a:gd name="csY13" fmla="*/ 71811 h 522395"/>
                <a:gd name="csX14" fmla="*/ 387966 w 415677"/>
                <a:gd name="csY14" fmla="*/ 45698 h 522395"/>
                <a:gd name="csX15" fmla="*/ 117775 w 415677"/>
                <a:gd name="csY15" fmla="*/ 58754 h 522395"/>
                <a:gd name="csX16" fmla="*/ 145487 w 415677"/>
                <a:gd name="csY16" fmla="*/ 58754 h 522395"/>
                <a:gd name="csX17" fmla="*/ 145487 w 415677"/>
                <a:gd name="csY17" fmla="*/ 32641 h 522395"/>
                <a:gd name="csX18" fmla="*/ 166271 w 415677"/>
                <a:gd name="csY18" fmla="*/ 13056 h 522395"/>
                <a:gd name="csX19" fmla="*/ 249407 w 415677"/>
                <a:gd name="csY19" fmla="*/ 13056 h 522395"/>
                <a:gd name="csX20" fmla="*/ 270190 w 415677"/>
                <a:gd name="csY20" fmla="*/ 32641 h 522395"/>
                <a:gd name="csX21" fmla="*/ 270190 w 415677"/>
                <a:gd name="csY21" fmla="*/ 58754 h 522395"/>
                <a:gd name="csX22" fmla="*/ 297902 w 415677"/>
                <a:gd name="csY22" fmla="*/ 58754 h 522395"/>
                <a:gd name="csX23" fmla="*/ 297902 w 415677"/>
                <a:gd name="csY23" fmla="*/ 111117 h 522395"/>
                <a:gd name="csX24" fmla="*/ 117775 w 415677"/>
                <a:gd name="csY24" fmla="*/ 111117 h 522395"/>
                <a:gd name="csX25" fmla="*/ 401822 w 415677"/>
                <a:gd name="csY25" fmla="*/ 496283 h 522395"/>
                <a:gd name="csX26" fmla="*/ 387966 w 415677"/>
                <a:gd name="csY26" fmla="*/ 509339 h 522395"/>
                <a:gd name="csX27" fmla="*/ 27712 w 415677"/>
                <a:gd name="csY27" fmla="*/ 509339 h 522395"/>
                <a:gd name="csX28" fmla="*/ 13856 w 415677"/>
                <a:gd name="csY28" fmla="*/ 496283 h 522395"/>
                <a:gd name="csX29" fmla="*/ 13856 w 415677"/>
                <a:gd name="csY29" fmla="*/ 71811 h 522395"/>
                <a:gd name="csX30" fmla="*/ 27712 w 415677"/>
                <a:gd name="csY30" fmla="*/ 58754 h 522395"/>
                <a:gd name="csX31" fmla="*/ 103919 w 415677"/>
                <a:gd name="csY31" fmla="*/ 58754 h 522395"/>
                <a:gd name="csX32" fmla="*/ 103919 w 415677"/>
                <a:gd name="csY32" fmla="*/ 124173 h 522395"/>
                <a:gd name="csX33" fmla="*/ 311758 w 415677"/>
                <a:gd name="csY33" fmla="*/ 124173 h 522395"/>
                <a:gd name="csX34" fmla="*/ 311758 w 415677"/>
                <a:gd name="csY34" fmla="*/ 58754 h 522395"/>
                <a:gd name="csX35" fmla="*/ 387966 w 415677"/>
                <a:gd name="csY35" fmla="*/ 58754 h 522395"/>
                <a:gd name="csX36" fmla="*/ 401822 w 415677"/>
                <a:gd name="csY36" fmla="*/ 71811 h 5223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415677" h="522395">
                  <a:moveTo>
                    <a:pt x="387966" y="45698"/>
                  </a:moveTo>
                  <a:lnTo>
                    <a:pt x="284046" y="45698"/>
                  </a:lnTo>
                  <a:lnTo>
                    <a:pt x="284046" y="32641"/>
                  </a:lnTo>
                  <a:cubicBezTo>
                    <a:pt x="284023" y="14623"/>
                    <a:pt x="268528" y="22"/>
                    <a:pt x="249407" y="0"/>
                  </a:cubicBezTo>
                  <a:lnTo>
                    <a:pt x="166271" y="0"/>
                  </a:lnTo>
                  <a:cubicBezTo>
                    <a:pt x="147151" y="25"/>
                    <a:pt x="131658" y="14625"/>
                    <a:pt x="131631" y="32641"/>
                  </a:cubicBezTo>
                  <a:lnTo>
                    <a:pt x="131631" y="45698"/>
                  </a:lnTo>
                  <a:lnTo>
                    <a:pt x="27712" y="45698"/>
                  </a:lnTo>
                  <a:cubicBezTo>
                    <a:pt x="12407" y="45698"/>
                    <a:pt x="0" y="57389"/>
                    <a:pt x="0" y="71811"/>
                  </a:cubicBezTo>
                  <a:lnTo>
                    <a:pt x="0" y="496283"/>
                  </a:lnTo>
                  <a:cubicBezTo>
                    <a:pt x="0" y="510704"/>
                    <a:pt x="12407" y="522395"/>
                    <a:pt x="27712" y="522395"/>
                  </a:cubicBezTo>
                  <a:lnTo>
                    <a:pt x="387966" y="522395"/>
                  </a:lnTo>
                  <a:cubicBezTo>
                    <a:pt x="403270" y="522395"/>
                    <a:pt x="415678" y="510704"/>
                    <a:pt x="415678" y="496283"/>
                  </a:cubicBezTo>
                  <a:lnTo>
                    <a:pt x="415678" y="71811"/>
                  </a:lnTo>
                  <a:cubicBezTo>
                    <a:pt x="415658" y="57396"/>
                    <a:pt x="403263" y="45716"/>
                    <a:pt x="387966" y="45698"/>
                  </a:cubicBezTo>
                  <a:close/>
                  <a:moveTo>
                    <a:pt x="117775" y="58754"/>
                  </a:moveTo>
                  <a:lnTo>
                    <a:pt x="145487" y="58754"/>
                  </a:lnTo>
                  <a:lnTo>
                    <a:pt x="145487" y="32641"/>
                  </a:lnTo>
                  <a:cubicBezTo>
                    <a:pt x="145487" y="21825"/>
                    <a:pt x="154792" y="13056"/>
                    <a:pt x="166271" y="13056"/>
                  </a:cubicBezTo>
                  <a:lnTo>
                    <a:pt x="249407" y="13056"/>
                  </a:lnTo>
                  <a:cubicBezTo>
                    <a:pt x="260885" y="13056"/>
                    <a:pt x="270190" y="21825"/>
                    <a:pt x="270190" y="32641"/>
                  </a:cubicBezTo>
                  <a:lnTo>
                    <a:pt x="270190" y="58754"/>
                  </a:lnTo>
                  <a:lnTo>
                    <a:pt x="297902" y="58754"/>
                  </a:lnTo>
                  <a:lnTo>
                    <a:pt x="297902" y="111117"/>
                  </a:lnTo>
                  <a:lnTo>
                    <a:pt x="117775" y="111117"/>
                  </a:lnTo>
                  <a:close/>
                  <a:moveTo>
                    <a:pt x="401822" y="496283"/>
                  </a:moveTo>
                  <a:cubicBezTo>
                    <a:pt x="401822" y="503494"/>
                    <a:pt x="395618" y="509339"/>
                    <a:pt x="387966" y="509339"/>
                  </a:cubicBezTo>
                  <a:lnTo>
                    <a:pt x="27712" y="509339"/>
                  </a:lnTo>
                  <a:cubicBezTo>
                    <a:pt x="20059" y="509339"/>
                    <a:pt x="13856" y="503494"/>
                    <a:pt x="13856" y="496283"/>
                  </a:cubicBezTo>
                  <a:lnTo>
                    <a:pt x="13856" y="71811"/>
                  </a:lnTo>
                  <a:cubicBezTo>
                    <a:pt x="13856" y="64599"/>
                    <a:pt x="20059" y="58754"/>
                    <a:pt x="27712" y="58754"/>
                  </a:cubicBezTo>
                  <a:lnTo>
                    <a:pt x="103919" y="58754"/>
                  </a:lnTo>
                  <a:lnTo>
                    <a:pt x="103919" y="124173"/>
                  </a:lnTo>
                  <a:lnTo>
                    <a:pt x="311758" y="124173"/>
                  </a:lnTo>
                  <a:lnTo>
                    <a:pt x="311758" y="58754"/>
                  </a:lnTo>
                  <a:lnTo>
                    <a:pt x="387966" y="58754"/>
                  </a:lnTo>
                  <a:cubicBezTo>
                    <a:pt x="395618" y="58754"/>
                    <a:pt x="401822" y="64599"/>
                    <a:pt x="401822" y="71811"/>
                  </a:cubicBezTo>
                  <a:close/>
                </a:path>
              </a:pathLst>
            </a:custGeom>
            <a:grpFill/>
            <a:ln w="684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sp>
        <p:nvSpPr>
          <p:cNvPr id="2065" name="TextBox 2064"/>
          <p:cNvSpPr txBox="1"/>
          <p:nvPr/>
        </p:nvSpPr>
        <p:spPr>
          <a:xfrm>
            <a:off x="10195560" y="3483864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000000"/>
                </a:solidFill>
                <a:latin typeface="Segoe UI"/>
                <a:cs typeface="Segoe UI"/>
              </a:rPr>
              <a:t>POLICY GUARDRAILS</a:t>
            </a:r>
          </a:p>
          <a:p>
            <a:pPr algn="ctr">
              <a:buNone/>
            </a:pPr>
            <a:r>
              <a:rPr lang="en-US" sz="900" b="0" i="0">
                <a:solidFill>
                  <a:srgbClr val="4A4A5E"/>
                </a:solidFill>
                <a:latin typeface="Calibri"/>
                <a:cs typeface="Calibri"/>
              </a:rPr>
              <a:t>Allowlisted ops · sandboxed drafts</a:t>
            </a:r>
          </a:p>
        </p:txBody>
      </p:sp>
      <p:cxnSp>
        <p:nvCxnSpPr>
          <p:cNvPr id="2066" name="Connector 2065"/>
          <p:cNvCxnSpPr/>
          <p:nvPr/>
        </p:nvCxnSpPr>
        <p:spPr>
          <a:xfrm flipH="1">
            <a:off x="7909560" y="3502152"/>
            <a:ext cx="365760" cy="0"/>
          </a:xfrm>
          <a:prstGeom prst="line">
            <a:avLst/>
          </a:prstGeom>
          <a:ln w="19050">
            <a:solidFill>
              <a:srgbClr val="00B050"/>
            </a:solidFill>
            <a:tailEnd type="triangle"/>
          </a:ln>
        </p:spPr>
      </p:cxnSp>
      <p:sp>
        <p:nvSpPr>
          <p:cNvPr id="2067" name="Process 2066"/>
          <p:cNvSpPr/>
          <p:nvPr/>
        </p:nvSpPr>
        <p:spPr>
          <a:xfrm>
            <a:off x="4663440" y="2788920"/>
            <a:ext cx="3200400" cy="1417320"/>
          </a:xfrm>
          <a:prstGeom prst="flowChartProcess">
            <a:avLst/>
          </a:prstGeom>
          <a:noFill/>
          <a:ln w="12700" cap="flat" cmpd="sng" algn="ctr">
            <a:gradFill>
              <a:gsLst>
                <a:gs pos="0">
                  <a:srgbClr val="7030A0"/>
                </a:gs>
                <a:gs pos="100000">
                  <a:srgbClr val="00B0F0"/>
                </a:gs>
              </a:gsLst>
              <a:lin ang="5400000" scaled="1"/>
            </a:gra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065" name="Graphic 124" descr="Robot outline">
            <a:extLst>
              <a:ext uri="{FF2B5EF4-FFF2-40B4-BE49-F238E27FC236}">
                <a16:creationId xmlns:a16="http://schemas.microsoft.com/office/drawing/2014/main" id="{31E61052-8C17-CB8F-37F7-B5AA808427F0}"/>
              </a:ext>
            </a:extLst>
          </p:cNvPr>
          <p:cNvGrpSpPr/>
          <p:nvPr/>
        </p:nvGrpSpPr>
        <p:grpSpPr>
          <a:xfrm>
            <a:off x="5452437" y="2971800"/>
            <a:ext cx="342245" cy="457200"/>
            <a:chOff x="3369983" y="1745261"/>
            <a:chExt cx="382878" cy="511481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2066" name="Freeform: Shape 346">
              <a:extLst>
                <a:ext uri="{FF2B5EF4-FFF2-40B4-BE49-F238E27FC236}">
                  <a16:creationId xmlns:a16="http://schemas.microsoft.com/office/drawing/2014/main" id="{11E52BB4-1DFE-4759-731D-23B2229F5ED7}"/>
                </a:ext>
              </a:extLst>
            </p:cNvPr>
            <p:cNvSpPr/>
            <p:nvPr/>
          </p:nvSpPr>
          <p:spPr>
            <a:xfrm>
              <a:off x="3369983" y="1745261"/>
              <a:ext cx="382878" cy="511481"/>
            </a:xfrm>
            <a:custGeom>
              <a:avLst/>
              <a:gdLst>
                <a:gd name="csX0" fmla="*/ 354577 w 382878"/>
                <a:gd name="csY0" fmla="*/ 334369 h 511481"/>
                <a:gd name="csX1" fmla="*/ 354577 w 382878"/>
                <a:gd name="csY1" fmla="*/ 277543 h 511481"/>
                <a:gd name="csX2" fmla="*/ 332616 w 382878"/>
                <a:gd name="csY2" fmla="*/ 255790 h 511481"/>
                <a:gd name="csX3" fmla="*/ 304222 w 382878"/>
                <a:gd name="csY3" fmla="*/ 255790 h 511481"/>
                <a:gd name="csX4" fmla="*/ 304222 w 382878"/>
                <a:gd name="csY4" fmla="*/ 224609 h 511481"/>
                <a:gd name="csX5" fmla="*/ 232881 w 382878"/>
                <a:gd name="csY5" fmla="*/ 224609 h 511481"/>
                <a:gd name="csX6" fmla="*/ 232881 w 382878"/>
                <a:gd name="csY6" fmla="*/ 205900 h 511481"/>
                <a:gd name="csX7" fmla="*/ 251418 w 382878"/>
                <a:gd name="csY7" fmla="*/ 205900 h 511481"/>
                <a:gd name="csX8" fmla="*/ 285339 w 382878"/>
                <a:gd name="csY8" fmla="*/ 172292 h 511481"/>
                <a:gd name="csX9" fmla="*/ 285339 w 382878"/>
                <a:gd name="csY9" fmla="*/ 102307 h 511481"/>
                <a:gd name="csX10" fmla="*/ 251418 w 382878"/>
                <a:gd name="csY10" fmla="*/ 68700 h 511481"/>
                <a:gd name="csX11" fmla="*/ 203511 w 382878"/>
                <a:gd name="csY11" fmla="*/ 68700 h 511481"/>
                <a:gd name="csX12" fmla="*/ 203511 w 382878"/>
                <a:gd name="csY12" fmla="*/ 49105 h 511481"/>
                <a:gd name="csX13" fmla="*/ 221595 w 382878"/>
                <a:gd name="csY13" fmla="*/ 18715 h 511481"/>
                <a:gd name="csX14" fmla="*/ 190922 w 382878"/>
                <a:gd name="csY14" fmla="*/ 798 h 511481"/>
                <a:gd name="csX15" fmla="*/ 172838 w 382878"/>
                <a:gd name="csY15" fmla="*/ 31188 h 511481"/>
                <a:gd name="csX16" fmla="*/ 190922 w 382878"/>
                <a:gd name="csY16" fmla="*/ 49105 h 511481"/>
                <a:gd name="csX17" fmla="*/ 190922 w 382878"/>
                <a:gd name="csY17" fmla="*/ 68700 h 511481"/>
                <a:gd name="csX18" fmla="*/ 143009 w 382878"/>
                <a:gd name="csY18" fmla="*/ 68700 h 511481"/>
                <a:gd name="csX19" fmla="*/ 109095 w 382878"/>
                <a:gd name="csY19" fmla="*/ 102307 h 511481"/>
                <a:gd name="csX20" fmla="*/ 109095 w 382878"/>
                <a:gd name="csY20" fmla="*/ 172292 h 511481"/>
                <a:gd name="csX21" fmla="*/ 143009 w 382878"/>
                <a:gd name="csY21" fmla="*/ 205900 h 511481"/>
                <a:gd name="csX22" fmla="*/ 163642 w 382878"/>
                <a:gd name="csY22" fmla="*/ 205900 h 511481"/>
                <a:gd name="csX23" fmla="*/ 163642 w 382878"/>
                <a:gd name="csY23" fmla="*/ 224609 h 511481"/>
                <a:gd name="csX24" fmla="*/ 90211 w 382878"/>
                <a:gd name="csY24" fmla="*/ 224609 h 511481"/>
                <a:gd name="csX25" fmla="*/ 90211 w 382878"/>
                <a:gd name="csY25" fmla="*/ 261983 h 511481"/>
                <a:gd name="csX26" fmla="*/ 50267 w 382878"/>
                <a:gd name="csY26" fmla="*/ 261983 h 511481"/>
                <a:gd name="csX27" fmla="*/ 40901 w 382878"/>
                <a:gd name="csY27" fmla="*/ 252710 h 511481"/>
                <a:gd name="csX28" fmla="*/ 40901 w 382878"/>
                <a:gd name="csY28" fmla="*/ 195878 h 511481"/>
                <a:gd name="csX29" fmla="*/ 68626 w 382878"/>
                <a:gd name="csY29" fmla="*/ 155898 h 511481"/>
                <a:gd name="csX30" fmla="*/ 60483 w 382878"/>
                <a:gd name="csY30" fmla="*/ 139389 h 511481"/>
                <a:gd name="csX31" fmla="*/ 51079 w 382878"/>
                <a:gd name="csY31" fmla="*/ 147683 h 511481"/>
                <a:gd name="csX32" fmla="*/ 49231 w 382878"/>
                <a:gd name="csY32" fmla="*/ 178497 h 511481"/>
                <a:gd name="csX33" fmla="*/ 18131 w 382878"/>
                <a:gd name="csY33" fmla="*/ 176667 h 511481"/>
                <a:gd name="csX34" fmla="*/ 18014 w 382878"/>
                <a:gd name="csY34" fmla="*/ 147814 h 511481"/>
                <a:gd name="csX35" fmla="*/ 8535 w 382878"/>
                <a:gd name="csY35" fmla="*/ 139601 h 511481"/>
                <a:gd name="csX36" fmla="*/ 11859 w 382878"/>
                <a:gd name="csY36" fmla="*/ 187996 h 511481"/>
                <a:gd name="csX37" fmla="*/ 28312 w 382878"/>
                <a:gd name="csY37" fmla="*/ 195878 h 511481"/>
                <a:gd name="csX38" fmla="*/ 28312 w 382878"/>
                <a:gd name="csY38" fmla="*/ 252710 h 511481"/>
                <a:gd name="csX39" fmla="*/ 50267 w 382878"/>
                <a:gd name="csY39" fmla="*/ 274456 h 511481"/>
                <a:gd name="csX40" fmla="*/ 90211 w 382878"/>
                <a:gd name="csY40" fmla="*/ 274456 h 511481"/>
                <a:gd name="csX41" fmla="*/ 90211 w 382878"/>
                <a:gd name="csY41" fmla="*/ 405619 h 511481"/>
                <a:gd name="csX42" fmla="*/ 40011 w 382878"/>
                <a:gd name="csY42" fmla="*/ 461650 h 511481"/>
                <a:gd name="csX43" fmla="*/ 93359 w 382878"/>
                <a:gd name="csY43" fmla="*/ 511481 h 511481"/>
                <a:gd name="csX44" fmla="*/ 301075 w 382878"/>
                <a:gd name="csY44" fmla="*/ 511481 h 511481"/>
                <a:gd name="csX45" fmla="*/ 354517 w 382878"/>
                <a:gd name="csY45" fmla="*/ 458475 h 511481"/>
                <a:gd name="csX46" fmla="*/ 304222 w 382878"/>
                <a:gd name="csY46" fmla="*/ 405619 h 511481"/>
                <a:gd name="csX47" fmla="*/ 304222 w 382878"/>
                <a:gd name="csY47" fmla="*/ 268263 h 511481"/>
                <a:gd name="csX48" fmla="*/ 332616 w 382878"/>
                <a:gd name="csY48" fmla="*/ 268263 h 511481"/>
                <a:gd name="csX49" fmla="*/ 341988 w 382878"/>
                <a:gd name="csY49" fmla="*/ 277543 h 511481"/>
                <a:gd name="csX50" fmla="*/ 341988 w 382878"/>
                <a:gd name="csY50" fmla="*/ 334369 h 511481"/>
                <a:gd name="csX51" fmla="*/ 314263 w 382878"/>
                <a:gd name="csY51" fmla="*/ 374349 h 511481"/>
                <a:gd name="csX52" fmla="*/ 322400 w 382878"/>
                <a:gd name="csY52" fmla="*/ 390851 h 511481"/>
                <a:gd name="csX53" fmla="*/ 331804 w 382878"/>
                <a:gd name="csY53" fmla="*/ 382557 h 511481"/>
                <a:gd name="csX54" fmla="*/ 333657 w 382878"/>
                <a:gd name="csY54" fmla="*/ 351743 h 511481"/>
                <a:gd name="csX55" fmla="*/ 364758 w 382878"/>
                <a:gd name="csY55" fmla="*/ 353579 h 511481"/>
                <a:gd name="csX56" fmla="*/ 364869 w 382878"/>
                <a:gd name="csY56" fmla="*/ 382432 h 511481"/>
                <a:gd name="csX57" fmla="*/ 374348 w 382878"/>
                <a:gd name="csY57" fmla="*/ 390639 h 511481"/>
                <a:gd name="csX58" fmla="*/ 371016 w 382878"/>
                <a:gd name="csY58" fmla="*/ 342245 h 511481"/>
                <a:gd name="csX59" fmla="*/ 354577 w 382878"/>
                <a:gd name="csY59" fmla="*/ 334369 h 511481"/>
                <a:gd name="csX60" fmla="*/ 184628 w 382878"/>
                <a:gd name="csY60" fmla="*/ 25045 h 511481"/>
                <a:gd name="csX61" fmla="*/ 197217 w 382878"/>
                <a:gd name="csY61" fmla="*/ 12572 h 511481"/>
                <a:gd name="csX62" fmla="*/ 209805 w 382878"/>
                <a:gd name="csY62" fmla="*/ 25045 h 511481"/>
                <a:gd name="csX63" fmla="*/ 197217 w 382878"/>
                <a:gd name="csY63" fmla="*/ 37518 h 511481"/>
                <a:gd name="csX64" fmla="*/ 184621 w 382878"/>
                <a:gd name="csY64" fmla="*/ 25051 h 511481"/>
                <a:gd name="csX65" fmla="*/ 184621 w 382878"/>
                <a:gd name="csY65" fmla="*/ 25045 h 511481"/>
                <a:gd name="csX66" fmla="*/ 102800 w 382878"/>
                <a:gd name="csY66" fmla="*/ 331063 h 511481"/>
                <a:gd name="csX67" fmla="*/ 154257 w 382878"/>
                <a:gd name="csY67" fmla="*/ 331063 h 511481"/>
                <a:gd name="csX68" fmla="*/ 174764 w 382878"/>
                <a:gd name="csY68" fmla="*/ 287877 h 511481"/>
                <a:gd name="csX69" fmla="*/ 194032 w 382878"/>
                <a:gd name="csY69" fmla="*/ 361017 h 511481"/>
                <a:gd name="csX70" fmla="*/ 220034 w 382878"/>
                <a:gd name="csY70" fmla="*/ 308008 h 511481"/>
                <a:gd name="csX71" fmla="*/ 236399 w 382878"/>
                <a:gd name="csY71" fmla="*/ 346486 h 511481"/>
                <a:gd name="csX72" fmla="*/ 249089 w 382878"/>
                <a:gd name="csY72" fmla="*/ 333633 h 511481"/>
                <a:gd name="csX73" fmla="*/ 255207 w 382878"/>
                <a:gd name="csY73" fmla="*/ 331082 h 511481"/>
                <a:gd name="csX74" fmla="*/ 291614 w 382878"/>
                <a:gd name="csY74" fmla="*/ 331082 h 511481"/>
                <a:gd name="csX75" fmla="*/ 291614 w 382878"/>
                <a:gd name="csY75" fmla="*/ 405463 h 511481"/>
                <a:gd name="csX76" fmla="*/ 102781 w 382878"/>
                <a:gd name="csY76" fmla="*/ 405463 h 511481"/>
                <a:gd name="csX77" fmla="*/ 143009 w 382878"/>
                <a:gd name="csY77" fmla="*/ 193427 h 511481"/>
                <a:gd name="csX78" fmla="*/ 121683 w 382878"/>
                <a:gd name="csY78" fmla="*/ 172292 h 511481"/>
                <a:gd name="csX79" fmla="*/ 121683 w 382878"/>
                <a:gd name="csY79" fmla="*/ 102307 h 511481"/>
                <a:gd name="csX80" fmla="*/ 143009 w 382878"/>
                <a:gd name="csY80" fmla="*/ 81172 h 511481"/>
                <a:gd name="csX81" fmla="*/ 251418 w 382878"/>
                <a:gd name="csY81" fmla="*/ 81172 h 511481"/>
                <a:gd name="csX82" fmla="*/ 272750 w 382878"/>
                <a:gd name="csY82" fmla="*/ 102307 h 511481"/>
                <a:gd name="csX83" fmla="*/ 272750 w 382878"/>
                <a:gd name="csY83" fmla="*/ 172292 h 511481"/>
                <a:gd name="csX84" fmla="*/ 251418 w 382878"/>
                <a:gd name="csY84" fmla="*/ 193427 h 511481"/>
                <a:gd name="csX85" fmla="*/ 143009 w 382878"/>
                <a:gd name="csY85" fmla="*/ 193427 h 511481"/>
                <a:gd name="csX86" fmla="*/ 176231 w 382878"/>
                <a:gd name="csY86" fmla="*/ 205900 h 511481"/>
                <a:gd name="csX87" fmla="*/ 220292 w 382878"/>
                <a:gd name="csY87" fmla="*/ 205900 h 511481"/>
                <a:gd name="csX88" fmla="*/ 220292 w 382878"/>
                <a:gd name="csY88" fmla="*/ 224609 h 511481"/>
                <a:gd name="csX89" fmla="*/ 176231 w 382878"/>
                <a:gd name="csY89" fmla="*/ 224609 h 511481"/>
                <a:gd name="csX90" fmla="*/ 163642 w 382878"/>
                <a:gd name="csY90" fmla="*/ 237081 h 511481"/>
                <a:gd name="csX91" fmla="*/ 291633 w 382878"/>
                <a:gd name="csY91" fmla="*/ 237081 h 511481"/>
                <a:gd name="csX92" fmla="*/ 291633 w 382878"/>
                <a:gd name="csY92" fmla="*/ 318591 h 511481"/>
                <a:gd name="csX93" fmla="*/ 255226 w 382878"/>
                <a:gd name="csY93" fmla="*/ 318591 h 511481"/>
                <a:gd name="csX94" fmla="*/ 240667 w 382878"/>
                <a:gd name="csY94" fmla="*/ 324353 h 511481"/>
                <a:gd name="csX95" fmla="*/ 220840 w 382878"/>
                <a:gd name="csY95" fmla="*/ 277792 h 511481"/>
                <a:gd name="csX96" fmla="*/ 197607 w 382878"/>
                <a:gd name="csY96" fmla="*/ 325189 h 511481"/>
                <a:gd name="csX97" fmla="*/ 178170 w 382878"/>
                <a:gd name="csY97" fmla="*/ 251425 h 511481"/>
                <a:gd name="csX98" fmla="*/ 146269 w 382878"/>
                <a:gd name="csY98" fmla="*/ 318591 h 511481"/>
                <a:gd name="csX99" fmla="*/ 102800 w 382878"/>
                <a:gd name="csY99" fmla="*/ 318591 h 511481"/>
                <a:gd name="csX100" fmla="*/ 102800 w 382878"/>
                <a:gd name="csY100" fmla="*/ 237081 h 511481"/>
                <a:gd name="csX101" fmla="*/ 341988 w 382878"/>
                <a:gd name="csY101" fmla="*/ 458472 h 511481"/>
                <a:gd name="csX102" fmla="*/ 301075 w 382878"/>
                <a:gd name="csY102" fmla="*/ 499009 h 511481"/>
                <a:gd name="csX103" fmla="*/ 93359 w 382878"/>
                <a:gd name="csY103" fmla="*/ 499009 h 511481"/>
                <a:gd name="csX104" fmla="*/ 52445 w 382878"/>
                <a:gd name="csY104" fmla="*/ 458472 h 511481"/>
                <a:gd name="csX105" fmla="*/ 93359 w 382878"/>
                <a:gd name="csY105" fmla="*/ 417936 h 511481"/>
                <a:gd name="csX106" fmla="*/ 301075 w 382878"/>
                <a:gd name="csY106" fmla="*/ 417936 h 511481"/>
                <a:gd name="csX107" fmla="*/ 341988 w 382878"/>
                <a:gd name="csY107" fmla="*/ 458472 h 5114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</a:cxnLst>
              <a:rect l="l" t="t" r="r" b="b"/>
              <a:pathLst>
                <a:path w="382878" h="511481">
                  <a:moveTo>
                    <a:pt x="354577" y="334369"/>
                  </a:moveTo>
                  <a:lnTo>
                    <a:pt x="354577" y="277543"/>
                  </a:lnTo>
                  <a:cubicBezTo>
                    <a:pt x="354563" y="265533"/>
                    <a:pt x="344738" y="255801"/>
                    <a:pt x="332616" y="255790"/>
                  </a:cubicBezTo>
                  <a:lnTo>
                    <a:pt x="304222" y="255790"/>
                  </a:lnTo>
                  <a:lnTo>
                    <a:pt x="304222" y="224609"/>
                  </a:lnTo>
                  <a:lnTo>
                    <a:pt x="232881" y="224609"/>
                  </a:lnTo>
                  <a:lnTo>
                    <a:pt x="232881" y="205900"/>
                  </a:lnTo>
                  <a:lnTo>
                    <a:pt x="251418" y="205900"/>
                  </a:lnTo>
                  <a:cubicBezTo>
                    <a:pt x="270144" y="205882"/>
                    <a:pt x="285321" y="190846"/>
                    <a:pt x="285339" y="172292"/>
                  </a:cubicBezTo>
                  <a:lnTo>
                    <a:pt x="285339" y="102307"/>
                  </a:lnTo>
                  <a:cubicBezTo>
                    <a:pt x="285321" y="83753"/>
                    <a:pt x="270144" y="68717"/>
                    <a:pt x="251418" y="68700"/>
                  </a:cubicBezTo>
                  <a:lnTo>
                    <a:pt x="203511" y="68700"/>
                  </a:lnTo>
                  <a:lnTo>
                    <a:pt x="203511" y="49105"/>
                  </a:lnTo>
                  <a:cubicBezTo>
                    <a:pt x="216975" y="45661"/>
                    <a:pt x="225071" y="32055"/>
                    <a:pt x="221595" y="18715"/>
                  </a:cubicBezTo>
                  <a:cubicBezTo>
                    <a:pt x="218118" y="5376"/>
                    <a:pt x="204386" y="-2646"/>
                    <a:pt x="190922" y="798"/>
                  </a:cubicBezTo>
                  <a:cubicBezTo>
                    <a:pt x="177458" y="4242"/>
                    <a:pt x="169362" y="17848"/>
                    <a:pt x="172838" y="31188"/>
                  </a:cubicBezTo>
                  <a:cubicBezTo>
                    <a:pt x="175128" y="39975"/>
                    <a:pt x="182053" y="46836"/>
                    <a:pt x="190922" y="49105"/>
                  </a:cubicBezTo>
                  <a:lnTo>
                    <a:pt x="190922" y="68700"/>
                  </a:lnTo>
                  <a:lnTo>
                    <a:pt x="143009" y="68700"/>
                  </a:lnTo>
                  <a:cubicBezTo>
                    <a:pt x="124285" y="68720"/>
                    <a:pt x="109112" y="83756"/>
                    <a:pt x="109095" y="102307"/>
                  </a:cubicBezTo>
                  <a:lnTo>
                    <a:pt x="109095" y="172292"/>
                  </a:lnTo>
                  <a:cubicBezTo>
                    <a:pt x="109112" y="190843"/>
                    <a:pt x="124285" y="205879"/>
                    <a:pt x="143009" y="205900"/>
                  </a:cubicBezTo>
                  <a:lnTo>
                    <a:pt x="163642" y="205900"/>
                  </a:lnTo>
                  <a:lnTo>
                    <a:pt x="163642" y="224609"/>
                  </a:lnTo>
                  <a:lnTo>
                    <a:pt x="90211" y="224609"/>
                  </a:lnTo>
                  <a:lnTo>
                    <a:pt x="90211" y="261983"/>
                  </a:lnTo>
                  <a:lnTo>
                    <a:pt x="50267" y="261983"/>
                  </a:lnTo>
                  <a:cubicBezTo>
                    <a:pt x="45098" y="261980"/>
                    <a:pt x="40908" y="257831"/>
                    <a:pt x="40901" y="252710"/>
                  </a:cubicBezTo>
                  <a:lnTo>
                    <a:pt x="40901" y="195878"/>
                  </a:lnTo>
                  <a:cubicBezTo>
                    <a:pt x="59700" y="192423"/>
                    <a:pt x="72113" y="174523"/>
                    <a:pt x="68626" y="155898"/>
                  </a:cubicBezTo>
                  <a:cubicBezTo>
                    <a:pt x="67477" y="149763"/>
                    <a:pt x="64662" y="144055"/>
                    <a:pt x="60483" y="139389"/>
                  </a:cubicBezTo>
                  <a:lnTo>
                    <a:pt x="51079" y="147683"/>
                  </a:lnTo>
                  <a:cubicBezTo>
                    <a:pt x="59157" y="156698"/>
                    <a:pt x="58330" y="170493"/>
                    <a:pt x="49231" y="178497"/>
                  </a:cubicBezTo>
                  <a:cubicBezTo>
                    <a:pt x="40133" y="186501"/>
                    <a:pt x="26209" y="185681"/>
                    <a:pt x="18131" y="176667"/>
                  </a:cubicBezTo>
                  <a:cubicBezTo>
                    <a:pt x="10767" y="168450"/>
                    <a:pt x="10717" y="156090"/>
                    <a:pt x="18014" y="147814"/>
                  </a:cubicBezTo>
                  <a:lnTo>
                    <a:pt x="8535" y="139601"/>
                  </a:lnTo>
                  <a:cubicBezTo>
                    <a:pt x="-4036" y="153875"/>
                    <a:pt x="-2548" y="175542"/>
                    <a:pt x="11859" y="187996"/>
                  </a:cubicBezTo>
                  <a:cubicBezTo>
                    <a:pt x="16532" y="192036"/>
                    <a:pt x="22214" y="194758"/>
                    <a:pt x="28312" y="195878"/>
                  </a:cubicBezTo>
                  <a:lnTo>
                    <a:pt x="28312" y="252710"/>
                  </a:lnTo>
                  <a:cubicBezTo>
                    <a:pt x="28326" y="264717"/>
                    <a:pt x="38148" y="274445"/>
                    <a:pt x="50267" y="274456"/>
                  </a:cubicBezTo>
                  <a:lnTo>
                    <a:pt x="90211" y="274456"/>
                  </a:lnTo>
                  <a:lnTo>
                    <a:pt x="90211" y="405619"/>
                  </a:lnTo>
                  <a:cubicBezTo>
                    <a:pt x="60732" y="407357"/>
                    <a:pt x="38256" y="432443"/>
                    <a:pt x="40011" y="461650"/>
                  </a:cubicBezTo>
                  <a:cubicBezTo>
                    <a:pt x="41691" y="489627"/>
                    <a:pt x="65072" y="511466"/>
                    <a:pt x="93359" y="511481"/>
                  </a:cubicBezTo>
                  <a:lnTo>
                    <a:pt x="301075" y="511481"/>
                  </a:lnTo>
                  <a:cubicBezTo>
                    <a:pt x="330606" y="511466"/>
                    <a:pt x="354533" y="487734"/>
                    <a:pt x="354517" y="458475"/>
                  </a:cubicBezTo>
                  <a:cubicBezTo>
                    <a:pt x="354502" y="430449"/>
                    <a:pt x="332459" y="407284"/>
                    <a:pt x="304222" y="405619"/>
                  </a:cubicBezTo>
                  <a:lnTo>
                    <a:pt x="304222" y="268263"/>
                  </a:lnTo>
                  <a:lnTo>
                    <a:pt x="332616" y="268263"/>
                  </a:lnTo>
                  <a:cubicBezTo>
                    <a:pt x="337787" y="268270"/>
                    <a:pt x="341978" y="272420"/>
                    <a:pt x="341988" y="277543"/>
                  </a:cubicBezTo>
                  <a:lnTo>
                    <a:pt x="341988" y="334369"/>
                  </a:lnTo>
                  <a:cubicBezTo>
                    <a:pt x="323189" y="337823"/>
                    <a:pt x="310776" y="355723"/>
                    <a:pt x="314263" y="374349"/>
                  </a:cubicBezTo>
                  <a:cubicBezTo>
                    <a:pt x="315411" y="380480"/>
                    <a:pt x="318224" y="386185"/>
                    <a:pt x="322400" y="390851"/>
                  </a:cubicBezTo>
                  <a:lnTo>
                    <a:pt x="331804" y="382557"/>
                  </a:lnTo>
                  <a:cubicBezTo>
                    <a:pt x="323728" y="373541"/>
                    <a:pt x="324557" y="359745"/>
                    <a:pt x="333657" y="351743"/>
                  </a:cubicBezTo>
                  <a:cubicBezTo>
                    <a:pt x="342757" y="343741"/>
                    <a:pt x="356681" y="344563"/>
                    <a:pt x="364758" y="353579"/>
                  </a:cubicBezTo>
                  <a:cubicBezTo>
                    <a:pt x="372120" y="361798"/>
                    <a:pt x="372168" y="374159"/>
                    <a:pt x="364869" y="382432"/>
                  </a:cubicBezTo>
                  <a:lnTo>
                    <a:pt x="374348" y="390639"/>
                  </a:lnTo>
                  <a:cubicBezTo>
                    <a:pt x="386916" y="376364"/>
                    <a:pt x="385424" y="354697"/>
                    <a:pt x="371016" y="342245"/>
                  </a:cubicBezTo>
                  <a:cubicBezTo>
                    <a:pt x="366347" y="338209"/>
                    <a:pt x="360670" y="335489"/>
                    <a:pt x="354577" y="334369"/>
                  </a:cubicBezTo>
                  <a:close/>
                  <a:moveTo>
                    <a:pt x="184628" y="25045"/>
                  </a:moveTo>
                  <a:cubicBezTo>
                    <a:pt x="184628" y="18156"/>
                    <a:pt x="190264" y="12572"/>
                    <a:pt x="197217" y="12572"/>
                  </a:cubicBezTo>
                  <a:cubicBezTo>
                    <a:pt x="204169" y="12572"/>
                    <a:pt x="209805" y="18156"/>
                    <a:pt x="209805" y="25045"/>
                  </a:cubicBezTo>
                  <a:cubicBezTo>
                    <a:pt x="209805" y="31934"/>
                    <a:pt x="204169" y="37518"/>
                    <a:pt x="197217" y="37518"/>
                  </a:cubicBezTo>
                  <a:cubicBezTo>
                    <a:pt x="190264" y="37521"/>
                    <a:pt x="184625" y="31940"/>
                    <a:pt x="184621" y="25051"/>
                  </a:cubicBezTo>
                  <a:cubicBezTo>
                    <a:pt x="184621" y="25049"/>
                    <a:pt x="184621" y="25047"/>
                    <a:pt x="184621" y="25045"/>
                  </a:cubicBezTo>
                  <a:close/>
                  <a:moveTo>
                    <a:pt x="102800" y="331063"/>
                  </a:moveTo>
                  <a:lnTo>
                    <a:pt x="154257" y="331063"/>
                  </a:lnTo>
                  <a:lnTo>
                    <a:pt x="174764" y="287877"/>
                  </a:lnTo>
                  <a:lnTo>
                    <a:pt x="194032" y="361017"/>
                  </a:lnTo>
                  <a:lnTo>
                    <a:pt x="220034" y="308008"/>
                  </a:lnTo>
                  <a:lnTo>
                    <a:pt x="236399" y="346486"/>
                  </a:lnTo>
                  <a:lnTo>
                    <a:pt x="249089" y="333633"/>
                  </a:lnTo>
                  <a:cubicBezTo>
                    <a:pt x="250769" y="332107"/>
                    <a:pt x="252931" y="331205"/>
                    <a:pt x="255207" y="331082"/>
                  </a:cubicBezTo>
                  <a:lnTo>
                    <a:pt x="291614" y="331082"/>
                  </a:lnTo>
                  <a:lnTo>
                    <a:pt x="291614" y="405463"/>
                  </a:lnTo>
                  <a:lnTo>
                    <a:pt x="102781" y="405463"/>
                  </a:lnTo>
                  <a:close/>
                  <a:moveTo>
                    <a:pt x="143009" y="193427"/>
                  </a:moveTo>
                  <a:cubicBezTo>
                    <a:pt x="131236" y="193409"/>
                    <a:pt x="121697" y="183956"/>
                    <a:pt x="121683" y="172292"/>
                  </a:cubicBezTo>
                  <a:lnTo>
                    <a:pt x="121683" y="102307"/>
                  </a:lnTo>
                  <a:cubicBezTo>
                    <a:pt x="121697" y="90643"/>
                    <a:pt x="131236" y="81190"/>
                    <a:pt x="143009" y="81172"/>
                  </a:cubicBezTo>
                  <a:lnTo>
                    <a:pt x="251418" y="81172"/>
                  </a:lnTo>
                  <a:cubicBezTo>
                    <a:pt x="263192" y="81190"/>
                    <a:pt x="272732" y="90642"/>
                    <a:pt x="272750" y="102307"/>
                  </a:cubicBezTo>
                  <a:lnTo>
                    <a:pt x="272750" y="172292"/>
                  </a:lnTo>
                  <a:cubicBezTo>
                    <a:pt x="272732" y="183958"/>
                    <a:pt x="263192" y="193409"/>
                    <a:pt x="251418" y="193427"/>
                  </a:cubicBezTo>
                  <a:lnTo>
                    <a:pt x="143009" y="193427"/>
                  </a:lnTo>
                  <a:close/>
                  <a:moveTo>
                    <a:pt x="176231" y="205900"/>
                  </a:moveTo>
                  <a:lnTo>
                    <a:pt x="220292" y="205900"/>
                  </a:lnTo>
                  <a:lnTo>
                    <a:pt x="220292" y="224609"/>
                  </a:lnTo>
                  <a:lnTo>
                    <a:pt x="176231" y="224609"/>
                  </a:lnTo>
                  <a:close/>
                  <a:moveTo>
                    <a:pt x="163642" y="237081"/>
                  </a:moveTo>
                  <a:lnTo>
                    <a:pt x="291633" y="237081"/>
                  </a:lnTo>
                  <a:lnTo>
                    <a:pt x="291633" y="318591"/>
                  </a:lnTo>
                  <a:lnTo>
                    <a:pt x="255226" y="318591"/>
                  </a:lnTo>
                  <a:cubicBezTo>
                    <a:pt x="249829" y="318700"/>
                    <a:pt x="244655" y="320748"/>
                    <a:pt x="240667" y="324353"/>
                  </a:cubicBezTo>
                  <a:lnTo>
                    <a:pt x="220840" y="277792"/>
                  </a:lnTo>
                  <a:lnTo>
                    <a:pt x="197607" y="325189"/>
                  </a:lnTo>
                  <a:lnTo>
                    <a:pt x="178170" y="251425"/>
                  </a:lnTo>
                  <a:lnTo>
                    <a:pt x="146269" y="318591"/>
                  </a:lnTo>
                  <a:lnTo>
                    <a:pt x="102800" y="318591"/>
                  </a:lnTo>
                  <a:lnTo>
                    <a:pt x="102800" y="237081"/>
                  </a:lnTo>
                  <a:close/>
                  <a:moveTo>
                    <a:pt x="341988" y="458472"/>
                  </a:moveTo>
                  <a:cubicBezTo>
                    <a:pt x="341961" y="480848"/>
                    <a:pt x="323659" y="498981"/>
                    <a:pt x="301075" y="499009"/>
                  </a:cubicBezTo>
                  <a:lnTo>
                    <a:pt x="93359" y="499009"/>
                  </a:lnTo>
                  <a:cubicBezTo>
                    <a:pt x="70762" y="499009"/>
                    <a:pt x="52445" y="480860"/>
                    <a:pt x="52445" y="458472"/>
                  </a:cubicBezTo>
                  <a:cubicBezTo>
                    <a:pt x="52445" y="436084"/>
                    <a:pt x="70762" y="417936"/>
                    <a:pt x="93359" y="417936"/>
                  </a:cubicBezTo>
                  <a:lnTo>
                    <a:pt x="301075" y="417936"/>
                  </a:lnTo>
                  <a:cubicBezTo>
                    <a:pt x="323659" y="417963"/>
                    <a:pt x="341961" y="436096"/>
                    <a:pt x="341988" y="458472"/>
                  </a:cubicBezTo>
                  <a:close/>
                </a:path>
              </a:pathLst>
            </a:cu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67" name="Freeform: Shape 347">
              <a:extLst>
                <a:ext uri="{FF2B5EF4-FFF2-40B4-BE49-F238E27FC236}">
                  <a16:creationId xmlns:a16="http://schemas.microsoft.com/office/drawing/2014/main" id="{129EABC4-DE46-5471-64E1-A033A20904EE}"/>
                </a:ext>
              </a:extLst>
            </p:cNvPr>
            <p:cNvSpPr/>
            <p:nvPr/>
          </p:nvSpPr>
          <p:spPr>
            <a:xfrm>
              <a:off x="3571599" y="1855744"/>
              <a:ext cx="54132" cy="53632"/>
            </a:xfrm>
            <a:custGeom>
              <a:avLst/>
              <a:gdLst>
                <a:gd name="csX0" fmla="*/ 54132 w 54132"/>
                <a:gd name="csY0" fmla="*/ 26816 h 53632"/>
                <a:gd name="csX1" fmla="*/ 27066 w 54132"/>
                <a:gd name="csY1" fmla="*/ 0 h 53632"/>
                <a:gd name="csX2" fmla="*/ 0 w 54132"/>
                <a:gd name="csY2" fmla="*/ 26816 h 53632"/>
                <a:gd name="csX3" fmla="*/ 27066 w 54132"/>
                <a:gd name="csY3" fmla="*/ 53633 h 53632"/>
                <a:gd name="csX4" fmla="*/ 54132 w 54132"/>
                <a:gd name="csY4" fmla="*/ 26816 h 53632"/>
                <a:gd name="csX5" fmla="*/ 27066 w 54132"/>
                <a:gd name="csY5" fmla="*/ 45525 h 53632"/>
                <a:gd name="csX6" fmla="*/ 8183 w 54132"/>
                <a:gd name="csY6" fmla="*/ 26816 h 53632"/>
                <a:gd name="csX7" fmla="*/ 27066 w 54132"/>
                <a:gd name="csY7" fmla="*/ 8107 h 53632"/>
                <a:gd name="csX8" fmla="*/ 45949 w 54132"/>
                <a:gd name="csY8" fmla="*/ 26816 h 53632"/>
                <a:gd name="csX9" fmla="*/ 27066 w 54132"/>
                <a:gd name="csY9" fmla="*/ 45525 h 536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54132" h="53632">
                  <a:moveTo>
                    <a:pt x="54132" y="26816"/>
                  </a:moveTo>
                  <a:cubicBezTo>
                    <a:pt x="54132" y="12006"/>
                    <a:pt x="42014" y="0"/>
                    <a:pt x="27066" y="0"/>
                  </a:cubicBezTo>
                  <a:cubicBezTo>
                    <a:pt x="12118" y="0"/>
                    <a:pt x="0" y="12006"/>
                    <a:pt x="0" y="26816"/>
                  </a:cubicBezTo>
                  <a:cubicBezTo>
                    <a:pt x="0" y="41626"/>
                    <a:pt x="12118" y="53633"/>
                    <a:pt x="27066" y="53633"/>
                  </a:cubicBezTo>
                  <a:cubicBezTo>
                    <a:pt x="42014" y="53633"/>
                    <a:pt x="54132" y="41626"/>
                    <a:pt x="54132" y="26816"/>
                  </a:cubicBezTo>
                  <a:close/>
                  <a:moveTo>
                    <a:pt x="27066" y="45525"/>
                  </a:moveTo>
                  <a:cubicBezTo>
                    <a:pt x="16637" y="45525"/>
                    <a:pt x="8183" y="37149"/>
                    <a:pt x="8183" y="26816"/>
                  </a:cubicBezTo>
                  <a:cubicBezTo>
                    <a:pt x="8183" y="16483"/>
                    <a:pt x="16637" y="8107"/>
                    <a:pt x="27066" y="8107"/>
                  </a:cubicBezTo>
                  <a:cubicBezTo>
                    <a:pt x="37495" y="8107"/>
                    <a:pt x="45949" y="16483"/>
                    <a:pt x="45949" y="26816"/>
                  </a:cubicBezTo>
                  <a:cubicBezTo>
                    <a:pt x="45949" y="37149"/>
                    <a:pt x="37495" y="45525"/>
                    <a:pt x="27066" y="45525"/>
                  </a:cubicBezTo>
                  <a:close/>
                </a:path>
              </a:pathLst>
            </a:cu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68" name="Oval 348">
              <a:extLst>
                <a:ext uri="{FF2B5EF4-FFF2-40B4-BE49-F238E27FC236}">
                  <a16:creationId xmlns:a16="http://schemas.microsoft.com/office/drawing/2014/main" id="{5BAB2CA2-0990-3B93-F023-497A0523DCF4}"/>
                </a:ext>
              </a:extLst>
            </p:cNvPr>
            <p:cNvSpPr/>
            <p:nvPr/>
          </p:nvSpPr>
          <p:spPr>
            <a:xfrm>
              <a:off x="3589223" y="1873206"/>
              <a:ext cx="18883" cy="18709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69" name="Freeform: Shape 349">
              <a:extLst>
                <a:ext uri="{FF2B5EF4-FFF2-40B4-BE49-F238E27FC236}">
                  <a16:creationId xmlns:a16="http://schemas.microsoft.com/office/drawing/2014/main" id="{E1A2CA61-08A1-4A6A-60BE-BB6602C90190}"/>
                </a:ext>
              </a:extLst>
            </p:cNvPr>
            <p:cNvSpPr/>
            <p:nvPr/>
          </p:nvSpPr>
          <p:spPr>
            <a:xfrm>
              <a:off x="3508655" y="1855744"/>
              <a:ext cx="54132" cy="53632"/>
            </a:xfrm>
            <a:custGeom>
              <a:avLst/>
              <a:gdLst>
                <a:gd name="csX0" fmla="*/ 27066 w 54132"/>
                <a:gd name="csY0" fmla="*/ 0 h 53632"/>
                <a:gd name="csX1" fmla="*/ 0 w 54132"/>
                <a:gd name="csY1" fmla="*/ 26816 h 53632"/>
                <a:gd name="csX2" fmla="*/ 27066 w 54132"/>
                <a:gd name="csY2" fmla="*/ 53633 h 53632"/>
                <a:gd name="csX3" fmla="*/ 54132 w 54132"/>
                <a:gd name="csY3" fmla="*/ 26816 h 53632"/>
                <a:gd name="csX4" fmla="*/ 27066 w 54132"/>
                <a:gd name="csY4" fmla="*/ 0 h 53632"/>
                <a:gd name="csX5" fmla="*/ 27066 w 54132"/>
                <a:gd name="csY5" fmla="*/ 45525 h 53632"/>
                <a:gd name="csX6" fmla="*/ 8183 w 54132"/>
                <a:gd name="csY6" fmla="*/ 26816 h 53632"/>
                <a:gd name="csX7" fmla="*/ 27066 w 54132"/>
                <a:gd name="csY7" fmla="*/ 8107 h 53632"/>
                <a:gd name="csX8" fmla="*/ 45949 w 54132"/>
                <a:gd name="csY8" fmla="*/ 26816 h 53632"/>
                <a:gd name="csX9" fmla="*/ 27066 w 54132"/>
                <a:gd name="csY9" fmla="*/ 45525 h 536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54132" h="53632">
                  <a:moveTo>
                    <a:pt x="27066" y="0"/>
                  </a:moveTo>
                  <a:cubicBezTo>
                    <a:pt x="12118" y="0"/>
                    <a:pt x="0" y="12006"/>
                    <a:pt x="0" y="26816"/>
                  </a:cubicBezTo>
                  <a:cubicBezTo>
                    <a:pt x="0" y="41626"/>
                    <a:pt x="12118" y="53633"/>
                    <a:pt x="27066" y="53633"/>
                  </a:cubicBezTo>
                  <a:cubicBezTo>
                    <a:pt x="42014" y="53633"/>
                    <a:pt x="54132" y="41626"/>
                    <a:pt x="54132" y="26816"/>
                  </a:cubicBezTo>
                  <a:cubicBezTo>
                    <a:pt x="54132" y="12006"/>
                    <a:pt x="42014" y="0"/>
                    <a:pt x="27066" y="0"/>
                  </a:cubicBezTo>
                  <a:close/>
                  <a:moveTo>
                    <a:pt x="27066" y="45525"/>
                  </a:moveTo>
                  <a:cubicBezTo>
                    <a:pt x="16637" y="45525"/>
                    <a:pt x="8183" y="37149"/>
                    <a:pt x="8183" y="26816"/>
                  </a:cubicBezTo>
                  <a:cubicBezTo>
                    <a:pt x="8183" y="16483"/>
                    <a:pt x="16637" y="8107"/>
                    <a:pt x="27066" y="8107"/>
                  </a:cubicBezTo>
                  <a:cubicBezTo>
                    <a:pt x="37495" y="8107"/>
                    <a:pt x="45949" y="16483"/>
                    <a:pt x="45949" y="26816"/>
                  </a:cubicBezTo>
                  <a:cubicBezTo>
                    <a:pt x="45949" y="37149"/>
                    <a:pt x="37495" y="45525"/>
                    <a:pt x="27066" y="45525"/>
                  </a:cubicBezTo>
                  <a:close/>
                </a:path>
              </a:pathLst>
            </a:cu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70" name="Oval 350">
              <a:extLst>
                <a:ext uri="{FF2B5EF4-FFF2-40B4-BE49-F238E27FC236}">
                  <a16:creationId xmlns:a16="http://schemas.microsoft.com/office/drawing/2014/main" id="{E9AC2A6F-FB7B-A745-041B-01E58918A07D}"/>
                </a:ext>
              </a:extLst>
            </p:cNvPr>
            <p:cNvSpPr/>
            <p:nvPr/>
          </p:nvSpPr>
          <p:spPr>
            <a:xfrm>
              <a:off x="3526279" y="1873206"/>
              <a:ext cx="18883" cy="18709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71" name="Oval 351">
              <a:extLst>
                <a:ext uri="{FF2B5EF4-FFF2-40B4-BE49-F238E27FC236}">
                  <a16:creationId xmlns:a16="http://schemas.microsoft.com/office/drawing/2014/main" id="{9CDA9AE4-6112-8733-4EC7-AABA869103B8}"/>
                </a:ext>
              </a:extLst>
            </p:cNvPr>
            <p:cNvSpPr/>
            <p:nvPr/>
          </p:nvSpPr>
          <p:spPr>
            <a:xfrm>
              <a:off x="3554610" y="2191261"/>
              <a:ext cx="25177" cy="24945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72" name="Oval 352">
              <a:extLst>
                <a:ext uri="{FF2B5EF4-FFF2-40B4-BE49-F238E27FC236}">
                  <a16:creationId xmlns:a16="http://schemas.microsoft.com/office/drawing/2014/main" id="{DCC09317-029A-CBD6-C86B-D8D5FD1CC2AB}"/>
                </a:ext>
              </a:extLst>
            </p:cNvPr>
            <p:cNvSpPr/>
            <p:nvPr/>
          </p:nvSpPr>
          <p:spPr>
            <a:xfrm>
              <a:off x="3463341" y="2191261"/>
              <a:ext cx="25177" cy="24945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73" name="Oval 353">
              <a:extLst>
                <a:ext uri="{FF2B5EF4-FFF2-40B4-BE49-F238E27FC236}">
                  <a16:creationId xmlns:a16="http://schemas.microsoft.com/office/drawing/2014/main" id="{762B6ADC-2A2F-C0DE-2903-58E23483CA8E}"/>
                </a:ext>
              </a:extLst>
            </p:cNvPr>
            <p:cNvSpPr/>
            <p:nvPr/>
          </p:nvSpPr>
          <p:spPr>
            <a:xfrm>
              <a:off x="3645880" y="2191261"/>
              <a:ext cx="25177" cy="24945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sp>
        <p:nvSpPr>
          <p:cNvPr id="2074" name="TextBox 2073"/>
          <p:cNvSpPr txBox="1"/>
          <p:nvPr/>
        </p:nvSpPr>
        <p:spPr>
          <a:xfrm>
            <a:off x="4800600" y="3483864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000000"/>
                </a:solidFill>
                <a:latin typeface="Segoe UI"/>
                <a:cs typeface="Segoe UI"/>
              </a:rPr>
              <a:t>CONTROLLED EXECUTION</a:t>
            </a:r>
          </a:p>
          <a:p>
            <a:pPr algn="ctr">
              <a:buNone/>
            </a:pPr>
            <a:r>
              <a:rPr lang="en-US" sz="900" b="0" i="0">
                <a:solidFill>
                  <a:srgbClr val="4A4A5E"/>
                </a:solidFill>
                <a:latin typeface="Calibri"/>
                <a:cs typeface="Calibri"/>
              </a:rPr>
              <a:t>Environment-scoped permissions</a:t>
            </a:r>
          </a:p>
        </p:txBody>
      </p:sp>
      <p:grpSp>
        <p:nvGrpSpPr>
          <p:cNvPr id="2074" name="Graphic 172" descr="Database outline">
            <a:extLst>
              <a:ext uri="{FF2B5EF4-FFF2-40B4-BE49-F238E27FC236}">
                <a16:creationId xmlns:a16="http://schemas.microsoft.com/office/drawing/2014/main" id="{90AD51F0-5B63-7CB3-2964-A0B1F817D8BF}"/>
              </a:ext>
            </a:extLst>
          </p:cNvPr>
          <p:cNvGrpSpPr/>
          <p:nvPr/>
        </p:nvGrpSpPr>
        <p:grpSpPr>
          <a:xfrm>
            <a:off x="6997647" y="2971800"/>
            <a:ext cx="360784" cy="457200"/>
            <a:chOff x="6420991" y="1930381"/>
            <a:chExt cx="277811" cy="352053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2075" name="Freeform: Shape 441">
              <a:extLst>
                <a:ext uri="{FF2B5EF4-FFF2-40B4-BE49-F238E27FC236}">
                  <a16:creationId xmlns:a16="http://schemas.microsoft.com/office/drawing/2014/main" id="{34703073-93F7-C5B2-1363-0DD9CD13BCA7}"/>
                </a:ext>
              </a:extLst>
            </p:cNvPr>
            <p:cNvSpPr/>
            <p:nvPr/>
          </p:nvSpPr>
          <p:spPr>
            <a:xfrm>
              <a:off x="6420991" y="1930381"/>
              <a:ext cx="277811" cy="352053"/>
            </a:xfrm>
            <a:custGeom>
              <a:avLst/>
              <a:gdLst>
                <a:gd name="csX0" fmla="*/ 277812 w 277811"/>
                <a:gd name="csY0" fmla="*/ 311432 h 352053"/>
                <a:gd name="csX1" fmla="*/ 277812 w 277811"/>
                <a:gd name="csY1" fmla="*/ 40622 h 352053"/>
                <a:gd name="csX2" fmla="*/ 138906 w 277811"/>
                <a:gd name="csY2" fmla="*/ 0 h 352053"/>
                <a:gd name="csX3" fmla="*/ 0 w 277811"/>
                <a:gd name="csY3" fmla="*/ 40622 h 352053"/>
                <a:gd name="csX4" fmla="*/ 0 w 277811"/>
                <a:gd name="csY4" fmla="*/ 311432 h 352053"/>
                <a:gd name="csX5" fmla="*/ 138906 w 277811"/>
                <a:gd name="csY5" fmla="*/ 352054 h 352053"/>
                <a:gd name="csX6" fmla="*/ 277812 w 277811"/>
                <a:gd name="csY6" fmla="*/ 311432 h 352053"/>
                <a:gd name="csX7" fmla="*/ 138906 w 277811"/>
                <a:gd name="csY7" fmla="*/ 9027 h 352053"/>
                <a:gd name="csX8" fmla="*/ 268232 w 277811"/>
                <a:gd name="csY8" fmla="*/ 40622 h 352053"/>
                <a:gd name="csX9" fmla="*/ 138906 w 277811"/>
                <a:gd name="csY9" fmla="*/ 72216 h 352053"/>
                <a:gd name="csX10" fmla="*/ 9580 w 277811"/>
                <a:gd name="csY10" fmla="*/ 40622 h 352053"/>
                <a:gd name="csX11" fmla="*/ 138906 w 277811"/>
                <a:gd name="csY11" fmla="*/ 9027 h 352053"/>
                <a:gd name="csX12" fmla="*/ 9580 w 277811"/>
                <a:gd name="csY12" fmla="*/ 56238 h 352053"/>
                <a:gd name="csX13" fmla="*/ 138906 w 277811"/>
                <a:gd name="csY13" fmla="*/ 81243 h 352053"/>
                <a:gd name="csX14" fmla="*/ 268232 w 277811"/>
                <a:gd name="csY14" fmla="*/ 56238 h 352053"/>
                <a:gd name="csX15" fmla="*/ 268232 w 277811"/>
                <a:gd name="csY15" fmla="*/ 130892 h 352053"/>
                <a:gd name="csX16" fmla="*/ 138906 w 277811"/>
                <a:gd name="csY16" fmla="*/ 162486 h 352053"/>
                <a:gd name="csX17" fmla="*/ 9580 w 277811"/>
                <a:gd name="csY17" fmla="*/ 130892 h 352053"/>
                <a:gd name="csX18" fmla="*/ 9580 w 277811"/>
                <a:gd name="csY18" fmla="*/ 146509 h 352053"/>
                <a:gd name="csX19" fmla="*/ 138906 w 277811"/>
                <a:gd name="csY19" fmla="*/ 171513 h 352053"/>
                <a:gd name="csX20" fmla="*/ 268232 w 277811"/>
                <a:gd name="csY20" fmla="*/ 146509 h 352053"/>
                <a:gd name="csX21" fmla="*/ 268232 w 277811"/>
                <a:gd name="csY21" fmla="*/ 221162 h 352053"/>
                <a:gd name="csX22" fmla="*/ 138906 w 277811"/>
                <a:gd name="csY22" fmla="*/ 252757 h 352053"/>
                <a:gd name="csX23" fmla="*/ 9580 w 277811"/>
                <a:gd name="csY23" fmla="*/ 221162 h 352053"/>
                <a:gd name="csX24" fmla="*/ 9580 w 277811"/>
                <a:gd name="csY24" fmla="*/ 311432 h 352053"/>
                <a:gd name="csX25" fmla="*/ 9580 w 277811"/>
                <a:gd name="csY25" fmla="*/ 236779 h 352053"/>
                <a:gd name="csX26" fmla="*/ 138906 w 277811"/>
                <a:gd name="csY26" fmla="*/ 261784 h 352053"/>
                <a:gd name="csX27" fmla="*/ 268232 w 277811"/>
                <a:gd name="csY27" fmla="*/ 236779 h 352053"/>
                <a:gd name="csX28" fmla="*/ 268232 w 277811"/>
                <a:gd name="csY28" fmla="*/ 311432 h 352053"/>
                <a:gd name="csX29" fmla="*/ 138906 w 277811"/>
                <a:gd name="csY29" fmla="*/ 343027 h 352053"/>
                <a:gd name="csX30" fmla="*/ 9580 w 277811"/>
                <a:gd name="csY30" fmla="*/ 311432 h 3520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277811" h="352053">
                  <a:moveTo>
                    <a:pt x="277812" y="311432"/>
                  </a:moveTo>
                  <a:lnTo>
                    <a:pt x="277812" y="40622"/>
                  </a:lnTo>
                  <a:cubicBezTo>
                    <a:pt x="277812" y="14236"/>
                    <a:pt x="206246" y="0"/>
                    <a:pt x="138906" y="0"/>
                  </a:cubicBezTo>
                  <a:cubicBezTo>
                    <a:pt x="71565" y="0"/>
                    <a:pt x="0" y="14236"/>
                    <a:pt x="0" y="40622"/>
                  </a:cubicBezTo>
                  <a:lnTo>
                    <a:pt x="0" y="311432"/>
                  </a:lnTo>
                  <a:cubicBezTo>
                    <a:pt x="0" y="337818"/>
                    <a:pt x="71565" y="352054"/>
                    <a:pt x="138906" y="352054"/>
                  </a:cubicBezTo>
                  <a:cubicBezTo>
                    <a:pt x="206246" y="352054"/>
                    <a:pt x="277812" y="337818"/>
                    <a:pt x="277812" y="311432"/>
                  </a:cubicBezTo>
                  <a:close/>
                  <a:moveTo>
                    <a:pt x="138906" y="9027"/>
                  </a:moveTo>
                  <a:cubicBezTo>
                    <a:pt x="212923" y="9027"/>
                    <a:pt x="268232" y="25727"/>
                    <a:pt x="268232" y="40622"/>
                  </a:cubicBezTo>
                  <a:cubicBezTo>
                    <a:pt x="268232" y="55516"/>
                    <a:pt x="212923" y="72216"/>
                    <a:pt x="138906" y="72216"/>
                  </a:cubicBezTo>
                  <a:cubicBezTo>
                    <a:pt x="64888" y="72216"/>
                    <a:pt x="9580" y="55516"/>
                    <a:pt x="9580" y="40622"/>
                  </a:cubicBezTo>
                  <a:cubicBezTo>
                    <a:pt x="9580" y="25727"/>
                    <a:pt x="64888" y="9027"/>
                    <a:pt x="138906" y="9027"/>
                  </a:cubicBezTo>
                  <a:close/>
                  <a:moveTo>
                    <a:pt x="9580" y="56238"/>
                  </a:moveTo>
                  <a:cubicBezTo>
                    <a:pt x="31273" y="72577"/>
                    <a:pt x="86375" y="81243"/>
                    <a:pt x="138906" y="81243"/>
                  </a:cubicBezTo>
                  <a:cubicBezTo>
                    <a:pt x="191436" y="81243"/>
                    <a:pt x="246539" y="72577"/>
                    <a:pt x="268232" y="56238"/>
                  </a:cubicBezTo>
                  <a:lnTo>
                    <a:pt x="268232" y="130892"/>
                  </a:lnTo>
                  <a:cubicBezTo>
                    <a:pt x="268232" y="145786"/>
                    <a:pt x="212923" y="162486"/>
                    <a:pt x="138906" y="162486"/>
                  </a:cubicBezTo>
                  <a:cubicBezTo>
                    <a:pt x="64888" y="162486"/>
                    <a:pt x="9580" y="145786"/>
                    <a:pt x="9580" y="130892"/>
                  </a:cubicBezTo>
                  <a:close/>
                  <a:moveTo>
                    <a:pt x="9580" y="146509"/>
                  </a:moveTo>
                  <a:cubicBezTo>
                    <a:pt x="31273" y="162847"/>
                    <a:pt x="86375" y="171513"/>
                    <a:pt x="138906" y="171513"/>
                  </a:cubicBezTo>
                  <a:cubicBezTo>
                    <a:pt x="191436" y="171513"/>
                    <a:pt x="246539" y="162847"/>
                    <a:pt x="268232" y="146509"/>
                  </a:cubicBezTo>
                  <a:lnTo>
                    <a:pt x="268232" y="221162"/>
                  </a:lnTo>
                  <a:cubicBezTo>
                    <a:pt x="268232" y="236057"/>
                    <a:pt x="212923" y="252757"/>
                    <a:pt x="138906" y="252757"/>
                  </a:cubicBezTo>
                  <a:cubicBezTo>
                    <a:pt x="64888" y="252757"/>
                    <a:pt x="9580" y="236057"/>
                    <a:pt x="9580" y="221162"/>
                  </a:cubicBezTo>
                  <a:close/>
                  <a:moveTo>
                    <a:pt x="9580" y="311432"/>
                  </a:moveTo>
                  <a:lnTo>
                    <a:pt x="9580" y="236779"/>
                  </a:lnTo>
                  <a:cubicBezTo>
                    <a:pt x="31273" y="253118"/>
                    <a:pt x="86375" y="261784"/>
                    <a:pt x="138906" y="261784"/>
                  </a:cubicBezTo>
                  <a:cubicBezTo>
                    <a:pt x="191436" y="261784"/>
                    <a:pt x="246539" y="253118"/>
                    <a:pt x="268232" y="236779"/>
                  </a:cubicBezTo>
                  <a:lnTo>
                    <a:pt x="268232" y="311432"/>
                  </a:lnTo>
                  <a:cubicBezTo>
                    <a:pt x="268232" y="326327"/>
                    <a:pt x="212923" y="343027"/>
                    <a:pt x="138906" y="343027"/>
                  </a:cubicBezTo>
                  <a:cubicBezTo>
                    <a:pt x="64888" y="343027"/>
                    <a:pt x="9580" y="326327"/>
                    <a:pt x="9580" y="31143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76" name="Oval 442">
              <a:extLst>
                <a:ext uri="{FF2B5EF4-FFF2-40B4-BE49-F238E27FC236}">
                  <a16:creationId xmlns:a16="http://schemas.microsoft.com/office/drawing/2014/main" id="{DA900CF8-54F0-701B-B1AA-21B525CF4117}"/>
                </a:ext>
              </a:extLst>
            </p:cNvPr>
            <p:cNvSpPr/>
            <p:nvPr/>
          </p:nvSpPr>
          <p:spPr>
            <a:xfrm>
              <a:off x="6646114" y="2038705"/>
              <a:ext cx="19159" cy="18054"/>
            </a:xfrm>
            <a:prstGeom prst="ellipse">
              <a:avLst/>
            </a:prstGeom>
            <a:grpFill/>
            <a:ln w="47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77" name="Oval 443">
              <a:extLst>
                <a:ext uri="{FF2B5EF4-FFF2-40B4-BE49-F238E27FC236}">
                  <a16:creationId xmlns:a16="http://schemas.microsoft.com/office/drawing/2014/main" id="{E2C923E9-883F-BDB7-331F-5974FBD01B45}"/>
                </a:ext>
              </a:extLst>
            </p:cNvPr>
            <p:cNvSpPr/>
            <p:nvPr/>
          </p:nvSpPr>
          <p:spPr>
            <a:xfrm>
              <a:off x="6646114" y="2128975"/>
              <a:ext cx="19159" cy="18054"/>
            </a:xfrm>
            <a:prstGeom prst="ellipse">
              <a:avLst/>
            </a:prstGeom>
            <a:grpFill/>
            <a:ln w="47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78" name="Oval 444">
              <a:extLst>
                <a:ext uri="{FF2B5EF4-FFF2-40B4-BE49-F238E27FC236}">
                  <a16:creationId xmlns:a16="http://schemas.microsoft.com/office/drawing/2014/main" id="{B74D6146-3C4F-CEF8-D662-11F6B7AEB0CF}"/>
                </a:ext>
              </a:extLst>
            </p:cNvPr>
            <p:cNvSpPr/>
            <p:nvPr/>
          </p:nvSpPr>
          <p:spPr>
            <a:xfrm>
              <a:off x="6646114" y="2219245"/>
              <a:ext cx="19159" cy="18054"/>
            </a:xfrm>
            <a:prstGeom prst="ellipse">
              <a:avLst/>
            </a:prstGeom>
            <a:grpFill/>
            <a:ln w="47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sp>
        <p:nvSpPr>
          <p:cNvPr id="2079" name="TextBox 2078"/>
          <p:cNvSpPr txBox="1"/>
          <p:nvPr/>
        </p:nvSpPr>
        <p:spPr>
          <a:xfrm>
            <a:off x="6583679" y="3483864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000000"/>
                </a:solidFill>
                <a:latin typeface="Segoe UI"/>
                <a:cs typeface="Segoe UI"/>
              </a:rPr>
              <a:t>INT · CRT · PRD</a:t>
            </a:r>
          </a:p>
          <a:p>
            <a:pPr algn="ctr">
              <a:buNone/>
            </a:pPr>
            <a:r>
              <a:rPr lang="en-US" sz="900" b="0" i="0">
                <a:solidFill>
                  <a:srgbClr val="4A4A5E"/>
                </a:solidFill>
                <a:latin typeface="Calibri"/>
                <a:cs typeface="Calibri"/>
              </a:rPr>
              <a:t>Raw outputs captured</a:t>
            </a:r>
          </a:p>
        </p:txBody>
      </p:sp>
      <p:cxnSp>
        <p:nvCxnSpPr>
          <p:cNvPr id="2080" name="Connector 2079"/>
          <p:cNvCxnSpPr/>
          <p:nvPr/>
        </p:nvCxnSpPr>
        <p:spPr>
          <a:xfrm flipH="1">
            <a:off x="4251960" y="3502152"/>
            <a:ext cx="365760" cy="0"/>
          </a:xfrm>
          <a:prstGeom prst="line">
            <a:avLst/>
          </a:prstGeom>
          <a:ln w="19050">
            <a:solidFill>
              <a:srgbClr val="00B050"/>
            </a:solidFill>
            <a:tailEnd type="triangle"/>
          </a:ln>
        </p:spPr>
      </p:cxnSp>
      <p:sp>
        <p:nvSpPr>
          <p:cNvPr id="2081" name="Process 2080"/>
          <p:cNvSpPr/>
          <p:nvPr/>
        </p:nvSpPr>
        <p:spPr>
          <a:xfrm>
            <a:off x="274320" y="2788920"/>
            <a:ext cx="3931920" cy="1417320"/>
          </a:xfrm>
          <a:prstGeom prst="flowChartProcess">
            <a:avLst/>
          </a:prstGeom>
          <a:noFill/>
          <a:ln w="12700" cap="flat" cmpd="sng" algn="ctr">
            <a:gradFill>
              <a:gsLst>
                <a:gs pos="0">
                  <a:srgbClr val="7030A0"/>
                </a:gs>
                <a:gs pos="100000">
                  <a:srgbClr val="00B0F0"/>
                </a:gs>
              </a:gsLst>
              <a:lin ang="5400000" scaled="1"/>
            </a:gra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079" name="Graphic 124" descr="Robot outline">
            <a:extLst>
              <a:ext uri="{FF2B5EF4-FFF2-40B4-BE49-F238E27FC236}">
                <a16:creationId xmlns:a16="http://schemas.microsoft.com/office/drawing/2014/main" id="{31E61052-8C17-CB8F-37F7-B5AA808427F0}"/>
              </a:ext>
            </a:extLst>
          </p:cNvPr>
          <p:cNvGrpSpPr/>
          <p:nvPr/>
        </p:nvGrpSpPr>
        <p:grpSpPr>
          <a:xfrm>
            <a:off x="1063317" y="2971800"/>
            <a:ext cx="342245" cy="457200"/>
            <a:chOff x="3369983" y="1745261"/>
            <a:chExt cx="382878" cy="511481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2080" name="Freeform: Shape 346">
              <a:extLst>
                <a:ext uri="{FF2B5EF4-FFF2-40B4-BE49-F238E27FC236}">
                  <a16:creationId xmlns:a16="http://schemas.microsoft.com/office/drawing/2014/main" id="{11E52BB4-1DFE-4759-731D-23B2229F5ED7}"/>
                </a:ext>
              </a:extLst>
            </p:cNvPr>
            <p:cNvSpPr/>
            <p:nvPr/>
          </p:nvSpPr>
          <p:spPr>
            <a:xfrm>
              <a:off x="3369983" y="1745261"/>
              <a:ext cx="382878" cy="511481"/>
            </a:xfrm>
            <a:custGeom>
              <a:avLst/>
              <a:gdLst>
                <a:gd name="csX0" fmla="*/ 354577 w 382878"/>
                <a:gd name="csY0" fmla="*/ 334369 h 511481"/>
                <a:gd name="csX1" fmla="*/ 354577 w 382878"/>
                <a:gd name="csY1" fmla="*/ 277543 h 511481"/>
                <a:gd name="csX2" fmla="*/ 332616 w 382878"/>
                <a:gd name="csY2" fmla="*/ 255790 h 511481"/>
                <a:gd name="csX3" fmla="*/ 304222 w 382878"/>
                <a:gd name="csY3" fmla="*/ 255790 h 511481"/>
                <a:gd name="csX4" fmla="*/ 304222 w 382878"/>
                <a:gd name="csY4" fmla="*/ 224609 h 511481"/>
                <a:gd name="csX5" fmla="*/ 232881 w 382878"/>
                <a:gd name="csY5" fmla="*/ 224609 h 511481"/>
                <a:gd name="csX6" fmla="*/ 232881 w 382878"/>
                <a:gd name="csY6" fmla="*/ 205900 h 511481"/>
                <a:gd name="csX7" fmla="*/ 251418 w 382878"/>
                <a:gd name="csY7" fmla="*/ 205900 h 511481"/>
                <a:gd name="csX8" fmla="*/ 285339 w 382878"/>
                <a:gd name="csY8" fmla="*/ 172292 h 511481"/>
                <a:gd name="csX9" fmla="*/ 285339 w 382878"/>
                <a:gd name="csY9" fmla="*/ 102307 h 511481"/>
                <a:gd name="csX10" fmla="*/ 251418 w 382878"/>
                <a:gd name="csY10" fmla="*/ 68700 h 511481"/>
                <a:gd name="csX11" fmla="*/ 203511 w 382878"/>
                <a:gd name="csY11" fmla="*/ 68700 h 511481"/>
                <a:gd name="csX12" fmla="*/ 203511 w 382878"/>
                <a:gd name="csY12" fmla="*/ 49105 h 511481"/>
                <a:gd name="csX13" fmla="*/ 221595 w 382878"/>
                <a:gd name="csY13" fmla="*/ 18715 h 511481"/>
                <a:gd name="csX14" fmla="*/ 190922 w 382878"/>
                <a:gd name="csY14" fmla="*/ 798 h 511481"/>
                <a:gd name="csX15" fmla="*/ 172838 w 382878"/>
                <a:gd name="csY15" fmla="*/ 31188 h 511481"/>
                <a:gd name="csX16" fmla="*/ 190922 w 382878"/>
                <a:gd name="csY16" fmla="*/ 49105 h 511481"/>
                <a:gd name="csX17" fmla="*/ 190922 w 382878"/>
                <a:gd name="csY17" fmla="*/ 68700 h 511481"/>
                <a:gd name="csX18" fmla="*/ 143009 w 382878"/>
                <a:gd name="csY18" fmla="*/ 68700 h 511481"/>
                <a:gd name="csX19" fmla="*/ 109095 w 382878"/>
                <a:gd name="csY19" fmla="*/ 102307 h 511481"/>
                <a:gd name="csX20" fmla="*/ 109095 w 382878"/>
                <a:gd name="csY20" fmla="*/ 172292 h 511481"/>
                <a:gd name="csX21" fmla="*/ 143009 w 382878"/>
                <a:gd name="csY21" fmla="*/ 205900 h 511481"/>
                <a:gd name="csX22" fmla="*/ 163642 w 382878"/>
                <a:gd name="csY22" fmla="*/ 205900 h 511481"/>
                <a:gd name="csX23" fmla="*/ 163642 w 382878"/>
                <a:gd name="csY23" fmla="*/ 224609 h 511481"/>
                <a:gd name="csX24" fmla="*/ 90211 w 382878"/>
                <a:gd name="csY24" fmla="*/ 224609 h 511481"/>
                <a:gd name="csX25" fmla="*/ 90211 w 382878"/>
                <a:gd name="csY25" fmla="*/ 261983 h 511481"/>
                <a:gd name="csX26" fmla="*/ 50267 w 382878"/>
                <a:gd name="csY26" fmla="*/ 261983 h 511481"/>
                <a:gd name="csX27" fmla="*/ 40901 w 382878"/>
                <a:gd name="csY27" fmla="*/ 252710 h 511481"/>
                <a:gd name="csX28" fmla="*/ 40901 w 382878"/>
                <a:gd name="csY28" fmla="*/ 195878 h 511481"/>
                <a:gd name="csX29" fmla="*/ 68626 w 382878"/>
                <a:gd name="csY29" fmla="*/ 155898 h 511481"/>
                <a:gd name="csX30" fmla="*/ 60483 w 382878"/>
                <a:gd name="csY30" fmla="*/ 139389 h 511481"/>
                <a:gd name="csX31" fmla="*/ 51079 w 382878"/>
                <a:gd name="csY31" fmla="*/ 147683 h 511481"/>
                <a:gd name="csX32" fmla="*/ 49231 w 382878"/>
                <a:gd name="csY32" fmla="*/ 178497 h 511481"/>
                <a:gd name="csX33" fmla="*/ 18131 w 382878"/>
                <a:gd name="csY33" fmla="*/ 176667 h 511481"/>
                <a:gd name="csX34" fmla="*/ 18014 w 382878"/>
                <a:gd name="csY34" fmla="*/ 147814 h 511481"/>
                <a:gd name="csX35" fmla="*/ 8535 w 382878"/>
                <a:gd name="csY35" fmla="*/ 139601 h 511481"/>
                <a:gd name="csX36" fmla="*/ 11859 w 382878"/>
                <a:gd name="csY36" fmla="*/ 187996 h 511481"/>
                <a:gd name="csX37" fmla="*/ 28312 w 382878"/>
                <a:gd name="csY37" fmla="*/ 195878 h 511481"/>
                <a:gd name="csX38" fmla="*/ 28312 w 382878"/>
                <a:gd name="csY38" fmla="*/ 252710 h 511481"/>
                <a:gd name="csX39" fmla="*/ 50267 w 382878"/>
                <a:gd name="csY39" fmla="*/ 274456 h 511481"/>
                <a:gd name="csX40" fmla="*/ 90211 w 382878"/>
                <a:gd name="csY40" fmla="*/ 274456 h 511481"/>
                <a:gd name="csX41" fmla="*/ 90211 w 382878"/>
                <a:gd name="csY41" fmla="*/ 405619 h 511481"/>
                <a:gd name="csX42" fmla="*/ 40011 w 382878"/>
                <a:gd name="csY42" fmla="*/ 461650 h 511481"/>
                <a:gd name="csX43" fmla="*/ 93359 w 382878"/>
                <a:gd name="csY43" fmla="*/ 511481 h 511481"/>
                <a:gd name="csX44" fmla="*/ 301075 w 382878"/>
                <a:gd name="csY44" fmla="*/ 511481 h 511481"/>
                <a:gd name="csX45" fmla="*/ 354517 w 382878"/>
                <a:gd name="csY45" fmla="*/ 458475 h 511481"/>
                <a:gd name="csX46" fmla="*/ 304222 w 382878"/>
                <a:gd name="csY46" fmla="*/ 405619 h 511481"/>
                <a:gd name="csX47" fmla="*/ 304222 w 382878"/>
                <a:gd name="csY47" fmla="*/ 268263 h 511481"/>
                <a:gd name="csX48" fmla="*/ 332616 w 382878"/>
                <a:gd name="csY48" fmla="*/ 268263 h 511481"/>
                <a:gd name="csX49" fmla="*/ 341988 w 382878"/>
                <a:gd name="csY49" fmla="*/ 277543 h 511481"/>
                <a:gd name="csX50" fmla="*/ 341988 w 382878"/>
                <a:gd name="csY50" fmla="*/ 334369 h 511481"/>
                <a:gd name="csX51" fmla="*/ 314263 w 382878"/>
                <a:gd name="csY51" fmla="*/ 374349 h 511481"/>
                <a:gd name="csX52" fmla="*/ 322400 w 382878"/>
                <a:gd name="csY52" fmla="*/ 390851 h 511481"/>
                <a:gd name="csX53" fmla="*/ 331804 w 382878"/>
                <a:gd name="csY53" fmla="*/ 382557 h 511481"/>
                <a:gd name="csX54" fmla="*/ 333657 w 382878"/>
                <a:gd name="csY54" fmla="*/ 351743 h 511481"/>
                <a:gd name="csX55" fmla="*/ 364758 w 382878"/>
                <a:gd name="csY55" fmla="*/ 353579 h 511481"/>
                <a:gd name="csX56" fmla="*/ 364869 w 382878"/>
                <a:gd name="csY56" fmla="*/ 382432 h 511481"/>
                <a:gd name="csX57" fmla="*/ 374348 w 382878"/>
                <a:gd name="csY57" fmla="*/ 390639 h 511481"/>
                <a:gd name="csX58" fmla="*/ 371016 w 382878"/>
                <a:gd name="csY58" fmla="*/ 342245 h 511481"/>
                <a:gd name="csX59" fmla="*/ 354577 w 382878"/>
                <a:gd name="csY59" fmla="*/ 334369 h 511481"/>
                <a:gd name="csX60" fmla="*/ 184628 w 382878"/>
                <a:gd name="csY60" fmla="*/ 25045 h 511481"/>
                <a:gd name="csX61" fmla="*/ 197217 w 382878"/>
                <a:gd name="csY61" fmla="*/ 12572 h 511481"/>
                <a:gd name="csX62" fmla="*/ 209805 w 382878"/>
                <a:gd name="csY62" fmla="*/ 25045 h 511481"/>
                <a:gd name="csX63" fmla="*/ 197217 w 382878"/>
                <a:gd name="csY63" fmla="*/ 37518 h 511481"/>
                <a:gd name="csX64" fmla="*/ 184621 w 382878"/>
                <a:gd name="csY64" fmla="*/ 25051 h 511481"/>
                <a:gd name="csX65" fmla="*/ 184621 w 382878"/>
                <a:gd name="csY65" fmla="*/ 25045 h 511481"/>
                <a:gd name="csX66" fmla="*/ 102800 w 382878"/>
                <a:gd name="csY66" fmla="*/ 331063 h 511481"/>
                <a:gd name="csX67" fmla="*/ 154257 w 382878"/>
                <a:gd name="csY67" fmla="*/ 331063 h 511481"/>
                <a:gd name="csX68" fmla="*/ 174764 w 382878"/>
                <a:gd name="csY68" fmla="*/ 287877 h 511481"/>
                <a:gd name="csX69" fmla="*/ 194032 w 382878"/>
                <a:gd name="csY69" fmla="*/ 361017 h 511481"/>
                <a:gd name="csX70" fmla="*/ 220034 w 382878"/>
                <a:gd name="csY70" fmla="*/ 308008 h 511481"/>
                <a:gd name="csX71" fmla="*/ 236399 w 382878"/>
                <a:gd name="csY71" fmla="*/ 346486 h 511481"/>
                <a:gd name="csX72" fmla="*/ 249089 w 382878"/>
                <a:gd name="csY72" fmla="*/ 333633 h 511481"/>
                <a:gd name="csX73" fmla="*/ 255207 w 382878"/>
                <a:gd name="csY73" fmla="*/ 331082 h 511481"/>
                <a:gd name="csX74" fmla="*/ 291614 w 382878"/>
                <a:gd name="csY74" fmla="*/ 331082 h 511481"/>
                <a:gd name="csX75" fmla="*/ 291614 w 382878"/>
                <a:gd name="csY75" fmla="*/ 405463 h 511481"/>
                <a:gd name="csX76" fmla="*/ 102781 w 382878"/>
                <a:gd name="csY76" fmla="*/ 405463 h 511481"/>
                <a:gd name="csX77" fmla="*/ 143009 w 382878"/>
                <a:gd name="csY77" fmla="*/ 193427 h 511481"/>
                <a:gd name="csX78" fmla="*/ 121683 w 382878"/>
                <a:gd name="csY78" fmla="*/ 172292 h 511481"/>
                <a:gd name="csX79" fmla="*/ 121683 w 382878"/>
                <a:gd name="csY79" fmla="*/ 102307 h 511481"/>
                <a:gd name="csX80" fmla="*/ 143009 w 382878"/>
                <a:gd name="csY80" fmla="*/ 81172 h 511481"/>
                <a:gd name="csX81" fmla="*/ 251418 w 382878"/>
                <a:gd name="csY81" fmla="*/ 81172 h 511481"/>
                <a:gd name="csX82" fmla="*/ 272750 w 382878"/>
                <a:gd name="csY82" fmla="*/ 102307 h 511481"/>
                <a:gd name="csX83" fmla="*/ 272750 w 382878"/>
                <a:gd name="csY83" fmla="*/ 172292 h 511481"/>
                <a:gd name="csX84" fmla="*/ 251418 w 382878"/>
                <a:gd name="csY84" fmla="*/ 193427 h 511481"/>
                <a:gd name="csX85" fmla="*/ 143009 w 382878"/>
                <a:gd name="csY85" fmla="*/ 193427 h 511481"/>
                <a:gd name="csX86" fmla="*/ 176231 w 382878"/>
                <a:gd name="csY86" fmla="*/ 205900 h 511481"/>
                <a:gd name="csX87" fmla="*/ 220292 w 382878"/>
                <a:gd name="csY87" fmla="*/ 205900 h 511481"/>
                <a:gd name="csX88" fmla="*/ 220292 w 382878"/>
                <a:gd name="csY88" fmla="*/ 224609 h 511481"/>
                <a:gd name="csX89" fmla="*/ 176231 w 382878"/>
                <a:gd name="csY89" fmla="*/ 224609 h 511481"/>
                <a:gd name="csX90" fmla="*/ 163642 w 382878"/>
                <a:gd name="csY90" fmla="*/ 237081 h 511481"/>
                <a:gd name="csX91" fmla="*/ 291633 w 382878"/>
                <a:gd name="csY91" fmla="*/ 237081 h 511481"/>
                <a:gd name="csX92" fmla="*/ 291633 w 382878"/>
                <a:gd name="csY92" fmla="*/ 318591 h 511481"/>
                <a:gd name="csX93" fmla="*/ 255226 w 382878"/>
                <a:gd name="csY93" fmla="*/ 318591 h 511481"/>
                <a:gd name="csX94" fmla="*/ 240667 w 382878"/>
                <a:gd name="csY94" fmla="*/ 324353 h 511481"/>
                <a:gd name="csX95" fmla="*/ 220840 w 382878"/>
                <a:gd name="csY95" fmla="*/ 277792 h 511481"/>
                <a:gd name="csX96" fmla="*/ 197607 w 382878"/>
                <a:gd name="csY96" fmla="*/ 325189 h 511481"/>
                <a:gd name="csX97" fmla="*/ 178170 w 382878"/>
                <a:gd name="csY97" fmla="*/ 251425 h 511481"/>
                <a:gd name="csX98" fmla="*/ 146269 w 382878"/>
                <a:gd name="csY98" fmla="*/ 318591 h 511481"/>
                <a:gd name="csX99" fmla="*/ 102800 w 382878"/>
                <a:gd name="csY99" fmla="*/ 318591 h 511481"/>
                <a:gd name="csX100" fmla="*/ 102800 w 382878"/>
                <a:gd name="csY100" fmla="*/ 237081 h 511481"/>
                <a:gd name="csX101" fmla="*/ 341988 w 382878"/>
                <a:gd name="csY101" fmla="*/ 458472 h 511481"/>
                <a:gd name="csX102" fmla="*/ 301075 w 382878"/>
                <a:gd name="csY102" fmla="*/ 499009 h 511481"/>
                <a:gd name="csX103" fmla="*/ 93359 w 382878"/>
                <a:gd name="csY103" fmla="*/ 499009 h 511481"/>
                <a:gd name="csX104" fmla="*/ 52445 w 382878"/>
                <a:gd name="csY104" fmla="*/ 458472 h 511481"/>
                <a:gd name="csX105" fmla="*/ 93359 w 382878"/>
                <a:gd name="csY105" fmla="*/ 417936 h 511481"/>
                <a:gd name="csX106" fmla="*/ 301075 w 382878"/>
                <a:gd name="csY106" fmla="*/ 417936 h 511481"/>
                <a:gd name="csX107" fmla="*/ 341988 w 382878"/>
                <a:gd name="csY107" fmla="*/ 458472 h 5114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</a:cxnLst>
              <a:rect l="l" t="t" r="r" b="b"/>
              <a:pathLst>
                <a:path w="382878" h="511481">
                  <a:moveTo>
                    <a:pt x="354577" y="334369"/>
                  </a:moveTo>
                  <a:lnTo>
                    <a:pt x="354577" y="277543"/>
                  </a:lnTo>
                  <a:cubicBezTo>
                    <a:pt x="354563" y="265533"/>
                    <a:pt x="344738" y="255801"/>
                    <a:pt x="332616" y="255790"/>
                  </a:cubicBezTo>
                  <a:lnTo>
                    <a:pt x="304222" y="255790"/>
                  </a:lnTo>
                  <a:lnTo>
                    <a:pt x="304222" y="224609"/>
                  </a:lnTo>
                  <a:lnTo>
                    <a:pt x="232881" y="224609"/>
                  </a:lnTo>
                  <a:lnTo>
                    <a:pt x="232881" y="205900"/>
                  </a:lnTo>
                  <a:lnTo>
                    <a:pt x="251418" y="205900"/>
                  </a:lnTo>
                  <a:cubicBezTo>
                    <a:pt x="270144" y="205882"/>
                    <a:pt x="285321" y="190846"/>
                    <a:pt x="285339" y="172292"/>
                  </a:cubicBezTo>
                  <a:lnTo>
                    <a:pt x="285339" y="102307"/>
                  </a:lnTo>
                  <a:cubicBezTo>
                    <a:pt x="285321" y="83753"/>
                    <a:pt x="270144" y="68717"/>
                    <a:pt x="251418" y="68700"/>
                  </a:cubicBezTo>
                  <a:lnTo>
                    <a:pt x="203511" y="68700"/>
                  </a:lnTo>
                  <a:lnTo>
                    <a:pt x="203511" y="49105"/>
                  </a:lnTo>
                  <a:cubicBezTo>
                    <a:pt x="216975" y="45661"/>
                    <a:pt x="225071" y="32055"/>
                    <a:pt x="221595" y="18715"/>
                  </a:cubicBezTo>
                  <a:cubicBezTo>
                    <a:pt x="218118" y="5376"/>
                    <a:pt x="204386" y="-2646"/>
                    <a:pt x="190922" y="798"/>
                  </a:cubicBezTo>
                  <a:cubicBezTo>
                    <a:pt x="177458" y="4242"/>
                    <a:pt x="169362" y="17848"/>
                    <a:pt x="172838" y="31188"/>
                  </a:cubicBezTo>
                  <a:cubicBezTo>
                    <a:pt x="175128" y="39975"/>
                    <a:pt x="182053" y="46836"/>
                    <a:pt x="190922" y="49105"/>
                  </a:cubicBezTo>
                  <a:lnTo>
                    <a:pt x="190922" y="68700"/>
                  </a:lnTo>
                  <a:lnTo>
                    <a:pt x="143009" y="68700"/>
                  </a:lnTo>
                  <a:cubicBezTo>
                    <a:pt x="124285" y="68720"/>
                    <a:pt x="109112" y="83756"/>
                    <a:pt x="109095" y="102307"/>
                  </a:cubicBezTo>
                  <a:lnTo>
                    <a:pt x="109095" y="172292"/>
                  </a:lnTo>
                  <a:cubicBezTo>
                    <a:pt x="109112" y="190843"/>
                    <a:pt x="124285" y="205879"/>
                    <a:pt x="143009" y="205900"/>
                  </a:cubicBezTo>
                  <a:lnTo>
                    <a:pt x="163642" y="205900"/>
                  </a:lnTo>
                  <a:lnTo>
                    <a:pt x="163642" y="224609"/>
                  </a:lnTo>
                  <a:lnTo>
                    <a:pt x="90211" y="224609"/>
                  </a:lnTo>
                  <a:lnTo>
                    <a:pt x="90211" y="261983"/>
                  </a:lnTo>
                  <a:lnTo>
                    <a:pt x="50267" y="261983"/>
                  </a:lnTo>
                  <a:cubicBezTo>
                    <a:pt x="45098" y="261980"/>
                    <a:pt x="40908" y="257831"/>
                    <a:pt x="40901" y="252710"/>
                  </a:cubicBezTo>
                  <a:lnTo>
                    <a:pt x="40901" y="195878"/>
                  </a:lnTo>
                  <a:cubicBezTo>
                    <a:pt x="59700" y="192423"/>
                    <a:pt x="72113" y="174523"/>
                    <a:pt x="68626" y="155898"/>
                  </a:cubicBezTo>
                  <a:cubicBezTo>
                    <a:pt x="67477" y="149763"/>
                    <a:pt x="64662" y="144055"/>
                    <a:pt x="60483" y="139389"/>
                  </a:cubicBezTo>
                  <a:lnTo>
                    <a:pt x="51079" y="147683"/>
                  </a:lnTo>
                  <a:cubicBezTo>
                    <a:pt x="59157" y="156698"/>
                    <a:pt x="58330" y="170493"/>
                    <a:pt x="49231" y="178497"/>
                  </a:cubicBezTo>
                  <a:cubicBezTo>
                    <a:pt x="40133" y="186501"/>
                    <a:pt x="26209" y="185681"/>
                    <a:pt x="18131" y="176667"/>
                  </a:cubicBezTo>
                  <a:cubicBezTo>
                    <a:pt x="10767" y="168450"/>
                    <a:pt x="10717" y="156090"/>
                    <a:pt x="18014" y="147814"/>
                  </a:cubicBezTo>
                  <a:lnTo>
                    <a:pt x="8535" y="139601"/>
                  </a:lnTo>
                  <a:cubicBezTo>
                    <a:pt x="-4036" y="153875"/>
                    <a:pt x="-2548" y="175542"/>
                    <a:pt x="11859" y="187996"/>
                  </a:cubicBezTo>
                  <a:cubicBezTo>
                    <a:pt x="16532" y="192036"/>
                    <a:pt x="22214" y="194758"/>
                    <a:pt x="28312" y="195878"/>
                  </a:cubicBezTo>
                  <a:lnTo>
                    <a:pt x="28312" y="252710"/>
                  </a:lnTo>
                  <a:cubicBezTo>
                    <a:pt x="28326" y="264717"/>
                    <a:pt x="38148" y="274445"/>
                    <a:pt x="50267" y="274456"/>
                  </a:cubicBezTo>
                  <a:lnTo>
                    <a:pt x="90211" y="274456"/>
                  </a:lnTo>
                  <a:lnTo>
                    <a:pt x="90211" y="405619"/>
                  </a:lnTo>
                  <a:cubicBezTo>
                    <a:pt x="60732" y="407357"/>
                    <a:pt x="38256" y="432443"/>
                    <a:pt x="40011" y="461650"/>
                  </a:cubicBezTo>
                  <a:cubicBezTo>
                    <a:pt x="41691" y="489627"/>
                    <a:pt x="65072" y="511466"/>
                    <a:pt x="93359" y="511481"/>
                  </a:cubicBezTo>
                  <a:lnTo>
                    <a:pt x="301075" y="511481"/>
                  </a:lnTo>
                  <a:cubicBezTo>
                    <a:pt x="330606" y="511466"/>
                    <a:pt x="354533" y="487734"/>
                    <a:pt x="354517" y="458475"/>
                  </a:cubicBezTo>
                  <a:cubicBezTo>
                    <a:pt x="354502" y="430449"/>
                    <a:pt x="332459" y="407284"/>
                    <a:pt x="304222" y="405619"/>
                  </a:cubicBezTo>
                  <a:lnTo>
                    <a:pt x="304222" y="268263"/>
                  </a:lnTo>
                  <a:lnTo>
                    <a:pt x="332616" y="268263"/>
                  </a:lnTo>
                  <a:cubicBezTo>
                    <a:pt x="337787" y="268270"/>
                    <a:pt x="341978" y="272420"/>
                    <a:pt x="341988" y="277543"/>
                  </a:cubicBezTo>
                  <a:lnTo>
                    <a:pt x="341988" y="334369"/>
                  </a:lnTo>
                  <a:cubicBezTo>
                    <a:pt x="323189" y="337823"/>
                    <a:pt x="310776" y="355723"/>
                    <a:pt x="314263" y="374349"/>
                  </a:cubicBezTo>
                  <a:cubicBezTo>
                    <a:pt x="315411" y="380480"/>
                    <a:pt x="318224" y="386185"/>
                    <a:pt x="322400" y="390851"/>
                  </a:cubicBezTo>
                  <a:lnTo>
                    <a:pt x="331804" y="382557"/>
                  </a:lnTo>
                  <a:cubicBezTo>
                    <a:pt x="323728" y="373541"/>
                    <a:pt x="324557" y="359745"/>
                    <a:pt x="333657" y="351743"/>
                  </a:cubicBezTo>
                  <a:cubicBezTo>
                    <a:pt x="342757" y="343741"/>
                    <a:pt x="356681" y="344563"/>
                    <a:pt x="364758" y="353579"/>
                  </a:cubicBezTo>
                  <a:cubicBezTo>
                    <a:pt x="372120" y="361798"/>
                    <a:pt x="372168" y="374159"/>
                    <a:pt x="364869" y="382432"/>
                  </a:cubicBezTo>
                  <a:lnTo>
                    <a:pt x="374348" y="390639"/>
                  </a:lnTo>
                  <a:cubicBezTo>
                    <a:pt x="386916" y="376364"/>
                    <a:pt x="385424" y="354697"/>
                    <a:pt x="371016" y="342245"/>
                  </a:cubicBezTo>
                  <a:cubicBezTo>
                    <a:pt x="366347" y="338209"/>
                    <a:pt x="360670" y="335489"/>
                    <a:pt x="354577" y="334369"/>
                  </a:cubicBezTo>
                  <a:close/>
                  <a:moveTo>
                    <a:pt x="184628" y="25045"/>
                  </a:moveTo>
                  <a:cubicBezTo>
                    <a:pt x="184628" y="18156"/>
                    <a:pt x="190264" y="12572"/>
                    <a:pt x="197217" y="12572"/>
                  </a:cubicBezTo>
                  <a:cubicBezTo>
                    <a:pt x="204169" y="12572"/>
                    <a:pt x="209805" y="18156"/>
                    <a:pt x="209805" y="25045"/>
                  </a:cubicBezTo>
                  <a:cubicBezTo>
                    <a:pt x="209805" y="31934"/>
                    <a:pt x="204169" y="37518"/>
                    <a:pt x="197217" y="37518"/>
                  </a:cubicBezTo>
                  <a:cubicBezTo>
                    <a:pt x="190264" y="37521"/>
                    <a:pt x="184625" y="31940"/>
                    <a:pt x="184621" y="25051"/>
                  </a:cubicBezTo>
                  <a:cubicBezTo>
                    <a:pt x="184621" y="25049"/>
                    <a:pt x="184621" y="25047"/>
                    <a:pt x="184621" y="25045"/>
                  </a:cubicBezTo>
                  <a:close/>
                  <a:moveTo>
                    <a:pt x="102800" y="331063"/>
                  </a:moveTo>
                  <a:lnTo>
                    <a:pt x="154257" y="331063"/>
                  </a:lnTo>
                  <a:lnTo>
                    <a:pt x="174764" y="287877"/>
                  </a:lnTo>
                  <a:lnTo>
                    <a:pt x="194032" y="361017"/>
                  </a:lnTo>
                  <a:lnTo>
                    <a:pt x="220034" y="308008"/>
                  </a:lnTo>
                  <a:lnTo>
                    <a:pt x="236399" y="346486"/>
                  </a:lnTo>
                  <a:lnTo>
                    <a:pt x="249089" y="333633"/>
                  </a:lnTo>
                  <a:cubicBezTo>
                    <a:pt x="250769" y="332107"/>
                    <a:pt x="252931" y="331205"/>
                    <a:pt x="255207" y="331082"/>
                  </a:cubicBezTo>
                  <a:lnTo>
                    <a:pt x="291614" y="331082"/>
                  </a:lnTo>
                  <a:lnTo>
                    <a:pt x="291614" y="405463"/>
                  </a:lnTo>
                  <a:lnTo>
                    <a:pt x="102781" y="405463"/>
                  </a:lnTo>
                  <a:close/>
                  <a:moveTo>
                    <a:pt x="143009" y="193427"/>
                  </a:moveTo>
                  <a:cubicBezTo>
                    <a:pt x="131236" y="193409"/>
                    <a:pt x="121697" y="183956"/>
                    <a:pt x="121683" y="172292"/>
                  </a:cubicBezTo>
                  <a:lnTo>
                    <a:pt x="121683" y="102307"/>
                  </a:lnTo>
                  <a:cubicBezTo>
                    <a:pt x="121697" y="90643"/>
                    <a:pt x="131236" y="81190"/>
                    <a:pt x="143009" y="81172"/>
                  </a:cubicBezTo>
                  <a:lnTo>
                    <a:pt x="251418" y="81172"/>
                  </a:lnTo>
                  <a:cubicBezTo>
                    <a:pt x="263192" y="81190"/>
                    <a:pt x="272732" y="90642"/>
                    <a:pt x="272750" y="102307"/>
                  </a:cubicBezTo>
                  <a:lnTo>
                    <a:pt x="272750" y="172292"/>
                  </a:lnTo>
                  <a:cubicBezTo>
                    <a:pt x="272732" y="183958"/>
                    <a:pt x="263192" y="193409"/>
                    <a:pt x="251418" y="193427"/>
                  </a:cubicBezTo>
                  <a:lnTo>
                    <a:pt x="143009" y="193427"/>
                  </a:lnTo>
                  <a:close/>
                  <a:moveTo>
                    <a:pt x="176231" y="205900"/>
                  </a:moveTo>
                  <a:lnTo>
                    <a:pt x="220292" y="205900"/>
                  </a:lnTo>
                  <a:lnTo>
                    <a:pt x="220292" y="224609"/>
                  </a:lnTo>
                  <a:lnTo>
                    <a:pt x="176231" y="224609"/>
                  </a:lnTo>
                  <a:close/>
                  <a:moveTo>
                    <a:pt x="163642" y="237081"/>
                  </a:moveTo>
                  <a:lnTo>
                    <a:pt x="291633" y="237081"/>
                  </a:lnTo>
                  <a:lnTo>
                    <a:pt x="291633" y="318591"/>
                  </a:lnTo>
                  <a:lnTo>
                    <a:pt x="255226" y="318591"/>
                  </a:lnTo>
                  <a:cubicBezTo>
                    <a:pt x="249829" y="318700"/>
                    <a:pt x="244655" y="320748"/>
                    <a:pt x="240667" y="324353"/>
                  </a:cubicBezTo>
                  <a:lnTo>
                    <a:pt x="220840" y="277792"/>
                  </a:lnTo>
                  <a:lnTo>
                    <a:pt x="197607" y="325189"/>
                  </a:lnTo>
                  <a:lnTo>
                    <a:pt x="178170" y="251425"/>
                  </a:lnTo>
                  <a:lnTo>
                    <a:pt x="146269" y="318591"/>
                  </a:lnTo>
                  <a:lnTo>
                    <a:pt x="102800" y="318591"/>
                  </a:lnTo>
                  <a:lnTo>
                    <a:pt x="102800" y="237081"/>
                  </a:lnTo>
                  <a:close/>
                  <a:moveTo>
                    <a:pt x="341988" y="458472"/>
                  </a:moveTo>
                  <a:cubicBezTo>
                    <a:pt x="341961" y="480848"/>
                    <a:pt x="323659" y="498981"/>
                    <a:pt x="301075" y="499009"/>
                  </a:cubicBezTo>
                  <a:lnTo>
                    <a:pt x="93359" y="499009"/>
                  </a:lnTo>
                  <a:cubicBezTo>
                    <a:pt x="70762" y="499009"/>
                    <a:pt x="52445" y="480860"/>
                    <a:pt x="52445" y="458472"/>
                  </a:cubicBezTo>
                  <a:cubicBezTo>
                    <a:pt x="52445" y="436084"/>
                    <a:pt x="70762" y="417936"/>
                    <a:pt x="93359" y="417936"/>
                  </a:cubicBezTo>
                  <a:lnTo>
                    <a:pt x="301075" y="417936"/>
                  </a:lnTo>
                  <a:cubicBezTo>
                    <a:pt x="323659" y="417963"/>
                    <a:pt x="341961" y="436096"/>
                    <a:pt x="341988" y="458472"/>
                  </a:cubicBezTo>
                  <a:close/>
                </a:path>
              </a:pathLst>
            </a:cu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81" name="Freeform: Shape 347">
              <a:extLst>
                <a:ext uri="{FF2B5EF4-FFF2-40B4-BE49-F238E27FC236}">
                  <a16:creationId xmlns:a16="http://schemas.microsoft.com/office/drawing/2014/main" id="{129EABC4-DE46-5471-64E1-A033A20904EE}"/>
                </a:ext>
              </a:extLst>
            </p:cNvPr>
            <p:cNvSpPr/>
            <p:nvPr/>
          </p:nvSpPr>
          <p:spPr>
            <a:xfrm>
              <a:off x="3571599" y="1855744"/>
              <a:ext cx="54132" cy="53632"/>
            </a:xfrm>
            <a:custGeom>
              <a:avLst/>
              <a:gdLst>
                <a:gd name="csX0" fmla="*/ 54132 w 54132"/>
                <a:gd name="csY0" fmla="*/ 26816 h 53632"/>
                <a:gd name="csX1" fmla="*/ 27066 w 54132"/>
                <a:gd name="csY1" fmla="*/ 0 h 53632"/>
                <a:gd name="csX2" fmla="*/ 0 w 54132"/>
                <a:gd name="csY2" fmla="*/ 26816 h 53632"/>
                <a:gd name="csX3" fmla="*/ 27066 w 54132"/>
                <a:gd name="csY3" fmla="*/ 53633 h 53632"/>
                <a:gd name="csX4" fmla="*/ 54132 w 54132"/>
                <a:gd name="csY4" fmla="*/ 26816 h 53632"/>
                <a:gd name="csX5" fmla="*/ 27066 w 54132"/>
                <a:gd name="csY5" fmla="*/ 45525 h 53632"/>
                <a:gd name="csX6" fmla="*/ 8183 w 54132"/>
                <a:gd name="csY6" fmla="*/ 26816 h 53632"/>
                <a:gd name="csX7" fmla="*/ 27066 w 54132"/>
                <a:gd name="csY7" fmla="*/ 8107 h 53632"/>
                <a:gd name="csX8" fmla="*/ 45949 w 54132"/>
                <a:gd name="csY8" fmla="*/ 26816 h 53632"/>
                <a:gd name="csX9" fmla="*/ 27066 w 54132"/>
                <a:gd name="csY9" fmla="*/ 45525 h 536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54132" h="53632">
                  <a:moveTo>
                    <a:pt x="54132" y="26816"/>
                  </a:moveTo>
                  <a:cubicBezTo>
                    <a:pt x="54132" y="12006"/>
                    <a:pt x="42014" y="0"/>
                    <a:pt x="27066" y="0"/>
                  </a:cubicBezTo>
                  <a:cubicBezTo>
                    <a:pt x="12118" y="0"/>
                    <a:pt x="0" y="12006"/>
                    <a:pt x="0" y="26816"/>
                  </a:cubicBezTo>
                  <a:cubicBezTo>
                    <a:pt x="0" y="41626"/>
                    <a:pt x="12118" y="53633"/>
                    <a:pt x="27066" y="53633"/>
                  </a:cubicBezTo>
                  <a:cubicBezTo>
                    <a:pt x="42014" y="53633"/>
                    <a:pt x="54132" y="41626"/>
                    <a:pt x="54132" y="26816"/>
                  </a:cubicBezTo>
                  <a:close/>
                  <a:moveTo>
                    <a:pt x="27066" y="45525"/>
                  </a:moveTo>
                  <a:cubicBezTo>
                    <a:pt x="16637" y="45525"/>
                    <a:pt x="8183" y="37149"/>
                    <a:pt x="8183" y="26816"/>
                  </a:cubicBezTo>
                  <a:cubicBezTo>
                    <a:pt x="8183" y="16483"/>
                    <a:pt x="16637" y="8107"/>
                    <a:pt x="27066" y="8107"/>
                  </a:cubicBezTo>
                  <a:cubicBezTo>
                    <a:pt x="37495" y="8107"/>
                    <a:pt x="45949" y="16483"/>
                    <a:pt x="45949" y="26816"/>
                  </a:cubicBezTo>
                  <a:cubicBezTo>
                    <a:pt x="45949" y="37149"/>
                    <a:pt x="37495" y="45525"/>
                    <a:pt x="27066" y="45525"/>
                  </a:cubicBezTo>
                  <a:close/>
                </a:path>
              </a:pathLst>
            </a:cu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82" name="Oval 348">
              <a:extLst>
                <a:ext uri="{FF2B5EF4-FFF2-40B4-BE49-F238E27FC236}">
                  <a16:creationId xmlns:a16="http://schemas.microsoft.com/office/drawing/2014/main" id="{5BAB2CA2-0990-3B93-F023-497A0523DCF4}"/>
                </a:ext>
              </a:extLst>
            </p:cNvPr>
            <p:cNvSpPr/>
            <p:nvPr/>
          </p:nvSpPr>
          <p:spPr>
            <a:xfrm>
              <a:off x="3589223" y="1873206"/>
              <a:ext cx="18883" cy="18709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83" name="Freeform: Shape 349">
              <a:extLst>
                <a:ext uri="{FF2B5EF4-FFF2-40B4-BE49-F238E27FC236}">
                  <a16:creationId xmlns:a16="http://schemas.microsoft.com/office/drawing/2014/main" id="{E1A2CA61-08A1-4A6A-60BE-BB6602C90190}"/>
                </a:ext>
              </a:extLst>
            </p:cNvPr>
            <p:cNvSpPr/>
            <p:nvPr/>
          </p:nvSpPr>
          <p:spPr>
            <a:xfrm>
              <a:off x="3508655" y="1855744"/>
              <a:ext cx="54132" cy="53632"/>
            </a:xfrm>
            <a:custGeom>
              <a:avLst/>
              <a:gdLst>
                <a:gd name="csX0" fmla="*/ 27066 w 54132"/>
                <a:gd name="csY0" fmla="*/ 0 h 53632"/>
                <a:gd name="csX1" fmla="*/ 0 w 54132"/>
                <a:gd name="csY1" fmla="*/ 26816 h 53632"/>
                <a:gd name="csX2" fmla="*/ 27066 w 54132"/>
                <a:gd name="csY2" fmla="*/ 53633 h 53632"/>
                <a:gd name="csX3" fmla="*/ 54132 w 54132"/>
                <a:gd name="csY3" fmla="*/ 26816 h 53632"/>
                <a:gd name="csX4" fmla="*/ 27066 w 54132"/>
                <a:gd name="csY4" fmla="*/ 0 h 53632"/>
                <a:gd name="csX5" fmla="*/ 27066 w 54132"/>
                <a:gd name="csY5" fmla="*/ 45525 h 53632"/>
                <a:gd name="csX6" fmla="*/ 8183 w 54132"/>
                <a:gd name="csY6" fmla="*/ 26816 h 53632"/>
                <a:gd name="csX7" fmla="*/ 27066 w 54132"/>
                <a:gd name="csY7" fmla="*/ 8107 h 53632"/>
                <a:gd name="csX8" fmla="*/ 45949 w 54132"/>
                <a:gd name="csY8" fmla="*/ 26816 h 53632"/>
                <a:gd name="csX9" fmla="*/ 27066 w 54132"/>
                <a:gd name="csY9" fmla="*/ 45525 h 536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54132" h="53632">
                  <a:moveTo>
                    <a:pt x="27066" y="0"/>
                  </a:moveTo>
                  <a:cubicBezTo>
                    <a:pt x="12118" y="0"/>
                    <a:pt x="0" y="12006"/>
                    <a:pt x="0" y="26816"/>
                  </a:cubicBezTo>
                  <a:cubicBezTo>
                    <a:pt x="0" y="41626"/>
                    <a:pt x="12118" y="53633"/>
                    <a:pt x="27066" y="53633"/>
                  </a:cubicBezTo>
                  <a:cubicBezTo>
                    <a:pt x="42014" y="53633"/>
                    <a:pt x="54132" y="41626"/>
                    <a:pt x="54132" y="26816"/>
                  </a:cubicBezTo>
                  <a:cubicBezTo>
                    <a:pt x="54132" y="12006"/>
                    <a:pt x="42014" y="0"/>
                    <a:pt x="27066" y="0"/>
                  </a:cubicBezTo>
                  <a:close/>
                  <a:moveTo>
                    <a:pt x="27066" y="45525"/>
                  </a:moveTo>
                  <a:cubicBezTo>
                    <a:pt x="16637" y="45525"/>
                    <a:pt x="8183" y="37149"/>
                    <a:pt x="8183" y="26816"/>
                  </a:cubicBezTo>
                  <a:cubicBezTo>
                    <a:pt x="8183" y="16483"/>
                    <a:pt x="16637" y="8107"/>
                    <a:pt x="27066" y="8107"/>
                  </a:cubicBezTo>
                  <a:cubicBezTo>
                    <a:pt x="37495" y="8107"/>
                    <a:pt x="45949" y="16483"/>
                    <a:pt x="45949" y="26816"/>
                  </a:cubicBezTo>
                  <a:cubicBezTo>
                    <a:pt x="45949" y="37149"/>
                    <a:pt x="37495" y="45525"/>
                    <a:pt x="27066" y="45525"/>
                  </a:cubicBezTo>
                  <a:close/>
                </a:path>
              </a:pathLst>
            </a:cu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84" name="Oval 350">
              <a:extLst>
                <a:ext uri="{FF2B5EF4-FFF2-40B4-BE49-F238E27FC236}">
                  <a16:creationId xmlns:a16="http://schemas.microsoft.com/office/drawing/2014/main" id="{E9AC2A6F-FB7B-A745-041B-01E58918A07D}"/>
                </a:ext>
              </a:extLst>
            </p:cNvPr>
            <p:cNvSpPr/>
            <p:nvPr/>
          </p:nvSpPr>
          <p:spPr>
            <a:xfrm>
              <a:off x="3526279" y="1873206"/>
              <a:ext cx="18883" cy="18709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85" name="Oval 351">
              <a:extLst>
                <a:ext uri="{FF2B5EF4-FFF2-40B4-BE49-F238E27FC236}">
                  <a16:creationId xmlns:a16="http://schemas.microsoft.com/office/drawing/2014/main" id="{9CDA9AE4-6112-8733-4EC7-AABA869103B8}"/>
                </a:ext>
              </a:extLst>
            </p:cNvPr>
            <p:cNvSpPr/>
            <p:nvPr/>
          </p:nvSpPr>
          <p:spPr>
            <a:xfrm>
              <a:off x="3554610" y="2191261"/>
              <a:ext cx="25177" cy="24945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86" name="Oval 352">
              <a:extLst>
                <a:ext uri="{FF2B5EF4-FFF2-40B4-BE49-F238E27FC236}">
                  <a16:creationId xmlns:a16="http://schemas.microsoft.com/office/drawing/2014/main" id="{DCC09317-029A-CBD6-C86B-D8D5FD1CC2AB}"/>
                </a:ext>
              </a:extLst>
            </p:cNvPr>
            <p:cNvSpPr/>
            <p:nvPr/>
          </p:nvSpPr>
          <p:spPr>
            <a:xfrm>
              <a:off x="3463341" y="2191261"/>
              <a:ext cx="25177" cy="24945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87" name="Oval 353">
              <a:extLst>
                <a:ext uri="{FF2B5EF4-FFF2-40B4-BE49-F238E27FC236}">
                  <a16:creationId xmlns:a16="http://schemas.microsoft.com/office/drawing/2014/main" id="{762B6ADC-2A2F-C0DE-2903-58E23483CA8E}"/>
                </a:ext>
              </a:extLst>
            </p:cNvPr>
            <p:cNvSpPr/>
            <p:nvPr/>
          </p:nvSpPr>
          <p:spPr>
            <a:xfrm>
              <a:off x="3645880" y="2191261"/>
              <a:ext cx="25177" cy="24945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sp>
        <p:nvSpPr>
          <p:cNvPr id="2088" name="TextBox 2087"/>
          <p:cNvSpPr txBox="1"/>
          <p:nvPr/>
        </p:nvSpPr>
        <p:spPr>
          <a:xfrm>
            <a:off x="365760" y="3483864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000000"/>
                </a:solidFill>
                <a:latin typeface="Segoe UI"/>
                <a:cs typeface="Segoe UI"/>
              </a:rPr>
              <a:t>RESULT VALIDATION</a:t>
            </a:r>
          </a:p>
          <a:p>
            <a:pPr algn="ctr">
              <a:buNone/>
            </a:pPr>
            <a:r>
              <a:rPr lang="en-US" sz="900" b="0" i="0">
                <a:solidFill>
                  <a:srgbClr val="4A4A5E"/>
                </a:solidFill>
                <a:latin typeface="Calibri"/>
                <a:cs typeface="Calibri"/>
              </a:rPr>
              <a:t>Counts · Nulls · Schema · Dupes</a:t>
            </a:r>
          </a:p>
        </p:txBody>
      </p:sp>
      <p:grpSp>
        <p:nvGrpSpPr>
          <p:cNvPr id="2088" name="Graphic 117" descr="Checklist outline">
            <a:extLst>
              <a:ext uri="{FF2B5EF4-FFF2-40B4-BE49-F238E27FC236}">
                <a16:creationId xmlns:a16="http://schemas.microsoft.com/office/drawing/2014/main" id="{97492CCB-B40F-4F25-F4CD-E370CCC9860E}"/>
              </a:ext>
            </a:extLst>
          </p:cNvPr>
          <p:cNvGrpSpPr/>
          <p:nvPr/>
        </p:nvGrpSpPr>
        <p:grpSpPr>
          <a:xfrm>
            <a:off x="3027353" y="2971800"/>
            <a:ext cx="346093" cy="457200"/>
            <a:chOff x="1964623" y="1821815"/>
            <a:chExt cx="280800" cy="370945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2089" name="Freeform: Shape 327">
              <a:extLst>
                <a:ext uri="{FF2B5EF4-FFF2-40B4-BE49-F238E27FC236}">
                  <a16:creationId xmlns:a16="http://schemas.microsoft.com/office/drawing/2014/main" id="{65FC3D85-E3A7-C13B-94C2-75FB80683D48}"/>
                </a:ext>
              </a:extLst>
            </p:cNvPr>
            <p:cNvSpPr/>
            <p:nvPr/>
          </p:nvSpPr>
          <p:spPr>
            <a:xfrm>
              <a:off x="2012794" y="1874179"/>
              <a:ext cx="67457" cy="51566"/>
            </a:xfrm>
            <a:custGeom>
              <a:avLst/>
              <a:gdLst>
                <a:gd name="csX0" fmla="*/ 22029 w 67457"/>
                <a:gd name="csY0" fmla="*/ 38453 h 51566"/>
                <a:gd name="csX1" fmla="*/ 6618 w 67457"/>
                <a:gd name="csY1" fmla="*/ 23184 h 51566"/>
                <a:gd name="csX2" fmla="*/ 0 w 67457"/>
                <a:gd name="csY2" fmla="*/ 29741 h 51566"/>
                <a:gd name="csX3" fmla="*/ 22029 w 67457"/>
                <a:gd name="csY3" fmla="*/ 51566 h 51566"/>
                <a:gd name="csX4" fmla="*/ 67458 w 67457"/>
                <a:gd name="csY4" fmla="*/ 6556 h 51566"/>
                <a:gd name="csX5" fmla="*/ 60840 w 67457"/>
                <a:gd name="csY5" fmla="*/ 0 h 51566"/>
                <a:gd name="csX6" fmla="*/ 22029 w 67457"/>
                <a:gd name="csY6" fmla="*/ 38453 h 515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7457" h="51566">
                  <a:moveTo>
                    <a:pt x="22029" y="38453"/>
                  </a:moveTo>
                  <a:lnTo>
                    <a:pt x="6618" y="23184"/>
                  </a:lnTo>
                  <a:lnTo>
                    <a:pt x="0" y="29741"/>
                  </a:lnTo>
                  <a:lnTo>
                    <a:pt x="22029" y="51566"/>
                  </a:lnTo>
                  <a:lnTo>
                    <a:pt x="67458" y="6556"/>
                  </a:lnTo>
                  <a:lnTo>
                    <a:pt x="60840" y="0"/>
                  </a:lnTo>
                  <a:lnTo>
                    <a:pt x="22029" y="38453"/>
                  </a:lnTo>
                  <a:close/>
                </a:path>
              </a:pathLst>
            </a:cu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90" name="Rectangle 328">
              <a:extLst>
                <a:ext uri="{FF2B5EF4-FFF2-40B4-BE49-F238E27FC236}">
                  <a16:creationId xmlns:a16="http://schemas.microsoft.com/office/drawing/2014/main" id="{BEEAA4BB-B092-EC67-D677-4264C3939C76}"/>
                </a:ext>
              </a:extLst>
            </p:cNvPr>
            <p:cNvSpPr/>
            <p:nvPr/>
          </p:nvSpPr>
          <p:spPr>
            <a:xfrm>
              <a:off x="2109703" y="1900641"/>
              <a:ext cx="88920" cy="9273"/>
            </a:xfrm>
            <a:prstGeom prst="rect">
              <a:avLst/>
            </a:pr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91" name="Freeform: Shape 329">
              <a:extLst>
                <a:ext uri="{FF2B5EF4-FFF2-40B4-BE49-F238E27FC236}">
                  <a16:creationId xmlns:a16="http://schemas.microsoft.com/office/drawing/2014/main" id="{57B1DD8E-16E9-BFDA-B466-B2CD4D69F18C}"/>
                </a:ext>
              </a:extLst>
            </p:cNvPr>
            <p:cNvSpPr/>
            <p:nvPr/>
          </p:nvSpPr>
          <p:spPr>
            <a:xfrm>
              <a:off x="2012794" y="1943731"/>
              <a:ext cx="67457" cy="51566"/>
            </a:xfrm>
            <a:custGeom>
              <a:avLst/>
              <a:gdLst>
                <a:gd name="csX0" fmla="*/ 22029 w 67457"/>
                <a:gd name="csY0" fmla="*/ 38453 h 51566"/>
                <a:gd name="csX1" fmla="*/ 6618 w 67457"/>
                <a:gd name="csY1" fmla="*/ 23184 h 51566"/>
                <a:gd name="csX2" fmla="*/ 0 w 67457"/>
                <a:gd name="csY2" fmla="*/ 29741 h 51566"/>
                <a:gd name="csX3" fmla="*/ 22029 w 67457"/>
                <a:gd name="csY3" fmla="*/ 51566 h 51566"/>
                <a:gd name="csX4" fmla="*/ 67458 w 67457"/>
                <a:gd name="csY4" fmla="*/ 6556 h 51566"/>
                <a:gd name="csX5" fmla="*/ 60840 w 67457"/>
                <a:gd name="csY5" fmla="*/ 0 h 51566"/>
                <a:gd name="csX6" fmla="*/ 22029 w 67457"/>
                <a:gd name="csY6" fmla="*/ 38453 h 515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7457" h="51566">
                  <a:moveTo>
                    <a:pt x="22029" y="38453"/>
                  </a:moveTo>
                  <a:lnTo>
                    <a:pt x="6618" y="23184"/>
                  </a:lnTo>
                  <a:lnTo>
                    <a:pt x="0" y="29741"/>
                  </a:lnTo>
                  <a:lnTo>
                    <a:pt x="22029" y="51566"/>
                  </a:lnTo>
                  <a:lnTo>
                    <a:pt x="67458" y="6556"/>
                  </a:lnTo>
                  <a:lnTo>
                    <a:pt x="60840" y="0"/>
                  </a:lnTo>
                  <a:lnTo>
                    <a:pt x="22029" y="38453"/>
                  </a:lnTo>
                  <a:close/>
                </a:path>
              </a:pathLst>
            </a:cu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92" name="Rectangle 330">
              <a:extLst>
                <a:ext uri="{FF2B5EF4-FFF2-40B4-BE49-F238E27FC236}">
                  <a16:creationId xmlns:a16="http://schemas.microsoft.com/office/drawing/2014/main" id="{0D2BF141-FA4A-5AE0-7B04-6E4BFBE92895}"/>
                </a:ext>
              </a:extLst>
            </p:cNvPr>
            <p:cNvSpPr/>
            <p:nvPr/>
          </p:nvSpPr>
          <p:spPr>
            <a:xfrm>
              <a:off x="2109703" y="1970193"/>
              <a:ext cx="88920" cy="9273"/>
            </a:xfrm>
            <a:prstGeom prst="rect">
              <a:avLst/>
            </a:pr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93" name="Freeform: Shape 331">
              <a:extLst>
                <a:ext uri="{FF2B5EF4-FFF2-40B4-BE49-F238E27FC236}">
                  <a16:creationId xmlns:a16="http://schemas.microsoft.com/office/drawing/2014/main" id="{595C7D73-E7FD-0879-198F-AC3C8B8CF8B7}"/>
                </a:ext>
              </a:extLst>
            </p:cNvPr>
            <p:cNvSpPr/>
            <p:nvPr/>
          </p:nvSpPr>
          <p:spPr>
            <a:xfrm>
              <a:off x="2012794" y="2013283"/>
              <a:ext cx="67457" cy="51566"/>
            </a:xfrm>
            <a:custGeom>
              <a:avLst/>
              <a:gdLst>
                <a:gd name="csX0" fmla="*/ 22029 w 67457"/>
                <a:gd name="csY0" fmla="*/ 38453 h 51566"/>
                <a:gd name="csX1" fmla="*/ 6618 w 67457"/>
                <a:gd name="csY1" fmla="*/ 23184 h 51566"/>
                <a:gd name="csX2" fmla="*/ 0 w 67457"/>
                <a:gd name="csY2" fmla="*/ 29741 h 51566"/>
                <a:gd name="csX3" fmla="*/ 22029 w 67457"/>
                <a:gd name="csY3" fmla="*/ 51566 h 51566"/>
                <a:gd name="csX4" fmla="*/ 67458 w 67457"/>
                <a:gd name="csY4" fmla="*/ 6556 h 51566"/>
                <a:gd name="csX5" fmla="*/ 60840 w 67457"/>
                <a:gd name="csY5" fmla="*/ 0 h 51566"/>
                <a:gd name="csX6" fmla="*/ 22029 w 67457"/>
                <a:gd name="csY6" fmla="*/ 38453 h 515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7457" h="51566">
                  <a:moveTo>
                    <a:pt x="22029" y="38453"/>
                  </a:moveTo>
                  <a:lnTo>
                    <a:pt x="6618" y="23184"/>
                  </a:lnTo>
                  <a:lnTo>
                    <a:pt x="0" y="29741"/>
                  </a:lnTo>
                  <a:lnTo>
                    <a:pt x="22029" y="51566"/>
                  </a:lnTo>
                  <a:lnTo>
                    <a:pt x="67458" y="6556"/>
                  </a:lnTo>
                  <a:lnTo>
                    <a:pt x="60840" y="0"/>
                  </a:lnTo>
                  <a:lnTo>
                    <a:pt x="22029" y="38453"/>
                  </a:lnTo>
                  <a:close/>
                </a:path>
              </a:pathLst>
            </a:cu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94" name="Rectangle 332">
              <a:extLst>
                <a:ext uri="{FF2B5EF4-FFF2-40B4-BE49-F238E27FC236}">
                  <a16:creationId xmlns:a16="http://schemas.microsoft.com/office/drawing/2014/main" id="{A966ABA9-A2ED-D602-DB14-FE00CE104268}"/>
                </a:ext>
              </a:extLst>
            </p:cNvPr>
            <p:cNvSpPr/>
            <p:nvPr/>
          </p:nvSpPr>
          <p:spPr>
            <a:xfrm>
              <a:off x="2109703" y="2039746"/>
              <a:ext cx="88920" cy="9273"/>
            </a:xfrm>
            <a:prstGeom prst="rect">
              <a:avLst/>
            </a:pr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95" name="Freeform: Shape 333">
              <a:extLst>
                <a:ext uri="{FF2B5EF4-FFF2-40B4-BE49-F238E27FC236}">
                  <a16:creationId xmlns:a16="http://schemas.microsoft.com/office/drawing/2014/main" id="{17B42AB2-3D21-E7B8-4B4E-6987334303E6}"/>
                </a:ext>
              </a:extLst>
            </p:cNvPr>
            <p:cNvSpPr/>
            <p:nvPr/>
          </p:nvSpPr>
          <p:spPr>
            <a:xfrm>
              <a:off x="2012794" y="2082836"/>
              <a:ext cx="67457" cy="51566"/>
            </a:xfrm>
            <a:custGeom>
              <a:avLst/>
              <a:gdLst>
                <a:gd name="csX0" fmla="*/ 22029 w 67457"/>
                <a:gd name="csY0" fmla="*/ 38453 h 51566"/>
                <a:gd name="csX1" fmla="*/ 6618 w 67457"/>
                <a:gd name="csY1" fmla="*/ 23184 h 51566"/>
                <a:gd name="csX2" fmla="*/ 0 w 67457"/>
                <a:gd name="csY2" fmla="*/ 29741 h 51566"/>
                <a:gd name="csX3" fmla="*/ 22029 w 67457"/>
                <a:gd name="csY3" fmla="*/ 51566 h 51566"/>
                <a:gd name="csX4" fmla="*/ 67458 w 67457"/>
                <a:gd name="csY4" fmla="*/ 6556 h 51566"/>
                <a:gd name="csX5" fmla="*/ 60840 w 67457"/>
                <a:gd name="csY5" fmla="*/ 0 h 51566"/>
                <a:gd name="csX6" fmla="*/ 22029 w 67457"/>
                <a:gd name="csY6" fmla="*/ 38453 h 515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7457" h="51566">
                  <a:moveTo>
                    <a:pt x="22029" y="38453"/>
                  </a:moveTo>
                  <a:lnTo>
                    <a:pt x="6618" y="23184"/>
                  </a:lnTo>
                  <a:lnTo>
                    <a:pt x="0" y="29741"/>
                  </a:lnTo>
                  <a:lnTo>
                    <a:pt x="22029" y="51566"/>
                  </a:lnTo>
                  <a:lnTo>
                    <a:pt x="67458" y="6556"/>
                  </a:lnTo>
                  <a:lnTo>
                    <a:pt x="60840" y="0"/>
                  </a:lnTo>
                  <a:lnTo>
                    <a:pt x="22029" y="38453"/>
                  </a:lnTo>
                  <a:close/>
                </a:path>
              </a:pathLst>
            </a:cu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96" name="Rectangle 334">
              <a:extLst>
                <a:ext uri="{FF2B5EF4-FFF2-40B4-BE49-F238E27FC236}">
                  <a16:creationId xmlns:a16="http://schemas.microsoft.com/office/drawing/2014/main" id="{9AAECEB5-0EED-DA4F-E414-3120F4959A35}"/>
                </a:ext>
              </a:extLst>
            </p:cNvPr>
            <p:cNvSpPr/>
            <p:nvPr/>
          </p:nvSpPr>
          <p:spPr>
            <a:xfrm>
              <a:off x="2109703" y="2109298"/>
              <a:ext cx="88920" cy="9273"/>
            </a:xfrm>
            <a:prstGeom prst="rect">
              <a:avLst/>
            </a:pr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97" name="Freeform: Shape 335">
              <a:extLst>
                <a:ext uri="{FF2B5EF4-FFF2-40B4-BE49-F238E27FC236}">
                  <a16:creationId xmlns:a16="http://schemas.microsoft.com/office/drawing/2014/main" id="{B534986B-5970-37F8-A2CD-2669758DDBC9}"/>
                </a:ext>
              </a:extLst>
            </p:cNvPr>
            <p:cNvSpPr/>
            <p:nvPr/>
          </p:nvSpPr>
          <p:spPr>
            <a:xfrm>
              <a:off x="1964623" y="1821815"/>
              <a:ext cx="280800" cy="370945"/>
            </a:xfrm>
            <a:custGeom>
              <a:avLst/>
              <a:gdLst>
                <a:gd name="csX0" fmla="*/ 0 w 280800"/>
                <a:gd name="csY0" fmla="*/ 370946 h 370945"/>
                <a:gd name="csX1" fmla="*/ 280800 w 280800"/>
                <a:gd name="csY1" fmla="*/ 370946 h 370945"/>
                <a:gd name="csX2" fmla="*/ 280800 w 280800"/>
                <a:gd name="csY2" fmla="*/ 0 h 370945"/>
                <a:gd name="csX3" fmla="*/ 0 w 280800"/>
                <a:gd name="csY3" fmla="*/ 0 h 370945"/>
                <a:gd name="csX4" fmla="*/ 9360 w 280800"/>
                <a:gd name="csY4" fmla="*/ 9274 h 370945"/>
                <a:gd name="csX5" fmla="*/ 271440 w 280800"/>
                <a:gd name="csY5" fmla="*/ 9274 h 370945"/>
                <a:gd name="csX6" fmla="*/ 271440 w 280800"/>
                <a:gd name="csY6" fmla="*/ 361672 h 370945"/>
                <a:gd name="csX7" fmla="*/ 9360 w 280800"/>
                <a:gd name="csY7" fmla="*/ 361672 h 3709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80800" h="370945">
                  <a:moveTo>
                    <a:pt x="0" y="370946"/>
                  </a:moveTo>
                  <a:lnTo>
                    <a:pt x="280800" y="370946"/>
                  </a:lnTo>
                  <a:lnTo>
                    <a:pt x="280800" y="0"/>
                  </a:lnTo>
                  <a:lnTo>
                    <a:pt x="0" y="0"/>
                  </a:lnTo>
                  <a:close/>
                  <a:moveTo>
                    <a:pt x="9360" y="9274"/>
                  </a:moveTo>
                  <a:lnTo>
                    <a:pt x="271440" y="9274"/>
                  </a:lnTo>
                  <a:lnTo>
                    <a:pt x="271440" y="361672"/>
                  </a:lnTo>
                  <a:lnTo>
                    <a:pt x="9360" y="361672"/>
                  </a:lnTo>
                  <a:close/>
                </a:path>
              </a:pathLst>
            </a:cu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sp>
        <p:nvSpPr>
          <p:cNvPr id="2098" name="TextBox 2097"/>
          <p:cNvSpPr txBox="1"/>
          <p:nvPr/>
        </p:nvSpPr>
        <p:spPr>
          <a:xfrm>
            <a:off x="2331720" y="3483864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000000"/>
                </a:solidFill>
                <a:latin typeface="Segoe UI"/>
                <a:cs typeface="Segoe UI"/>
              </a:rPr>
              <a:t>EVIDENCE + SCREENSHOT</a:t>
            </a:r>
          </a:p>
          <a:p>
            <a:pPr algn="ctr">
              <a:buNone/>
            </a:pPr>
            <a:r>
              <a:rPr lang="en-US" sz="900" b="0" i="0">
                <a:solidFill>
                  <a:srgbClr val="4A4A5E"/>
                </a:solidFill>
                <a:latin typeface="Calibri"/>
                <a:cs typeface="Calibri"/>
              </a:rPr>
              <a:t>Screenshot + notebook + child link per test case</a:t>
            </a:r>
          </a:p>
        </p:txBody>
      </p:sp>
      <p:cxnSp>
        <p:nvCxnSpPr>
          <p:cNvPr id="2099" name="Connector 2098"/>
          <p:cNvCxnSpPr/>
          <p:nvPr/>
        </p:nvCxnSpPr>
        <p:spPr>
          <a:xfrm>
            <a:off x="2240280" y="4224527"/>
            <a:ext cx="0" cy="466345"/>
          </a:xfrm>
          <a:prstGeom prst="line">
            <a:avLst/>
          </a:prstGeom>
          <a:ln w="19050">
            <a:solidFill>
              <a:srgbClr val="FF0000"/>
            </a:solidFill>
            <a:tailEnd type="triangle"/>
          </a:ln>
        </p:spPr>
      </p:cxnSp>
      <p:sp>
        <p:nvSpPr>
          <p:cNvPr id="2100" name="TextBox 2099"/>
          <p:cNvSpPr txBox="1"/>
          <p:nvPr/>
        </p:nvSpPr>
        <p:spPr>
          <a:xfrm>
            <a:off x="2331720" y="431596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buNone/>
            </a:pPr>
            <a:r>
              <a:rPr lang="en-US" sz="1000" b="1" i="0">
                <a:solidFill>
                  <a:srgbClr val="000000"/>
                </a:solidFill>
                <a:latin typeface="Segoe UI"/>
                <a:cs typeface="Segoe UI"/>
              </a:rPr>
              <a:t>Bug found → pop to QA</a:t>
            </a:r>
          </a:p>
        </p:txBody>
      </p:sp>
      <p:sp>
        <p:nvSpPr>
          <p:cNvPr id="2101" name="Process 2100"/>
          <p:cNvSpPr/>
          <p:nvPr/>
        </p:nvSpPr>
        <p:spPr>
          <a:xfrm>
            <a:off x="274320" y="4709160"/>
            <a:ext cx="3931920" cy="1280160"/>
          </a:xfrm>
          <a:prstGeom prst="flowChartProcess">
            <a:avLst/>
          </a:prstGeom>
          <a:noFill/>
          <a:ln w="12700" cap="flat" cmpd="sng" algn="ctr">
            <a:gradFill>
              <a:gsLst>
                <a:gs pos="0">
                  <a:srgbClr val="7030A0"/>
                </a:gs>
                <a:gs pos="100000">
                  <a:srgbClr val="00B0F0"/>
                </a:gs>
              </a:gsLst>
              <a:lin ang="5400000" scaled="1"/>
            </a:gra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098" name="Graphic 124" descr="Robot outline">
            <a:extLst>
              <a:ext uri="{FF2B5EF4-FFF2-40B4-BE49-F238E27FC236}">
                <a16:creationId xmlns:a16="http://schemas.microsoft.com/office/drawing/2014/main" id="{31E61052-8C17-CB8F-37F7-B5AA808427F0}"/>
              </a:ext>
            </a:extLst>
          </p:cNvPr>
          <p:cNvGrpSpPr/>
          <p:nvPr/>
        </p:nvGrpSpPr>
        <p:grpSpPr>
          <a:xfrm>
            <a:off x="1207322" y="4855464"/>
            <a:ext cx="328555" cy="438912"/>
            <a:chOff x="3369983" y="1745261"/>
            <a:chExt cx="382878" cy="511481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2099" name="Freeform: Shape 346">
              <a:extLst>
                <a:ext uri="{FF2B5EF4-FFF2-40B4-BE49-F238E27FC236}">
                  <a16:creationId xmlns:a16="http://schemas.microsoft.com/office/drawing/2014/main" id="{11E52BB4-1DFE-4759-731D-23B2229F5ED7}"/>
                </a:ext>
              </a:extLst>
            </p:cNvPr>
            <p:cNvSpPr/>
            <p:nvPr/>
          </p:nvSpPr>
          <p:spPr>
            <a:xfrm>
              <a:off x="3369983" y="1745261"/>
              <a:ext cx="382878" cy="511481"/>
            </a:xfrm>
            <a:custGeom>
              <a:avLst/>
              <a:gdLst>
                <a:gd name="csX0" fmla="*/ 354577 w 382878"/>
                <a:gd name="csY0" fmla="*/ 334369 h 511481"/>
                <a:gd name="csX1" fmla="*/ 354577 w 382878"/>
                <a:gd name="csY1" fmla="*/ 277543 h 511481"/>
                <a:gd name="csX2" fmla="*/ 332616 w 382878"/>
                <a:gd name="csY2" fmla="*/ 255790 h 511481"/>
                <a:gd name="csX3" fmla="*/ 304222 w 382878"/>
                <a:gd name="csY3" fmla="*/ 255790 h 511481"/>
                <a:gd name="csX4" fmla="*/ 304222 w 382878"/>
                <a:gd name="csY4" fmla="*/ 224609 h 511481"/>
                <a:gd name="csX5" fmla="*/ 232881 w 382878"/>
                <a:gd name="csY5" fmla="*/ 224609 h 511481"/>
                <a:gd name="csX6" fmla="*/ 232881 w 382878"/>
                <a:gd name="csY6" fmla="*/ 205900 h 511481"/>
                <a:gd name="csX7" fmla="*/ 251418 w 382878"/>
                <a:gd name="csY7" fmla="*/ 205900 h 511481"/>
                <a:gd name="csX8" fmla="*/ 285339 w 382878"/>
                <a:gd name="csY8" fmla="*/ 172292 h 511481"/>
                <a:gd name="csX9" fmla="*/ 285339 w 382878"/>
                <a:gd name="csY9" fmla="*/ 102307 h 511481"/>
                <a:gd name="csX10" fmla="*/ 251418 w 382878"/>
                <a:gd name="csY10" fmla="*/ 68700 h 511481"/>
                <a:gd name="csX11" fmla="*/ 203511 w 382878"/>
                <a:gd name="csY11" fmla="*/ 68700 h 511481"/>
                <a:gd name="csX12" fmla="*/ 203511 w 382878"/>
                <a:gd name="csY12" fmla="*/ 49105 h 511481"/>
                <a:gd name="csX13" fmla="*/ 221595 w 382878"/>
                <a:gd name="csY13" fmla="*/ 18715 h 511481"/>
                <a:gd name="csX14" fmla="*/ 190922 w 382878"/>
                <a:gd name="csY14" fmla="*/ 798 h 511481"/>
                <a:gd name="csX15" fmla="*/ 172838 w 382878"/>
                <a:gd name="csY15" fmla="*/ 31188 h 511481"/>
                <a:gd name="csX16" fmla="*/ 190922 w 382878"/>
                <a:gd name="csY16" fmla="*/ 49105 h 511481"/>
                <a:gd name="csX17" fmla="*/ 190922 w 382878"/>
                <a:gd name="csY17" fmla="*/ 68700 h 511481"/>
                <a:gd name="csX18" fmla="*/ 143009 w 382878"/>
                <a:gd name="csY18" fmla="*/ 68700 h 511481"/>
                <a:gd name="csX19" fmla="*/ 109095 w 382878"/>
                <a:gd name="csY19" fmla="*/ 102307 h 511481"/>
                <a:gd name="csX20" fmla="*/ 109095 w 382878"/>
                <a:gd name="csY20" fmla="*/ 172292 h 511481"/>
                <a:gd name="csX21" fmla="*/ 143009 w 382878"/>
                <a:gd name="csY21" fmla="*/ 205900 h 511481"/>
                <a:gd name="csX22" fmla="*/ 163642 w 382878"/>
                <a:gd name="csY22" fmla="*/ 205900 h 511481"/>
                <a:gd name="csX23" fmla="*/ 163642 w 382878"/>
                <a:gd name="csY23" fmla="*/ 224609 h 511481"/>
                <a:gd name="csX24" fmla="*/ 90211 w 382878"/>
                <a:gd name="csY24" fmla="*/ 224609 h 511481"/>
                <a:gd name="csX25" fmla="*/ 90211 w 382878"/>
                <a:gd name="csY25" fmla="*/ 261983 h 511481"/>
                <a:gd name="csX26" fmla="*/ 50267 w 382878"/>
                <a:gd name="csY26" fmla="*/ 261983 h 511481"/>
                <a:gd name="csX27" fmla="*/ 40901 w 382878"/>
                <a:gd name="csY27" fmla="*/ 252710 h 511481"/>
                <a:gd name="csX28" fmla="*/ 40901 w 382878"/>
                <a:gd name="csY28" fmla="*/ 195878 h 511481"/>
                <a:gd name="csX29" fmla="*/ 68626 w 382878"/>
                <a:gd name="csY29" fmla="*/ 155898 h 511481"/>
                <a:gd name="csX30" fmla="*/ 60483 w 382878"/>
                <a:gd name="csY30" fmla="*/ 139389 h 511481"/>
                <a:gd name="csX31" fmla="*/ 51079 w 382878"/>
                <a:gd name="csY31" fmla="*/ 147683 h 511481"/>
                <a:gd name="csX32" fmla="*/ 49231 w 382878"/>
                <a:gd name="csY32" fmla="*/ 178497 h 511481"/>
                <a:gd name="csX33" fmla="*/ 18131 w 382878"/>
                <a:gd name="csY33" fmla="*/ 176667 h 511481"/>
                <a:gd name="csX34" fmla="*/ 18014 w 382878"/>
                <a:gd name="csY34" fmla="*/ 147814 h 511481"/>
                <a:gd name="csX35" fmla="*/ 8535 w 382878"/>
                <a:gd name="csY35" fmla="*/ 139601 h 511481"/>
                <a:gd name="csX36" fmla="*/ 11859 w 382878"/>
                <a:gd name="csY36" fmla="*/ 187996 h 511481"/>
                <a:gd name="csX37" fmla="*/ 28312 w 382878"/>
                <a:gd name="csY37" fmla="*/ 195878 h 511481"/>
                <a:gd name="csX38" fmla="*/ 28312 w 382878"/>
                <a:gd name="csY38" fmla="*/ 252710 h 511481"/>
                <a:gd name="csX39" fmla="*/ 50267 w 382878"/>
                <a:gd name="csY39" fmla="*/ 274456 h 511481"/>
                <a:gd name="csX40" fmla="*/ 90211 w 382878"/>
                <a:gd name="csY40" fmla="*/ 274456 h 511481"/>
                <a:gd name="csX41" fmla="*/ 90211 w 382878"/>
                <a:gd name="csY41" fmla="*/ 405619 h 511481"/>
                <a:gd name="csX42" fmla="*/ 40011 w 382878"/>
                <a:gd name="csY42" fmla="*/ 461650 h 511481"/>
                <a:gd name="csX43" fmla="*/ 93359 w 382878"/>
                <a:gd name="csY43" fmla="*/ 511481 h 511481"/>
                <a:gd name="csX44" fmla="*/ 301075 w 382878"/>
                <a:gd name="csY44" fmla="*/ 511481 h 511481"/>
                <a:gd name="csX45" fmla="*/ 354517 w 382878"/>
                <a:gd name="csY45" fmla="*/ 458475 h 511481"/>
                <a:gd name="csX46" fmla="*/ 304222 w 382878"/>
                <a:gd name="csY46" fmla="*/ 405619 h 511481"/>
                <a:gd name="csX47" fmla="*/ 304222 w 382878"/>
                <a:gd name="csY47" fmla="*/ 268263 h 511481"/>
                <a:gd name="csX48" fmla="*/ 332616 w 382878"/>
                <a:gd name="csY48" fmla="*/ 268263 h 511481"/>
                <a:gd name="csX49" fmla="*/ 341988 w 382878"/>
                <a:gd name="csY49" fmla="*/ 277543 h 511481"/>
                <a:gd name="csX50" fmla="*/ 341988 w 382878"/>
                <a:gd name="csY50" fmla="*/ 334369 h 511481"/>
                <a:gd name="csX51" fmla="*/ 314263 w 382878"/>
                <a:gd name="csY51" fmla="*/ 374349 h 511481"/>
                <a:gd name="csX52" fmla="*/ 322400 w 382878"/>
                <a:gd name="csY52" fmla="*/ 390851 h 511481"/>
                <a:gd name="csX53" fmla="*/ 331804 w 382878"/>
                <a:gd name="csY53" fmla="*/ 382557 h 511481"/>
                <a:gd name="csX54" fmla="*/ 333657 w 382878"/>
                <a:gd name="csY54" fmla="*/ 351743 h 511481"/>
                <a:gd name="csX55" fmla="*/ 364758 w 382878"/>
                <a:gd name="csY55" fmla="*/ 353579 h 511481"/>
                <a:gd name="csX56" fmla="*/ 364869 w 382878"/>
                <a:gd name="csY56" fmla="*/ 382432 h 511481"/>
                <a:gd name="csX57" fmla="*/ 374348 w 382878"/>
                <a:gd name="csY57" fmla="*/ 390639 h 511481"/>
                <a:gd name="csX58" fmla="*/ 371016 w 382878"/>
                <a:gd name="csY58" fmla="*/ 342245 h 511481"/>
                <a:gd name="csX59" fmla="*/ 354577 w 382878"/>
                <a:gd name="csY59" fmla="*/ 334369 h 511481"/>
                <a:gd name="csX60" fmla="*/ 184628 w 382878"/>
                <a:gd name="csY60" fmla="*/ 25045 h 511481"/>
                <a:gd name="csX61" fmla="*/ 197217 w 382878"/>
                <a:gd name="csY61" fmla="*/ 12572 h 511481"/>
                <a:gd name="csX62" fmla="*/ 209805 w 382878"/>
                <a:gd name="csY62" fmla="*/ 25045 h 511481"/>
                <a:gd name="csX63" fmla="*/ 197217 w 382878"/>
                <a:gd name="csY63" fmla="*/ 37518 h 511481"/>
                <a:gd name="csX64" fmla="*/ 184621 w 382878"/>
                <a:gd name="csY64" fmla="*/ 25051 h 511481"/>
                <a:gd name="csX65" fmla="*/ 184621 w 382878"/>
                <a:gd name="csY65" fmla="*/ 25045 h 511481"/>
                <a:gd name="csX66" fmla="*/ 102800 w 382878"/>
                <a:gd name="csY66" fmla="*/ 331063 h 511481"/>
                <a:gd name="csX67" fmla="*/ 154257 w 382878"/>
                <a:gd name="csY67" fmla="*/ 331063 h 511481"/>
                <a:gd name="csX68" fmla="*/ 174764 w 382878"/>
                <a:gd name="csY68" fmla="*/ 287877 h 511481"/>
                <a:gd name="csX69" fmla="*/ 194032 w 382878"/>
                <a:gd name="csY69" fmla="*/ 361017 h 511481"/>
                <a:gd name="csX70" fmla="*/ 220034 w 382878"/>
                <a:gd name="csY70" fmla="*/ 308008 h 511481"/>
                <a:gd name="csX71" fmla="*/ 236399 w 382878"/>
                <a:gd name="csY71" fmla="*/ 346486 h 511481"/>
                <a:gd name="csX72" fmla="*/ 249089 w 382878"/>
                <a:gd name="csY72" fmla="*/ 333633 h 511481"/>
                <a:gd name="csX73" fmla="*/ 255207 w 382878"/>
                <a:gd name="csY73" fmla="*/ 331082 h 511481"/>
                <a:gd name="csX74" fmla="*/ 291614 w 382878"/>
                <a:gd name="csY74" fmla="*/ 331082 h 511481"/>
                <a:gd name="csX75" fmla="*/ 291614 w 382878"/>
                <a:gd name="csY75" fmla="*/ 405463 h 511481"/>
                <a:gd name="csX76" fmla="*/ 102781 w 382878"/>
                <a:gd name="csY76" fmla="*/ 405463 h 511481"/>
                <a:gd name="csX77" fmla="*/ 143009 w 382878"/>
                <a:gd name="csY77" fmla="*/ 193427 h 511481"/>
                <a:gd name="csX78" fmla="*/ 121683 w 382878"/>
                <a:gd name="csY78" fmla="*/ 172292 h 511481"/>
                <a:gd name="csX79" fmla="*/ 121683 w 382878"/>
                <a:gd name="csY79" fmla="*/ 102307 h 511481"/>
                <a:gd name="csX80" fmla="*/ 143009 w 382878"/>
                <a:gd name="csY80" fmla="*/ 81172 h 511481"/>
                <a:gd name="csX81" fmla="*/ 251418 w 382878"/>
                <a:gd name="csY81" fmla="*/ 81172 h 511481"/>
                <a:gd name="csX82" fmla="*/ 272750 w 382878"/>
                <a:gd name="csY82" fmla="*/ 102307 h 511481"/>
                <a:gd name="csX83" fmla="*/ 272750 w 382878"/>
                <a:gd name="csY83" fmla="*/ 172292 h 511481"/>
                <a:gd name="csX84" fmla="*/ 251418 w 382878"/>
                <a:gd name="csY84" fmla="*/ 193427 h 511481"/>
                <a:gd name="csX85" fmla="*/ 143009 w 382878"/>
                <a:gd name="csY85" fmla="*/ 193427 h 511481"/>
                <a:gd name="csX86" fmla="*/ 176231 w 382878"/>
                <a:gd name="csY86" fmla="*/ 205900 h 511481"/>
                <a:gd name="csX87" fmla="*/ 220292 w 382878"/>
                <a:gd name="csY87" fmla="*/ 205900 h 511481"/>
                <a:gd name="csX88" fmla="*/ 220292 w 382878"/>
                <a:gd name="csY88" fmla="*/ 224609 h 511481"/>
                <a:gd name="csX89" fmla="*/ 176231 w 382878"/>
                <a:gd name="csY89" fmla="*/ 224609 h 511481"/>
                <a:gd name="csX90" fmla="*/ 163642 w 382878"/>
                <a:gd name="csY90" fmla="*/ 237081 h 511481"/>
                <a:gd name="csX91" fmla="*/ 291633 w 382878"/>
                <a:gd name="csY91" fmla="*/ 237081 h 511481"/>
                <a:gd name="csX92" fmla="*/ 291633 w 382878"/>
                <a:gd name="csY92" fmla="*/ 318591 h 511481"/>
                <a:gd name="csX93" fmla="*/ 255226 w 382878"/>
                <a:gd name="csY93" fmla="*/ 318591 h 511481"/>
                <a:gd name="csX94" fmla="*/ 240667 w 382878"/>
                <a:gd name="csY94" fmla="*/ 324353 h 511481"/>
                <a:gd name="csX95" fmla="*/ 220840 w 382878"/>
                <a:gd name="csY95" fmla="*/ 277792 h 511481"/>
                <a:gd name="csX96" fmla="*/ 197607 w 382878"/>
                <a:gd name="csY96" fmla="*/ 325189 h 511481"/>
                <a:gd name="csX97" fmla="*/ 178170 w 382878"/>
                <a:gd name="csY97" fmla="*/ 251425 h 511481"/>
                <a:gd name="csX98" fmla="*/ 146269 w 382878"/>
                <a:gd name="csY98" fmla="*/ 318591 h 511481"/>
                <a:gd name="csX99" fmla="*/ 102800 w 382878"/>
                <a:gd name="csY99" fmla="*/ 318591 h 511481"/>
                <a:gd name="csX100" fmla="*/ 102800 w 382878"/>
                <a:gd name="csY100" fmla="*/ 237081 h 511481"/>
                <a:gd name="csX101" fmla="*/ 341988 w 382878"/>
                <a:gd name="csY101" fmla="*/ 458472 h 511481"/>
                <a:gd name="csX102" fmla="*/ 301075 w 382878"/>
                <a:gd name="csY102" fmla="*/ 499009 h 511481"/>
                <a:gd name="csX103" fmla="*/ 93359 w 382878"/>
                <a:gd name="csY103" fmla="*/ 499009 h 511481"/>
                <a:gd name="csX104" fmla="*/ 52445 w 382878"/>
                <a:gd name="csY104" fmla="*/ 458472 h 511481"/>
                <a:gd name="csX105" fmla="*/ 93359 w 382878"/>
                <a:gd name="csY105" fmla="*/ 417936 h 511481"/>
                <a:gd name="csX106" fmla="*/ 301075 w 382878"/>
                <a:gd name="csY106" fmla="*/ 417936 h 511481"/>
                <a:gd name="csX107" fmla="*/ 341988 w 382878"/>
                <a:gd name="csY107" fmla="*/ 458472 h 5114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</a:cxnLst>
              <a:rect l="l" t="t" r="r" b="b"/>
              <a:pathLst>
                <a:path w="382878" h="511481">
                  <a:moveTo>
                    <a:pt x="354577" y="334369"/>
                  </a:moveTo>
                  <a:lnTo>
                    <a:pt x="354577" y="277543"/>
                  </a:lnTo>
                  <a:cubicBezTo>
                    <a:pt x="354563" y="265533"/>
                    <a:pt x="344738" y="255801"/>
                    <a:pt x="332616" y="255790"/>
                  </a:cubicBezTo>
                  <a:lnTo>
                    <a:pt x="304222" y="255790"/>
                  </a:lnTo>
                  <a:lnTo>
                    <a:pt x="304222" y="224609"/>
                  </a:lnTo>
                  <a:lnTo>
                    <a:pt x="232881" y="224609"/>
                  </a:lnTo>
                  <a:lnTo>
                    <a:pt x="232881" y="205900"/>
                  </a:lnTo>
                  <a:lnTo>
                    <a:pt x="251418" y="205900"/>
                  </a:lnTo>
                  <a:cubicBezTo>
                    <a:pt x="270144" y="205882"/>
                    <a:pt x="285321" y="190846"/>
                    <a:pt x="285339" y="172292"/>
                  </a:cubicBezTo>
                  <a:lnTo>
                    <a:pt x="285339" y="102307"/>
                  </a:lnTo>
                  <a:cubicBezTo>
                    <a:pt x="285321" y="83753"/>
                    <a:pt x="270144" y="68717"/>
                    <a:pt x="251418" y="68700"/>
                  </a:cubicBezTo>
                  <a:lnTo>
                    <a:pt x="203511" y="68700"/>
                  </a:lnTo>
                  <a:lnTo>
                    <a:pt x="203511" y="49105"/>
                  </a:lnTo>
                  <a:cubicBezTo>
                    <a:pt x="216975" y="45661"/>
                    <a:pt x="225071" y="32055"/>
                    <a:pt x="221595" y="18715"/>
                  </a:cubicBezTo>
                  <a:cubicBezTo>
                    <a:pt x="218118" y="5376"/>
                    <a:pt x="204386" y="-2646"/>
                    <a:pt x="190922" y="798"/>
                  </a:cubicBezTo>
                  <a:cubicBezTo>
                    <a:pt x="177458" y="4242"/>
                    <a:pt x="169362" y="17848"/>
                    <a:pt x="172838" y="31188"/>
                  </a:cubicBezTo>
                  <a:cubicBezTo>
                    <a:pt x="175128" y="39975"/>
                    <a:pt x="182053" y="46836"/>
                    <a:pt x="190922" y="49105"/>
                  </a:cubicBezTo>
                  <a:lnTo>
                    <a:pt x="190922" y="68700"/>
                  </a:lnTo>
                  <a:lnTo>
                    <a:pt x="143009" y="68700"/>
                  </a:lnTo>
                  <a:cubicBezTo>
                    <a:pt x="124285" y="68720"/>
                    <a:pt x="109112" y="83756"/>
                    <a:pt x="109095" y="102307"/>
                  </a:cubicBezTo>
                  <a:lnTo>
                    <a:pt x="109095" y="172292"/>
                  </a:lnTo>
                  <a:cubicBezTo>
                    <a:pt x="109112" y="190843"/>
                    <a:pt x="124285" y="205879"/>
                    <a:pt x="143009" y="205900"/>
                  </a:cubicBezTo>
                  <a:lnTo>
                    <a:pt x="163642" y="205900"/>
                  </a:lnTo>
                  <a:lnTo>
                    <a:pt x="163642" y="224609"/>
                  </a:lnTo>
                  <a:lnTo>
                    <a:pt x="90211" y="224609"/>
                  </a:lnTo>
                  <a:lnTo>
                    <a:pt x="90211" y="261983"/>
                  </a:lnTo>
                  <a:lnTo>
                    <a:pt x="50267" y="261983"/>
                  </a:lnTo>
                  <a:cubicBezTo>
                    <a:pt x="45098" y="261980"/>
                    <a:pt x="40908" y="257831"/>
                    <a:pt x="40901" y="252710"/>
                  </a:cubicBezTo>
                  <a:lnTo>
                    <a:pt x="40901" y="195878"/>
                  </a:lnTo>
                  <a:cubicBezTo>
                    <a:pt x="59700" y="192423"/>
                    <a:pt x="72113" y="174523"/>
                    <a:pt x="68626" y="155898"/>
                  </a:cubicBezTo>
                  <a:cubicBezTo>
                    <a:pt x="67477" y="149763"/>
                    <a:pt x="64662" y="144055"/>
                    <a:pt x="60483" y="139389"/>
                  </a:cubicBezTo>
                  <a:lnTo>
                    <a:pt x="51079" y="147683"/>
                  </a:lnTo>
                  <a:cubicBezTo>
                    <a:pt x="59157" y="156698"/>
                    <a:pt x="58330" y="170493"/>
                    <a:pt x="49231" y="178497"/>
                  </a:cubicBezTo>
                  <a:cubicBezTo>
                    <a:pt x="40133" y="186501"/>
                    <a:pt x="26209" y="185681"/>
                    <a:pt x="18131" y="176667"/>
                  </a:cubicBezTo>
                  <a:cubicBezTo>
                    <a:pt x="10767" y="168450"/>
                    <a:pt x="10717" y="156090"/>
                    <a:pt x="18014" y="147814"/>
                  </a:cubicBezTo>
                  <a:lnTo>
                    <a:pt x="8535" y="139601"/>
                  </a:lnTo>
                  <a:cubicBezTo>
                    <a:pt x="-4036" y="153875"/>
                    <a:pt x="-2548" y="175542"/>
                    <a:pt x="11859" y="187996"/>
                  </a:cubicBezTo>
                  <a:cubicBezTo>
                    <a:pt x="16532" y="192036"/>
                    <a:pt x="22214" y="194758"/>
                    <a:pt x="28312" y="195878"/>
                  </a:cubicBezTo>
                  <a:lnTo>
                    <a:pt x="28312" y="252710"/>
                  </a:lnTo>
                  <a:cubicBezTo>
                    <a:pt x="28326" y="264717"/>
                    <a:pt x="38148" y="274445"/>
                    <a:pt x="50267" y="274456"/>
                  </a:cubicBezTo>
                  <a:lnTo>
                    <a:pt x="90211" y="274456"/>
                  </a:lnTo>
                  <a:lnTo>
                    <a:pt x="90211" y="405619"/>
                  </a:lnTo>
                  <a:cubicBezTo>
                    <a:pt x="60732" y="407357"/>
                    <a:pt x="38256" y="432443"/>
                    <a:pt x="40011" y="461650"/>
                  </a:cubicBezTo>
                  <a:cubicBezTo>
                    <a:pt x="41691" y="489627"/>
                    <a:pt x="65072" y="511466"/>
                    <a:pt x="93359" y="511481"/>
                  </a:cubicBezTo>
                  <a:lnTo>
                    <a:pt x="301075" y="511481"/>
                  </a:lnTo>
                  <a:cubicBezTo>
                    <a:pt x="330606" y="511466"/>
                    <a:pt x="354533" y="487734"/>
                    <a:pt x="354517" y="458475"/>
                  </a:cubicBezTo>
                  <a:cubicBezTo>
                    <a:pt x="354502" y="430449"/>
                    <a:pt x="332459" y="407284"/>
                    <a:pt x="304222" y="405619"/>
                  </a:cubicBezTo>
                  <a:lnTo>
                    <a:pt x="304222" y="268263"/>
                  </a:lnTo>
                  <a:lnTo>
                    <a:pt x="332616" y="268263"/>
                  </a:lnTo>
                  <a:cubicBezTo>
                    <a:pt x="337787" y="268270"/>
                    <a:pt x="341978" y="272420"/>
                    <a:pt x="341988" y="277543"/>
                  </a:cubicBezTo>
                  <a:lnTo>
                    <a:pt x="341988" y="334369"/>
                  </a:lnTo>
                  <a:cubicBezTo>
                    <a:pt x="323189" y="337823"/>
                    <a:pt x="310776" y="355723"/>
                    <a:pt x="314263" y="374349"/>
                  </a:cubicBezTo>
                  <a:cubicBezTo>
                    <a:pt x="315411" y="380480"/>
                    <a:pt x="318224" y="386185"/>
                    <a:pt x="322400" y="390851"/>
                  </a:cubicBezTo>
                  <a:lnTo>
                    <a:pt x="331804" y="382557"/>
                  </a:lnTo>
                  <a:cubicBezTo>
                    <a:pt x="323728" y="373541"/>
                    <a:pt x="324557" y="359745"/>
                    <a:pt x="333657" y="351743"/>
                  </a:cubicBezTo>
                  <a:cubicBezTo>
                    <a:pt x="342757" y="343741"/>
                    <a:pt x="356681" y="344563"/>
                    <a:pt x="364758" y="353579"/>
                  </a:cubicBezTo>
                  <a:cubicBezTo>
                    <a:pt x="372120" y="361798"/>
                    <a:pt x="372168" y="374159"/>
                    <a:pt x="364869" y="382432"/>
                  </a:cubicBezTo>
                  <a:lnTo>
                    <a:pt x="374348" y="390639"/>
                  </a:lnTo>
                  <a:cubicBezTo>
                    <a:pt x="386916" y="376364"/>
                    <a:pt x="385424" y="354697"/>
                    <a:pt x="371016" y="342245"/>
                  </a:cubicBezTo>
                  <a:cubicBezTo>
                    <a:pt x="366347" y="338209"/>
                    <a:pt x="360670" y="335489"/>
                    <a:pt x="354577" y="334369"/>
                  </a:cubicBezTo>
                  <a:close/>
                  <a:moveTo>
                    <a:pt x="184628" y="25045"/>
                  </a:moveTo>
                  <a:cubicBezTo>
                    <a:pt x="184628" y="18156"/>
                    <a:pt x="190264" y="12572"/>
                    <a:pt x="197217" y="12572"/>
                  </a:cubicBezTo>
                  <a:cubicBezTo>
                    <a:pt x="204169" y="12572"/>
                    <a:pt x="209805" y="18156"/>
                    <a:pt x="209805" y="25045"/>
                  </a:cubicBezTo>
                  <a:cubicBezTo>
                    <a:pt x="209805" y="31934"/>
                    <a:pt x="204169" y="37518"/>
                    <a:pt x="197217" y="37518"/>
                  </a:cubicBezTo>
                  <a:cubicBezTo>
                    <a:pt x="190264" y="37521"/>
                    <a:pt x="184625" y="31940"/>
                    <a:pt x="184621" y="25051"/>
                  </a:cubicBezTo>
                  <a:cubicBezTo>
                    <a:pt x="184621" y="25049"/>
                    <a:pt x="184621" y="25047"/>
                    <a:pt x="184621" y="25045"/>
                  </a:cubicBezTo>
                  <a:close/>
                  <a:moveTo>
                    <a:pt x="102800" y="331063"/>
                  </a:moveTo>
                  <a:lnTo>
                    <a:pt x="154257" y="331063"/>
                  </a:lnTo>
                  <a:lnTo>
                    <a:pt x="174764" y="287877"/>
                  </a:lnTo>
                  <a:lnTo>
                    <a:pt x="194032" y="361017"/>
                  </a:lnTo>
                  <a:lnTo>
                    <a:pt x="220034" y="308008"/>
                  </a:lnTo>
                  <a:lnTo>
                    <a:pt x="236399" y="346486"/>
                  </a:lnTo>
                  <a:lnTo>
                    <a:pt x="249089" y="333633"/>
                  </a:lnTo>
                  <a:cubicBezTo>
                    <a:pt x="250769" y="332107"/>
                    <a:pt x="252931" y="331205"/>
                    <a:pt x="255207" y="331082"/>
                  </a:cubicBezTo>
                  <a:lnTo>
                    <a:pt x="291614" y="331082"/>
                  </a:lnTo>
                  <a:lnTo>
                    <a:pt x="291614" y="405463"/>
                  </a:lnTo>
                  <a:lnTo>
                    <a:pt x="102781" y="405463"/>
                  </a:lnTo>
                  <a:close/>
                  <a:moveTo>
                    <a:pt x="143009" y="193427"/>
                  </a:moveTo>
                  <a:cubicBezTo>
                    <a:pt x="131236" y="193409"/>
                    <a:pt x="121697" y="183956"/>
                    <a:pt x="121683" y="172292"/>
                  </a:cubicBezTo>
                  <a:lnTo>
                    <a:pt x="121683" y="102307"/>
                  </a:lnTo>
                  <a:cubicBezTo>
                    <a:pt x="121697" y="90643"/>
                    <a:pt x="131236" y="81190"/>
                    <a:pt x="143009" y="81172"/>
                  </a:cubicBezTo>
                  <a:lnTo>
                    <a:pt x="251418" y="81172"/>
                  </a:lnTo>
                  <a:cubicBezTo>
                    <a:pt x="263192" y="81190"/>
                    <a:pt x="272732" y="90642"/>
                    <a:pt x="272750" y="102307"/>
                  </a:cubicBezTo>
                  <a:lnTo>
                    <a:pt x="272750" y="172292"/>
                  </a:lnTo>
                  <a:cubicBezTo>
                    <a:pt x="272732" y="183958"/>
                    <a:pt x="263192" y="193409"/>
                    <a:pt x="251418" y="193427"/>
                  </a:cubicBezTo>
                  <a:lnTo>
                    <a:pt x="143009" y="193427"/>
                  </a:lnTo>
                  <a:close/>
                  <a:moveTo>
                    <a:pt x="176231" y="205900"/>
                  </a:moveTo>
                  <a:lnTo>
                    <a:pt x="220292" y="205900"/>
                  </a:lnTo>
                  <a:lnTo>
                    <a:pt x="220292" y="224609"/>
                  </a:lnTo>
                  <a:lnTo>
                    <a:pt x="176231" y="224609"/>
                  </a:lnTo>
                  <a:close/>
                  <a:moveTo>
                    <a:pt x="163642" y="237081"/>
                  </a:moveTo>
                  <a:lnTo>
                    <a:pt x="291633" y="237081"/>
                  </a:lnTo>
                  <a:lnTo>
                    <a:pt x="291633" y="318591"/>
                  </a:lnTo>
                  <a:lnTo>
                    <a:pt x="255226" y="318591"/>
                  </a:lnTo>
                  <a:cubicBezTo>
                    <a:pt x="249829" y="318700"/>
                    <a:pt x="244655" y="320748"/>
                    <a:pt x="240667" y="324353"/>
                  </a:cubicBezTo>
                  <a:lnTo>
                    <a:pt x="220840" y="277792"/>
                  </a:lnTo>
                  <a:lnTo>
                    <a:pt x="197607" y="325189"/>
                  </a:lnTo>
                  <a:lnTo>
                    <a:pt x="178170" y="251425"/>
                  </a:lnTo>
                  <a:lnTo>
                    <a:pt x="146269" y="318591"/>
                  </a:lnTo>
                  <a:lnTo>
                    <a:pt x="102800" y="318591"/>
                  </a:lnTo>
                  <a:lnTo>
                    <a:pt x="102800" y="237081"/>
                  </a:lnTo>
                  <a:close/>
                  <a:moveTo>
                    <a:pt x="341988" y="458472"/>
                  </a:moveTo>
                  <a:cubicBezTo>
                    <a:pt x="341961" y="480848"/>
                    <a:pt x="323659" y="498981"/>
                    <a:pt x="301075" y="499009"/>
                  </a:cubicBezTo>
                  <a:lnTo>
                    <a:pt x="93359" y="499009"/>
                  </a:lnTo>
                  <a:cubicBezTo>
                    <a:pt x="70762" y="499009"/>
                    <a:pt x="52445" y="480860"/>
                    <a:pt x="52445" y="458472"/>
                  </a:cubicBezTo>
                  <a:cubicBezTo>
                    <a:pt x="52445" y="436084"/>
                    <a:pt x="70762" y="417936"/>
                    <a:pt x="93359" y="417936"/>
                  </a:cubicBezTo>
                  <a:lnTo>
                    <a:pt x="301075" y="417936"/>
                  </a:lnTo>
                  <a:cubicBezTo>
                    <a:pt x="323659" y="417963"/>
                    <a:pt x="341961" y="436096"/>
                    <a:pt x="341988" y="458472"/>
                  </a:cubicBezTo>
                  <a:close/>
                </a:path>
              </a:pathLst>
            </a:cu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100" name="Freeform: Shape 347">
              <a:extLst>
                <a:ext uri="{FF2B5EF4-FFF2-40B4-BE49-F238E27FC236}">
                  <a16:creationId xmlns:a16="http://schemas.microsoft.com/office/drawing/2014/main" id="{129EABC4-DE46-5471-64E1-A033A20904EE}"/>
                </a:ext>
              </a:extLst>
            </p:cNvPr>
            <p:cNvSpPr/>
            <p:nvPr/>
          </p:nvSpPr>
          <p:spPr>
            <a:xfrm>
              <a:off x="3571599" y="1855744"/>
              <a:ext cx="54132" cy="53632"/>
            </a:xfrm>
            <a:custGeom>
              <a:avLst/>
              <a:gdLst>
                <a:gd name="csX0" fmla="*/ 54132 w 54132"/>
                <a:gd name="csY0" fmla="*/ 26816 h 53632"/>
                <a:gd name="csX1" fmla="*/ 27066 w 54132"/>
                <a:gd name="csY1" fmla="*/ 0 h 53632"/>
                <a:gd name="csX2" fmla="*/ 0 w 54132"/>
                <a:gd name="csY2" fmla="*/ 26816 h 53632"/>
                <a:gd name="csX3" fmla="*/ 27066 w 54132"/>
                <a:gd name="csY3" fmla="*/ 53633 h 53632"/>
                <a:gd name="csX4" fmla="*/ 54132 w 54132"/>
                <a:gd name="csY4" fmla="*/ 26816 h 53632"/>
                <a:gd name="csX5" fmla="*/ 27066 w 54132"/>
                <a:gd name="csY5" fmla="*/ 45525 h 53632"/>
                <a:gd name="csX6" fmla="*/ 8183 w 54132"/>
                <a:gd name="csY6" fmla="*/ 26816 h 53632"/>
                <a:gd name="csX7" fmla="*/ 27066 w 54132"/>
                <a:gd name="csY7" fmla="*/ 8107 h 53632"/>
                <a:gd name="csX8" fmla="*/ 45949 w 54132"/>
                <a:gd name="csY8" fmla="*/ 26816 h 53632"/>
                <a:gd name="csX9" fmla="*/ 27066 w 54132"/>
                <a:gd name="csY9" fmla="*/ 45525 h 536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54132" h="53632">
                  <a:moveTo>
                    <a:pt x="54132" y="26816"/>
                  </a:moveTo>
                  <a:cubicBezTo>
                    <a:pt x="54132" y="12006"/>
                    <a:pt x="42014" y="0"/>
                    <a:pt x="27066" y="0"/>
                  </a:cubicBezTo>
                  <a:cubicBezTo>
                    <a:pt x="12118" y="0"/>
                    <a:pt x="0" y="12006"/>
                    <a:pt x="0" y="26816"/>
                  </a:cubicBezTo>
                  <a:cubicBezTo>
                    <a:pt x="0" y="41626"/>
                    <a:pt x="12118" y="53633"/>
                    <a:pt x="27066" y="53633"/>
                  </a:cubicBezTo>
                  <a:cubicBezTo>
                    <a:pt x="42014" y="53633"/>
                    <a:pt x="54132" y="41626"/>
                    <a:pt x="54132" y="26816"/>
                  </a:cubicBezTo>
                  <a:close/>
                  <a:moveTo>
                    <a:pt x="27066" y="45525"/>
                  </a:moveTo>
                  <a:cubicBezTo>
                    <a:pt x="16637" y="45525"/>
                    <a:pt x="8183" y="37149"/>
                    <a:pt x="8183" y="26816"/>
                  </a:cubicBezTo>
                  <a:cubicBezTo>
                    <a:pt x="8183" y="16483"/>
                    <a:pt x="16637" y="8107"/>
                    <a:pt x="27066" y="8107"/>
                  </a:cubicBezTo>
                  <a:cubicBezTo>
                    <a:pt x="37495" y="8107"/>
                    <a:pt x="45949" y="16483"/>
                    <a:pt x="45949" y="26816"/>
                  </a:cubicBezTo>
                  <a:cubicBezTo>
                    <a:pt x="45949" y="37149"/>
                    <a:pt x="37495" y="45525"/>
                    <a:pt x="27066" y="45525"/>
                  </a:cubicBezTo>
                  <a:close/>
                </a:path>
              </a:pathLst>
            </a:cu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101" name="Oval 348">
              <a:extLst>
                <a:ext uri="{FF2B5EF4-FFF2-40B4-BE49-F238E27FC236}">
                  <a16:creationId xmlns:a16="http://schemas.microsoft.com/office/drawing/2014/main" id="{5BAB2CA2-0990-3B93-F023-497A0523DCF4}"/>
                </a:ext>
              </a:extLst>
            </p:cNvPr>
            <p:cNvSpPr/>
            <p:nvPr/>
          </p:nvSpPr>
          <p:spPr>
            <a:xfrm>
              <a:off x="3589223" y="1873206"/>
              <a:ext cx="18883" cy="18709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102" name="Freeform: Shape 349">
              <a:extLst>
                <a:ext uri="{FF2B5EF4-FFF2-40B4-BE49-F238E27FC236}">
                  <a16:creationId xmlns:a16="http://schemas.microsoft.com/office/drawing/2014/main" id="{E1A2CA61-08A1-4A6A-60BE-BB6602C90190}"/>
                </a:ext>
              </a:extLst>
            </p:cNvPr>
            <p:cNvSpPr/>
            <p:nvPr/>
          </p:nvSpPr>
          <p:spPr>
            <a:xfrm>
              <a:off x="3508655" y="1855744"/>
              <a:ext cx="54132" cy="53632"/>
            </a:xfrm>
            <a:custGeom>
              <a:avLst/>
              <a:gdLst>
                <a:gd name="csX0" fmla="*/ 27066 w 54132"/>
                <a:gd name="csY0" fmla="*/ 0 h 53632"/>
                <a:gd name="csX1" fmla="*/ 0 w 54132"/>
                <a:gd name="csY1" fmla="*/ 26816 h 53632"/>
                <a:gd name="csX2" fmla="*/ 27066 w 54132"/>
                <a:gd name="csY2" fmla="*/ 53633 h 53632"/>
                <a:gd name="csX3" fmla="*/ 54132 w 54132"/>
                <a:gd name="csY3" fmla="*/ 26816 h 53632"/>
                <a:gd name="csX4" fmla="*/ 27066 w 54132"/>
                <a:gd name="csY4" fmla="*/ 0 h 53632"/>
                <a:gd name="csX5" fmla="*/ 27066 w 54132"/>
                <a:gd name="csY5" fmla="*/ 45525 h 53632"/>
                <a:gd name="csX6" fmla="*/ 8183 w 54132"/>
                <a:gd name="csY6" fmla="*/ 26816 h 53632"/>
                <a:gd name="csX7" fmla="*/ 27066 w 54132"/>
                <a:gd name="csY7" fmla="*/ 8107 h 53632"/>
                <a:gd name="csX8" fmla="*/ 45949 w 54132"/>
                <a:gd name="csY8" fmla="*/ 26816 h 53632"/>
                <a:gd name="csX9" fmla="*/ 27066 w 54132"/>
                <a:gd name="csY9" fmla="*/ 45525 h 536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54132" h="53632">
                  <a:moveTo>
                    <a:pt x="27066" y="0"/>
                  </a:moveTo>
                  <a:cubicBezTo>
                    <a:pt x="12118" y="0"/>
                    <a:pt x="0" y="12006"/>
                    <a:pt x="0" y="26816"/>
                  </a:cubicBezTo>
                  <a:cubicBezTo>
                    <a:pt x="0" y="41626"/>
                    <a:pt x="12118" y="53633"/>
                    <a:pt x="27066" y="53633"/>
                  </a:cubicBezTo>
                  <a:cubicBezTo>
                    <a:pt x="42014" y="53633"/>
                    <a:pt x="54132" y="41626"/>
                    <a:pt x="54132" y="26816"/>
                  </a:cubicBezTo>
                  <a:cubicBezTo>
                    <a:pt x="54132" y="12006"/>
                    <a:pt x="42014" y="0"/>
                    <a:pt x="27066" y="0"/>
                  </a:cubicBezTo>
                  <a:close/>
                  <a:moveTo>
                    <a:pt x="27066" y="45525"/>
                  </a:moveTo>
                  <a:cubicBezTo>
                    <a:pt x="16637" y="45525"/>
                    <a:pt x="8183" y="37149"/>
                    <a:pt x="8183" y="26816"/>
                  </a:cubicBezTo>
                  <a:cubicBezTo>
                    <a:pt x="8183" y="16483"/>
                    <a:pt x="16637" y="8107"/>
                    <a:pt x="27066" y="8107"/>
                  </a:cubicBezTo>
                  <a:cubicBezTo>
                    <a:pt x="37495" y="8107"/>
                    <a:pt x="45949" y="16483"/>
                    <a:pt x="45949" y="26816"/>
                  </a:cubicBezTo>
                  <a:cubicBezTo>
                    <a:pt x="45949" y="37149"/>
                    <a:pt x="37495" y="45525"/>
                    <a:pt x="27066" y="45525"/>
                  </a:cubicBezTo>
                  <a:close/>
                </a:path>
              </a:pathLst>
            </a:cu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103" name="Oval 350">
              <a:extLst>
                <a:ext uri="{FF2B5EF4-FFF2-40B4-BE49-F238E27FC236}">
                  <a16:creationId xmlns:a16="http://schemas.microsoft.com/office/drawing/2014/main" id="{E9AC2A6F-FB7B-A745-041B-01E58918A07D}"/>
                </a:ext>
              </a:extLst>
            </p:cNvPr>
            <p:cNvSpPr/>
            <p:nvPr/>
          </p:nvSpPr>
          <p:spPr>
            <a:xfrm>
              <a:off x="3526279" y="1873206"/>
              <a:ext cx="18883" cy="18709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104" name="Oval 351">
              <a:extLst>
                <a:ext uri="{FF2B5EF4-FFF2-40B4-BE49-F238E27FC236}">
                  <a16:creationId xmlns:a16="http://schemas.microsoft.com/office/drawing/2014/main" id="{9CDA9AE4-6112-8733-4EC7-AABA869103B8}"/>
                </a:ext>
              </a:extLst>
            </p:cNvPr>
            <p:cNvSpPr/>
            <p:nvPr/>
          </p:nvSpPr>
          <p:spPr>
            <a:xfrm>
              <a:off x="3554610" y="2191261"/>
              <a:ext cx="25177" cy="24945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105" name="Oval 352">
              <a:extLst>
                <a:ext uri="{FF2B5EF4-FFF2-40B4-BE49-F238E27FC236}">
                  <a16:creationId xmlns:a16="http://schemas.microsoft.com/office/drawing/2014/main" id="{DCC09317-029A-CBD6-C86B-D8D5FD1CC2AB}"/>
                </a:ext>
              </a:extLst>
            </p:cNvPr>
            <p:cNvSpPr/>
            <p:nvPr/>
          </p:nvSpPr>
          <p:spPr>
            <a:xfrm>
              <a:off x="3463341" y="2191261"/>
              <a:ext cx="25177" cy="24945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106" name="Oval 353">
              <a:extLst>
                <a:ext uri="{FF2B5EF4-FFF2-40B4-BE49-F238E27FC236}">
                  <a16:creationId xmlns:a16="http://schemas.microsoft.com/office/drawing/2014/main" id="{762B6ADC-2A2F-C0DE-2903-58E23483CA8E}"/>
                </a:ext>
              </a:extLst>
            </p:cNvPr>
            <p:cNvSpPr/>
            <p:nvPr/>
          </p:nvSpPr>
          <p:spPr>
            <a:xfrm>
              <a:off x="3645880" y="2191261"/>
              <a:ext cx="25177" cy="24945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sp>
        <p:nvSpPr>
          <p:cNvPr id="2107" name="TextBox 2106"/>
          <p:cNvSpPr txBox="1"/>
          <p:nvPr/>
        </p:nvSpPr>
        <p:spPr>
          <a:xfrm>
            <a:off x="502920" y="534924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000000"/>
                </a:solidFill>
                <a:latin typeface="Segoe UI"/>
                <a:cs typeface="Segoe UI"/>
              </a:rPr>
              <a:t>BUG ESCALATION GATE</a:t>
            </a:r>
          </a:p>
          <a:p>
            <a:pPr algn="ctr">
              <a:buNone/>
            </a:pPr>
            <a:r>
              <a:rPr lang="en-US" sz="900" b="0" i="0">
                <a:solidFill>
                  <a:srgbClr val="4A4A5E"/>
                </a:solidFill>
                <a:latin typeface="Calibri"/>
                <a:cs typeface="Calibri"/>
              </a:rPr>
              <a:t>Pauses the run; QA decides</a:t>
            </a:r>
          </a:p>
        </p:txBody>
      </p:sp>
      <p:sp>
        <p:nvSpPr>
          <p:cNvPr id="2108" name="TextBox 2107"/>
          <p:cNvSpPr txBox="1"/>
          <p:nvPr/>
        </p:nvSpPr>
        <p:spPr>
          <a:xfrm>
            <a:off x="2697480" y="4846320"/>
            <a:ext cx="14630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lang="en-US" sz="1100" b="1" i="0">
                <a:solidFill>
                  <a:srgbClr val="008A3E"/>
                </a:solidFill>
                <a:latin typeface="Calibri"/>
                <a:cs typeface="Calibri"/>
              </a:rPr>
              <a:t>Yes</a:t>
            </a:r>
            <a:r>
              <a:rPr lang="en-US" sz="1100" b="0" i="0">
                <a:solidFill>
                  <a:srgbClr val="1F1F33"/>
                </a:solidFill>
                <a:latin typeface="Calibri"/>
                <a:cs typeface="Calibri"/>
              </a:rPr>
              <a:t xml:space="preserve"> → continue</a:t>
            </a:r>
          </a:p>
          <a:p>
            <a:pPr>
              <a:spcAft>
                <a:spcPts val="400"/>
              </a:spcAft>
              <a:buNone/>
            </a:pPr>
            <a:r>
              <a:rPr lang="en-US" sz="1100" b="1" i="0">
                <a:solidFill>
                  <a:srgbClr val="C00000"/>
                </a:solidFill>
                <a:latin typeface="Calibri"/>
                <a:cs typeface="Calibri"/>
              </a:rPr>
              <a:t>Anything else</a:t>
            </a:r>
            <a:r>
              <a:rPr lang="en-US" sz="1100" b="0" i="0">
                <a:solidFill>
                  <a:srgbClr val="1F1F33"/>
                </a:solidFill>
                <a:latin typeface="Calibri"/>
                <a:cs typeface="Calibri"/>
              </a:rPr>
              <a:t xml:space="preserve"> → STOP</a:t>
            </a:r>
          </a:p>
        </p:txBody>
      </p:sp>
      <p:cxnSp>
        <p:nvCxnSpPr>
          <p:cNvPr id="2109" name="Connector 2108"/>
          <p:cNvCxnSpPr/>
          <p:nvPr/>
        </p:nvCxnSpPr>
        <p:spPr>
          <a:xfrm>
            <a:off x="6263640" y="4224527"/>
            <a:ext cx="0" cy="466345"/>
          </a:xfrm>
          <a:prstGeom prst="line">
            <a:avLst/>
          </a:prstGeom>
          <a:ln w="19050">
            <a:solidFill>
              <a:srgbClr val="FF0000"/>
            </a:solidFill>
            <a:tailEnd type="triangle"/>
          </a:ln>
        </p:spPr>
      </p:cxnSp>
      <p:sp>
        <p:nvSpPr>
          <p:cNvPr id="2110" name="TextBox 2109"/>
          <p:cNvSpPr txBox="1"/>
          <p:nvPr/>
        </p:nvSpPr>
        <p:spPr>
          <a:xfrm>
            <a:off x="6355080" y="43159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buNone/>
            </a:pPr>
            <a:r>
              <a:rPr lang="en-US" sz="1000" b="1" i="0">
                <a:solidFill>
                  <a:srgbClr val="000000"/>
                </a:solidFill>
                <a:latin typeface="Segoe UI"/>
                <a:cs typeface="Segoe UI"/>
              </a:rPr>
              <a:t>Job did not run</a:t>
            </a:r>
          </a:p>
        </p:txBody>
      </p:sp>
      <p:sp>
        <p:nvSpPr>
          <p:cNvPr id="2111" name="Process 2110"/>
          <p:cNvSpPr/>
          <p:nvPr/>
        </p:nvSpPr>
        <p:spPr>
          <a:xfrm>
            <a:off x="4663440" y="4709160"/>
            <a:ext cx="3200400" cy="1280160"/>
          </a:xfrm>
          <a:prstGeom prst="flowChartProcess">
            <a:avLst/>
          </a:prstGeom>
          <a:noFill/>
          <a:ln w="12700" cap="flat" cmpd="sng" algn="ctr">
            <a:gradFill>
              <a:gsLst>
                <a:gs pos="0">
                  <a:srgbClr val="7030A0"/>
                </a:gs>
                <a:gs pos="100000">
                  <a:srgbClr val="00B0F0"/>
                </a:gs>
              </a:gsLst>
              <a:lin ang="5400000" scaled="1"/>
            </a:gra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107" name="Graphic 124" descr="Robot outline">
            <a:extLst>
              <a:ext uri="{FF2B5EF4-FFF2-40B4-BE49-F238E27FC236}">
                <a16:creationId xmlns:a16="http://schemas.microsoft.com/office/drawing/2014/main" id="{31E61052-8C17-CB8F-37F7-B5AA808427F0}"/>
              </a:ext>
            </a:extLst>
          </p:cNvPr>
          <p:cNvGrpSpPr/>
          <p:nvPr/>
        </p:nvGrpSpPr>
        <p:grpSpPr>
          <a:xfrm>
            <a:off x="5413562" y="4855464"/>
            <a:ext cx="328555" cy="438912"/>
            <a:chOff x="3369983" y="1745261"/>
            <a:chExt cx="382878" cy="511481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2108" name="Freeform: Shape 346">
              <a:extLst>
                <a:ext uri="{FF2B5EF4-FFF2-40B4-BE49-F238E27FC236}">
                  <a16:creationId xmlns:a16="http://schemas.microsoft.com/office/drawing/2014/main" id="{11E52BB4-1DFE-4759-731D-23B2229F5ED7}"/>
                </a:ext>
              </a:extLst>
            </p:cNvPr>
            <p:cNvSpPr/>
            <p:nvPr/>
          </p:nvSpPr>
          <p:spPr>
            <a:xfrm>
              <a:off x="3369983" y="1745261"/>
              <a:ext cx="382878" cy="511481"/>
            </a:xfrm>
            <a:custGeom>
              <a:avLst/>
              <a:gdLst>
                <a:gd name="csX0" fmla="*/ 354577 w 382878"/>
                <a:gd name="csY0" fmla="*/ 334369 h 511481"/>
                <a:gd name="csX1" fmla="*/ 354577 w 382878"/>
                <a:gd name="csY1" fmla="*/ 277543 h 511481"/>
                <a:gd name="csX2" fmla="*/ 332616 w 382878"/>
                <a:gd name="csY2" fmla="*/ 255790 h 511481"/>
                <a:gd name="csX3" fmla="*/ 304222 w 382878"/>
                <a:gd name="csY3" fmla="*/ 255790 h 511481"/>
                <a:gd name="csX4" fmla="*/ 304222 w 382878"/>
                <a:gd name="csY4" fmla="*/ 224609 h 511481"/>
                <a:gd name="csX5" fmla="*/ 232881 w 382878"/>
                <a:gd name="csY5" fmla="*/ 224609 h 511481"/>
                <a:gd name="csX6" fmla="*/ 232881 w 382878"/>
                <a:gd name="csY6" fmla="*/ 205900 h 511481"/>
                <a:gd name="csX7" fmla="*/ 251418 w 382878"/>
                <a:gd name="csY7" fmla="*/ 205900 h 511481"/>
                <a:gd name="csX8" fmla="*/ 285339 w 382878"/>
                <a:gd name="csY8" fmla="*/ 172292 h 511481"/>
                <a:gd name="csX9" fmla="*/ 285339 w 382878"/>
                <a:gd name="csY9" fmla="*/ 102307 h 511481"/>
                <a:gd name="csX10" fmla="*/ 251418 w 382878"/>
                <a:gd name="csY10" fmla="*/ 68700 h 511481"/>
                <a:gd name="csX11" fmla="*/ 203511 w 382878"/>
                <a:gd name="csY11" fmla="*/ 68700 h 511481"/>
                <a:gd name="csX12" fmla="*/ 203511 w 382878"/>
                <a:gd name="csY12" fmla="*/ 49105 h 511481"/>
                <a:gd name="csX13" fmla="*/ 221595 w 382878"/>
                <a:gd name="csY13" fmla="*/ 18715 h 511481"/>
                <a:gd name="csX14" fmla="*/ 190922 w 382878"/>
                <a:gd name="csY14" fmla="*/ 798 h 511481"/>
                <a:gd name="csX15" fmla="*/ 172838 w 382878"/>
                <a:gd name="csY15" fmla="*/ 31188 h 511481"/>
                <a:gd name="csX16" fmla="*/ 190922 w 382878"/>
                <a:gd name="csY16" fmla="*/ 49105 h 511481"/>
                <a:gd name="csX17" fmla="*/ 190922 w 382878"/>
                <a:gd name="csY17" fmla="*/ 68700 h 511481"/>
                <a:gd name="csX18" fmla="*/ 143009 w 382878"/>
                <a:gd name="csY18" fmla="*/ 68700 h 511481"/>
                <a:gd name="csX19" fmla="*/ 109095 w 382878"/>
                <a:gd name="csY19" fmla="*/ 102307 h 511481"/>
                <a:gd name="csX20" fmla="*/ 109095 w 382878"/>
                <a:gd name="csY20" fmla="*/ 172292 h 511481"/>
                <a:gd name="csX21" fmla="*/ 143009 w 382878"/>
                <a:gd name="csY21" fmla="*/ 205900 h 511481"/>
                <a:gd name="csX22" fmla="*/ 163642 w 382878"/>
                <a:gd name="csY22" fmla="*/ 205900 h 511481"/>
                <a:gd name="csX23" fmla="*/ 163642 w 382878"/>
                <a:gd name="csY23" fmla="*/ 224609 h 511481"/>
                <a:gd name="csX24" fmla="*/ 90211 w 382878"/>
                <a:gd name="csY24" fmla="*/ 224609 h 511481"/>
                <a:gd name="csX25" fmla="*/ 90211 w 382878"/>
                <a:gd name="csY25" fmla="*/ 261983 h 511481"/>
                <a:gd name="csX26" fmla="*/ 50267 w 382878"/>
                <a:gd name="csY26" fmla="*/ 261983 h 511481"/>
                <a:gd name="csX27" fmla="*/ 40901 w 382878"/>
                <a:gd name="csY27" fmla="*/ 252710 h 511481"/>
                <a:gd name="csX28" fmla="*/ 40901 w 382878"/>
                <a:gd name="csY28" fmla="*/ 195878 h 511481"/>
                <a:gd name="csX29" fmla="*/ 68626 w 382878"/>
                <a:gd name="csY29" fmla="*/ 155898 h 511481"/>
                <a:gd name="csX30" fmla="*/ 60483 w 382878"/>
                <a:gd name="csY30" fmla="*/ 139389 h 511481"/>
                <a:gd name="csX31" fmla="*/ 51079 w 382878"/>
                <a:gd name="csY31" fmla="*/ 147683 h 511481"/>
                <a:gd name="csX32" fmla="*/ 49231 w 382878"/>
                <a:gd name="csY32" fmla="*/ 178497 h 511481"/>
                <a:gd name="csX33" fmla="*/ 18131 w 382878"/>
                <a:gd name="csY33" fmla="*/ 176667 h 511481"/>
                <a:gd name="csX34" fmla="*/ 18014 w 382878"/>
                <a:gd name="csY34" fmla="*/ 147814 h 511481"/>
                <a:gd name="csX35" fmla="*/ 8535 w 382878"/>
                <a:gd name="csY35" fmla="*/ 139601 h 511481"/>
                <a:gd name="csX36" fmla="*/ 11859 w 382878"/>
                <a:gd name="csY36" fmla="*/ 187996 h 511481"/>
                <a:gd name="csX37" fmla="*/ 28312 w 382878"/>
                <a:gd name="csY37" fmla="*/ 195878 h 511481"/>
                <a:gd name="csX38" fmla="*/ 28312 w 382878"/>
                <a:gd name="csY38" fmla="*/ 252710 h 511481"/>
                <a:gd name="csX39" fmla="*/ 50267 w 382878"/>
                <a:gd name="csY39" fmla="*/ 274456 h 511481"/>
                <a:gd name="csX40" fmla="*/ 90211 w 382878"/>
                <a:gd name="csY40" fmla="*/ 274456 h 511481"/>
                <a:gd name="csX41" fmla="*/ 90211 w 382878"/>
                <a:gd name="csY41" fmla="*/ 405619 h 511481"/>
                <a:gd name="csX42" fmla="*/ 40011 w 382878"/>
                <a:gd name="csY42" fmla="*/ 461650 h 511481"/>
                <a:gd name="csX43" fmla="*/ 93359 w 382878"/>
                <a:gd name="csY43" fmla="*/ 511481 h 511481"/>
                <a:gd name="csX44" fmla="*/ 301075 w 382878"/>
                <a:gd name="csY44" fmla="*/ 511481 h 511481"/>
                <a:gd name="csX45" fmla="*/ 354517 w 382878"/>
                <a:gd name="csY45" fmla="*/ 458475 h 511481"/>
                <a:gd name="csX46" fmla="*/ 304222 w 382878"/>
                <a:gd name="csY46" fmla="*/ 405619 h 511481"/>
                <a:gd name="csX47" fmla="*/ 304222 w 382878"/>
                <a:gd name="csY47" fmla="*/ 268263 h 511481"/>
                <a:gd name="csX48" fmla="*/ 332616 w 382878"/>
                <a:gd name="csY48" fmla="*/ 268263 h 511481"/>
                <a:gd name="csX49" fmla="*/ 341988 w 382878"/>
                <a:gd name="csY49" fmla="*/ 277543 h 511481"/>
                <a:gd name="csX50" fmla="*/ 341988 w 382878"/>
                <a:gd name="csY50" fmla="*/ 334369 h 511481"/>
                <a:gd name="csX51" fmla="*/ 314263 w 382878"/>
                <a:gd name="csY51" fmla="*/ 374349 h 511481"/>
                <a:gd name="csX52" fmla="*/ 322400 w 382878"/>
                <a:gd name="csY52" fmla="*/ 390851 h 511481"/>
                <a:gd name="csX53" fmla="*/ 331804 w 382878"/>
                <a:gd name="csY53" fmla="*/ 382557 h 511481"/>
                <a:gd name="csX54" fmla="*/ 333657 w 382878"/>
                <a:gd name="csY54" fmla="*/ 351743 h 511481"/>
                <a:gd name="csX55" fmla="*/ 364758 w 382878"/>
                <a:gd name="csY55" fmla="*/ 353579 h 511481"/>
                <a:gd name="csX56" fmla="*/ 364869 w 382878"/>
                <a:gd name="csY56" fmla="*/ 382432 h 511481"/>
                <a:gd name="csX57" fmla="*/ 374348 w 382878"/>
                <a:gd name="csY57" fmla="*/ 390639 h 511481"/>
                <a:gd name="csX58" fmla="*/ 371016 w 382878"/>
                <a:gd name="csY58" fmla="*/ 342245 h 511481"/>
                <a:gd name="csX59" fmla="*/ 354577 w 382878"/>
                <a:gd name="csY59" fmla="*/ 334369 h 511481"/>
                <a:gd name="csX60" fmla="*/ 184628 w 382878"/>
                <a:gd name="csY60" fmla="*/ 25045 h 511481"/>
                <a:gd name="csX61" fmla="*/ 197217 w 382878"/>
                <a:gd name="csY61" fmla="*/ 12572 h 511481"/>
                <a:gd name="csX62" fmla="*/ 209805 w 382878"/>
                <a:gd name="csY62" fmla="*/ 25045 h 511481"/>
                <a:gd name="csX63" fmla="*/ 197217 w 382878"/>
                <a:gd name="csY63" fmla="*/ 37518 h 511481"/>
                <a:gd name="csX64" fmla="*/ 184621 w 382878"/>
                <a:gd name="csY64" fmla="*/ 25051 h 511481"/>
                <a:gd name="csX65" fmla="*/ 184621 w 382878"/>
                <a:gd name="csY65" fmla="*/ 25045 h 511481"/>
                <a:gd name="csX66" fmla="*/ 102800 w 382878"/>
                <a:gd name="csY66" fmla="*/ 331063 h 511481"/>
                <a:gd name="csX67" fmla="*/ 154257 w 382878"/>
                <a:gd name="csY67" fmla="*/ 331063 h 511481"/>
                <a:gd name="csX68" fmla="*/ 174764 w 382878"/>
                <a:gd name="csY68" fmla="*/ 287877 h 511481"/>
                <a:gd name="csX69" fmla="*/ 194032 w 382878"/>
                <a:gd name="csY69" fmla="*/ 361017 h 511481"/>
                <a:gd name="csX70" fmla="*/ 220034 w 382878"/>
                <a:gd name="csY70" fmla="*/ 308008 h 511481"/>
                <a:gd name="csX71" fmla="*/ 236399 w 382878"/>
                <a:gd name="csY71" fmla="*/ 346486 h 511481"/>
                <a:gd name="csX72" fmla="*/ 249089 w 382878"/>
                <a:gd name="csY72" fmla="*/ 333633 h 511481"/>
                <a:gd name="csX73" fmla="*/ 255207 w 382878"/>
                <a:gd name="csY73" fmla="*/ 331082 h 511481"/>
                <a:gd name="csX74" fmla="*/ 291614 w 382878"/>
                <a:gd name="csY74" fmla="*/ 331082 h 511481"/>
                <a:gd name="csX75" fmla="*/ 291614 w 382878"/>
                <a:gd name="csY75" fmla="*/ 405463 h 511481"/>
                <a:gd name="csX76" fmla="*/ 102781 w 382878"/>
                <a:gd name="csY76" fmla="*/ 405463 h 511481"/>
                <a:gd name="csX77" fmla="*/ 143009 w 382878"/>
                <a:gd name="csY77" fmla="*/ 193427 h 511481"/>
                <a:gd name="csX78" fmla="*/ 121683 w 382878"/>
                <a:gd name="csY78" fmla="*/ 172292 h 511481"/>
                <a:gd name="csX79" fmla="*/ 121683 w 382878"/>
                <a:gd name="csY79" fmla="*/ 102307 h 511481"/>
                <a:gd name="csX80" fmla="*/ 143009 w 382878"/>
                <a:gd name="csY80" fmla="*/ 81172 h 511481"/>
                <a:gd name="csX81" fmla="*/ 251418 w 382878"/>
                <a:gd name="csY81" fmla="*/ 81172 h 511481"/>
                <a:gd name="csX82" fmla="*/ 272750 w 382878"/>
                <a:gd name="csY82" fmla="*/ 102307 h 511481"/>
                <a:gd name="csX83" fmla="*/ 272750 w 382878"/>
                <a:gd name="csY83" fmla="*/ 172292 h 511481"/>
                <a:gd name="csX84" fmla="*/ 251418 w 382878"/>
                <a:gd name="csY84" fmla="*/ 193427 h 511481"/>
                <a:gd name="csX85" fmla="*/ 143009 w 382878"/>
                <a:gd name="csY85" fmla="*/ 193427 h 511481"/>
                <a:gd name="csX86" fmla="*/ 176231 w 382878"/>
                <a:gd name="csY86" fmla="*/ 205900 h 511481"/>
                <a:gd name="csX87" fmla="*/ 220292 w 382878"/>
                <a:gd name="csY87" fmla="*/ 205900 h 511481"/>
                <a:gd name="csX88" fmla="*/ 220292 w 382878"/>
                <a:gd name="csY88" fmla="*/ 224609 h 511481"/>
                <a:gd name="csX89" fmla="*/ 176231 w 382878"/>
                <a:gd name="csY89" fmla="*/ 224609 h 511481"/>
                <a:gd name="csX90" fmla="*/ 163642 w 382878"/>
                <a:gd name="csY90" fmla="*/ 237081 h 511481"/>
                <a:gd name="csX91" fmla="*/ 291633 w 382878"/>
                <a:gd name="csY91" fmla="*/ 237081 h 511481"/>
                <a:gd name="csX92" fmla="*/ 291633 w 382878"/>
                <a:gd name="csY92" fmla="*/ 318591 h 511481"/>
                <a:gd name="csX93" fmla="*/ 255226 w 382878"/>
                <a:gd name="csY93" fmla="*/ 318591 h 511481"/>
                <a:gd name="csX94" fmla="*/ 240667 w 382878"/>
                <a:gd name="csY94" fmla="*/ 324353 h 511481"/>
                <a:gd name="csX95" fmla="*/ 220840 w 382878"/>
                <a:gd name="csY95" fmla="*/ 277792 h 511481"/>
                <a:gd name="csX96" fmla="*/ 197607 w 382878"/>
                <a:gd name="csY96" fmla="*/ 325189 h 511481"/>
                <a:gd name="csX97" fmla="*/ 178170 w 382878"/>
                <a:gd name="csY97" fmla="*/ 251425 h 511481"/>
                <a:gd name="csX98" fmla="*/ 146269 w 382878"/>
                <a:gd name="csY98" fmla="*/ 318591 h 511481"/>
                <a:gd name="csX99" fmla="*/ 102800 w 382878"/>
                <a:gd name="csY99" fmla="*/ 318591 h 511481"/>
                <a:gd name="csX100" fmla="*/ 102800 w 382878"/>
                <a:gd name="csY100" fmla="*/ 237081 h 511481"/>
                <a:gd name="csX101" fmla="*/ 341988 w 382878"/>
                <a:gd name="csY101" fmla="*/ 458472 h 511481"/>
                <a:gd name="csX102" fmla="*/ 301075 w 382878"/>
                <a:gd name="csY102" fmla="*/ 499009 h 511481"/>
                <a:gd name="csX103" fmla="*/ 93359 w 382878"/>
                <a:gd name="csY103" fmla="*/ 499009 h 511481"/>
                <a:gd name="csX104" fmla="*/ 52445 w 382878"/>
                <a:gd name="csY104" fmla="*/ 458472 h 511481"/>
                <a:gd name="csX105" fmla="*/ 93359 w 382878"/>
                <a:gd name="csY105" fmla="*/ 417936 h 511481"/>
                <a:gd name="csX106" fmla="*/ 301075 w 382878"/>
                <a:gd name="csY106" fmla="*/ 417936 h 511481"/>
                <a:gd name="csX107" fmla="*/ 341988 w 382878"/>
                <a:gd name="csY107" fmla="*/ 458472 h 5114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</a:cxnLst>
              <a:rect l="l" t="t" r="r" b="b"/>
              <a:pathLst>
                <a:path w="382878" h="511481">
                  <a:moveTo>
                    <a:pt x="354577" y="334369"/>
                  </a:moveTo>
                  <a:lnTo>
                    <a:pt x="354577" y="277543"/>
                  </a:lnTo>
                  <a:cubicBezTo>
                    <a:pt x="354563" y="265533"/>
                    <a:pt x="344738" y="255801"/>
                    <a:pt x="332616" y="255790"/>
                  </a:cubicBezTo>
                  <a:lnTo>
                    <a:pt x="304222" y="255790"/>
                  </a:lnTo>
                  <a:lnTo>
                    <a:pt x="304222" y="224609"/>
                  </a:lnTo>
                  <a:lnTo>
                    <a:pt x="232881" y="224609"/>
                  </a:lnTo>
                  <a:lnTo>
                    <a:pt x="232881" y="205900"/>
                  </a:lnTo>
                  <a:lnTo>
                    <a:pt x="251418" y="205900"/>
                  </a:lnTo>
                  <a:cubicBezTo>
                    <a:pt x="270144" y="205882"/>
                    <a:pt x="285321" y="190846"/>
                    <a:pt x="285339" y="172292"/>
                  </a:cubicBezTo>
                  <a:lnTo>
                    <a:pt x="285339" y="102307"/>
                  </a:lnTo>
                  <a:cubicBezTo>
                    <a:pt x="285321" y="83753"/>
                    <a:pt x="270144" y="68717"/>
                    <a:pt x="251418" y="68700"/>
                  </a:cubicBezTo>
                  <a:lnTo>
                    <a:pt x="203511" y="68700"/>
                  </a:lnTo>
                  <a:lnTo>
                    <a:pt x="203511" y="49105"/>
                  </a:lnTo>
                  <a:cubicBezTo>
                    <a:pt x="216975" y="45661"/>
                    <a:pt x="225071" y="32055"/>
                    <a:pt x="221595" y="18715"/>
                  </a:cubicBezTo>
                  <a:cubicBezTo>
                    <a:pt x="218118" y="5376"/>
                    <a:pt x="204386" y="-2646"/>
                    <a:pt x="190922" y="798"/>
                  </a:cubicBezTo>
                  <a:cubicBezTo>
                    <a:pt x="177458" y="4242"/>
                    <a:pt x="169362" y="17848"/>
                    <a:pt x="172838" y="31188"/>
                  </a:cubicBezTo>
                  <a:cubicBezTo>
                    <a:pt x="175128" y="39975"/>
                    <a:pt x="182053" y="46836"/>
                    <a:pt x="190922" y="49105"/>
                  </a:cubicBezTo>
                  <a:lnTo>
                    <a:pt x="190922" y="68700"/>
                  </a:lnTo>
                  <a:lnTo>
                    <a:pt x="143009" y="68700"/>
                  </a:lnTo>
                  <a:cubicBezTo>
                    <a:pt x="124285" y="68720"/>
                    <a:pt x="109112" y="83756"/>
                    <a:pt x="109095" y="102307"/>
                  </a:cubicBezTo>
                  <a:lnTo>
                    <a:pt x="109095" y="172292"/>
                  </a:lnTo>
                  <a:cubicBezTo>
                    <a:pt x="109112" y="190843"/>
                    <a:pt x="124285" y="205879"/>
                    <a:pt x="143009" y="205900"/>
                  </a:cubicBezTo>
                  <a:lnTo>
                    <a:pt x="163642" y="205900"/>
                  </a:lnTo>
                  <a:lnTo>
                    <a:pt x="163642" y="224609"/>
                  </a:lnTo>
                  <a:lnTo>
                    <a:pt x="90211" y="224609"/>
                  </a:lnTo>
                  <a:lnTo>
                    <a:pt x="90211" y="261983"/>
                  </a:lnTo>
                  <a:lnTo>
                    <a:pt x="50267" y="261983"/>
                  </a:lnTo>
                  <a:cubicBezTo>
                    <a:pt x="45098" y="261980"/>
                    <a:pt x="40908" y="257831"/>
                    <a:pt x="40901" y="252710"/>
                  </a:cubicBezTo>
                  <a:lnTo>
                    <a:pt x="40901" y="195878"/>
                  </a:lnTo>
                  <a:cubicBezTo>
                    <a:pt x="59700" y="192423"/>
                    <a:pt x="72113" y="174523"/>
                    <a:pt x="68626" y="155898"/>
                  </a:cubicBezTo>
                  <a:cubicBezTo>
                    <a:pt x="67477" y="149763"/>
                    <a:pt x="64662" y="144055"/>
                    <a:pt x="60483" y="139389"/>
                  </a:cubicBezTo>
                  <a:lnTo>
                    <a:pt x="51079" y="147683"/>
                  </a:lnTo>
                  <a:cubicBezTo>
                    <a:pt x="59157" y="156698"/>
                    <a:pt x="58330" y="170493"/>
                    <a:pt x="49231" y="178497"/>
                  </a:cubicBezTo>
                  <a:cubicBezTo>
                    <a:pt x="40133" y="186501"/>
                    <a:pt x="26209" y="185681"/>
                    <a:pt x="18131" y="176667"/>
                  </a:cubicBezTo>
                  <a:cubicBezTo>
                    <a:pt x="10767" y="168450"/>
                    <a:pt x="10717" y="156090"/>
                    <a:pt x="18014" y="147814"/>
                  </a:cubicBezTo>
                  <a:lnTo>
                    <a:pt x="8535" y="139601"/>
                  </a:lnTo>
                  <a:cubicBezTo>
                    <a:pt x="-4036" y="153875"/>
                    <a:pt x="-2548" y="175542"/>
                    <a:pt x="11859" y="187996"/>
                  </a:cubicBezTo>
                  <a:cubicBezTo>
                    <a:pt x="16532" y="192036"/>
                    <a:pt x="22214" y="194758"/>
                    <a:pt x="28312" y="195878"/>
                  </a:cubicBezTo>
                  <a:lnTo>
                    <a:pt x="28312" y="252710"/>
                  </a:lnTo>
                  <a:cubicBezTo>
                    <a:pt x="28326" y="264717"/>
                    <a:pt x="38148" y="274445"/>
                    <a:pt x="50267" y="274456"/>
                  </a:cubicBezTo>
                  <a:lnTo>
                    <a:pt x="90211" y="274456"/>
                  </a:lnTo>
                  <a:lnTo>
                    <a:pt x="90211" y="405619"/>
                  </a:lnTo>
                  <a:cubicBezTo>
                    <a:pt x="60732" y="407357"/>
                    <a:pt x="38256" y="432443"/>
                    <a:pt x="40011" y="461650"/>
                  </a:cubicBezTo>
                  <a:cubicBezTo>
                    <a:pt x="41691" y="489627"/>
                    <a:pt x="65072" y="511466"/>
                    <a:pt x="93359" y="511481"/>
                  </a:cubicBezTo>
                  <a:lnTo>
                    <a:pt x="301075" y="511481"/>
                  </a:lnTo>
                  <a:cubicBezTo>
                    <a:pt x="330606" y="511466"/>
                    <a:pt x="354533" y="487734"/>
                    <a:pt x="354517" y="458475"/>
                  </a:cubicBezTo>
                  <a:cubicBezTo>
                    <a:pt x="354502" y="430449"/>
                    <a:pt x="332459" y="407284"/>
                    <a:pt x="304222" y="405619"/>
                  </a:cubicBezTo>
                  <a:lnTo>
                    <a:pt x="304222" y="268263"/>
                  </a:lnTo>
                  <a:lnTo>
                    <a:pt x="332616" y="268263"/>
                  </a:lnTo>
                  <a:cubicBezTo>
                    <a:pt x="337787" y="268270"/>
                    <a:pt x="341978" y="272420"/>
                    <a:pt x="341988" y="277543"/>
                  </a:cubicBezTo>
                  <a:lnTo>
                    <a:pt x="341988" y="334369"/>
                  </a:lnTo>
                  <a:cubicBezTo>
                    <a:pt x="323189" y="337823"/>
                    <a:pt x="310776" y="355723"/>
                    <a:pt x="314263" y="374349"/>
                  </a:cubicBezTo>
                  <a:cubicBezTo>
                    <a:pt x="315411" y="380480"/>
                    <a:pt x="318224" y="386185"/>
                    <a:pt x="322400" y="390851"/>
                  </a:cubicBezTo>
                  <a:lnTo>
                    <a:pt x="331804" y="382557"/>
                  </a:lnTo>
                  <a:cubicBezTo>
                    <a:pt x="323728" y="373541"/>
                    <a:pt x="324557" y="359745"/>
                    <a:pt x="333657" y="351743"/>
                  </a:cubicBezTo>
                  <a:cubicBezTo>
                    <a:pt x="342757" y="343741"/>
                    <a:pt x="356681" y="344563"/>
                    <a:pt x="364758" y="353579"/>
                  </a:cubicBezTo>
                  <a:cubicBezTo>
                    <a:pt x="372120" y="361798"/>
                    <a:pt x="372168" y="374159"/>
                    <a:pt x="364869" y="382432"/>
                  </a:cubicBezTo>
                  <a:lnTo>
                    <a:pt x="374348" y="390639"/>
                  </a:lnTo>
                  <a:cubicBezTo>
                    <a:pt x="386916" y="376364"/>
                    <a:pt x="385424" y="354697"/>
                    <a:pt x="371016" y="342245"/>
                  </a:cubicBezTo>
                  <a:cubicBezTo>
                    <a:pt x="366347" y="338209"/>
                    <a:pt x="360670" y="335489"/>
                    <a:pt x="354577" y="334369"/>
                  </a:cubicBezTo>
                  <a:close/>
                  <a:moveTo>
                    <a:pt x="184628" y="25045"/>
                  </a:moveTo>
                  <a:cubicBezTo>
                    <a:pt x="184628" y="18156"/>
                    <a:pt x="190264" y="12572"/>
                    <a:pt x="197217" y="12572"/>
                  </a:cubicBezTo>
                  <a:cubicBezTo>
                    <a:pt x="204169" y="12572"/>
                    <a:pt x="209805" y="18156"/>
                    <a:pt x="209805" y="25045"/>
                  </a:cubicBezTo>
                  <a:cubicBezTo>
                    <a:pt x="209805" y="31934"/>
                    <a:pt x="204169" y="37518"/>
                    <a:pt x="197217" y="37518"/>
                  </a:cubicBezTo>
                  <a:cubicBezTo>
                    <a:pt x="190264" y="37521"/>
                    <a:pt x="184625" y="31940"/>
                    <a:pt x="184621" y="25051"/>
                  </a:cubicBezTo>
                  <a:cubicBezTo>
                    <a:pt x="184621" y="25049"/>
                    <a:pt x="184621" y="25047"/>
                    <a:pt x="184621" y="25045"/>
                  </a:cubicBezTo>
                  <a:close/>
                  <a:moveTo>
                    <a:pt x="102800" y="331063"/>
                  </a:moveTo>
                  <a:lnTo>
                    <a:pt x="154257" y="331063"/>
                  </a:lnTo>
                  <a:lnTo>
                    <a:pt x="174764" y="287877"/>
                  </a:lnTo>
                  <a:lnTo>
                    <a:pt x="194032" y="361017"/>
                  </a:lnTo>
                  <a:lnTo>
                    <a:pt x="220034" y="308008"/>
                  </a:lnTo>
                  <a:lnTo>
                    <a:pt x="236399" y="346486"/>
                  </a:lnTo>
                  <a:lnTo>
                    <a:pt x="249089" y="333633"/>
                  </a:lnTo>
                  <a:cubicBezTo>
                    <a:pt x="250769" y="332107"/>
                    <a:pt x="252931" y="331205"/>
                    <a:pt x="255207" y="331082"/>
                  </a:cubicBezTo>
                  <a:lnTo>
                    <a:pt x="291614" y="331082"/>
                  </a:lnTo>
                  <a:lnTo>
                    <a:pt x="291614" y="405463"/>
                  </a:lnTo>
                  <a:lnTo>
                    <a:pt x="102781" y="405463"/>
                  </a:lnTo>
                  <a:close/>
                  <a:moveTo>
                    <a:pt x="143009" y="193427"/>
                  </a:moveTo>
                  <a:cubicBezTo>
                    <a:pt x="131236" y="193409"/>
                    <a:pt x="121697" y="183956"/>
                    <a:pt x="121683" y="172292"/>
                  </a:cubicBezTo>
                  <a:lnTo>
                    <a:pt x="121683" y="102307"/>
                  </a:lnTo>
                  <a:cubicBezTo>
                    <a:pt x="121697" y="90643"/>
                    <a:pt x="131236" y="81190"/>
                    <a:pt x="143009" y="81172"/>
                  </a:cubicBezTo>
                  <a:lnTo>
                    <a:pt x="251418" y="81172"/>
                  </a:lnTo>
                  <a:cubicBezTo>
                    <a:pt x="263192" y="81190"/>
                    <a:pt x="272732" y="90642"/>
                    <a:pt x="272750" y="102307"/>
                  </a:cubicBezTo>
                  <a:lnTo>
                    <a:pt x="272750" y="172292"/>
                  </a:lnTo>
                  <a:cubicBezTo>
                    <a:pt x="272732" y="183958"/>
                    <a:pt x="263192" y="193409"/>
                    <a:pt x="251418" y="193427"/>
                  </a:cubicBezTo>
                  <a:lnTo>
                    <a:pt x="143009" y="193427"/>
                  </a:lnTo>
                  <a:close/>
                  <a:moveTo>
                    <a:pt x="176231" y="205900"/>
                  </a:moveTo>
                  <a:lnTo>
                    <a:pt x="220292" y="205900"/>
                  </a:lnTo>
                  <a:lnTo>
                    <a:pt x="220292" y="224609"/>
                  </a:lnTo>
                  <a:lnTo>
                    <a:pt x="176231" y="224609"/>
                  </a:lnTo>
                  <a:close/>
                  <a:moveTo>
                    <a:pt x="163642" y="237081"/>
                  </a:moveTo>
                  <a:lnTo>
                    <a:pt x="291633" y="237081"/>
                  </a:lnTo>
                  <a:lnTo>
                    <a:pt x="291633" y="318591"/>
                  </a:lnTo>
                  <a:lnTo>
                    <a:pt x="255226" y="318591"/>
                  </a:lnTo>
                  <a:cubicBezTo>
                    <a:pt x="249829" y="318700"/>
                    <a:pt x="244655" y="320748"/>
                    <a:pt x="240667" y="324353"/>
                  </a:cubicBezTo>
                  <a:lnTo>
                    <a:pt x="220840" y="277792"/>
                  </a:lnTo>
                  <a:lnTo>
                    <a:pt x="197607" y="325189"/>
                  </a:lnTo>
                  <a:lnTo>
                    <a:pt x="178170" y="251425"/>
                  </a:lnTo>
                  <a:lnTo>
                    <a:pt x="146269" y="318591"/>
                  </a:lnTo>
                  <a:lnTo>
                    <a:pt x="102800" y="318591"/>
                  </a:lnTo>
                  <a:lnTo>
                    <a:pt x="102800" y="237081"/>
                  </a:lnTo>
                  <a:close/>
                  <a:moveTo>
                    <a:pt x="341988" y="458472"/>
                  </a:moveTo>
                  <a:cubicBezTo>
                    <a:pt x="341961" y="480848"/>
                    <a:pt x="323659" y="498981"/>
                    <a:pt x="301075" y="499009"/>
                  </a:cubicBezTo>
                  <a:lnTo>
                    <a:pt x="93359" y="499009"/>
                  </a:lnTo>
                  <a:cubicBezTo>
                    <a:pt x="70762" y="499009"/>
                    <a:pt x="52445" y="480860"/>
                    <a:pt x="52445" y="458472"/>
                  </a:cubicBezTo>
                  <a:cubicBezTo>
                    <a:pt x="52445" y="436084"/>
                    <a:pt x="70762" y="417936"/>
                    <a:pt x="93359" y="417936"/>
                  </a:cubicBezTo>
                  <a:lnTo>
                    <a:pt x="301075" y="417936"/>
                  </a:lnTo>
                  <a:cubicBezTo>
                    <a:pt x="323659" y="417963"/>
                    <a:pt x="341961" y="436096"/>
                    <a:pt x="341988" y="458472"/>
                  </a:cubicBezTo>
                  <a:close/>
                </a:path>
              </a:pathLst>
            </a:cu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109" name="Freeform: Shape 347">
              <a:extLst>
                <a:ext uri="{FF2B5EF4-FFF2-40B4-BE49-F238E27FC236}">
                  <a16:creationId xmlns:a16="http://schemas.microsoft.com/office/drawing/2014/main" id="{129EABC4-DE46-5471-64E1-A033A20904EE}"/>
                </a:ext>
              </a:extLst>
            </p:cNvPr>
            <p:cNvSpPr/>
            <p:nvPr/>
          </p:nvSpPr>
          <p:spPr>
            <a:xfrm>
              <a:off x="3571599" y="1855744"/>
              <a:ext cx="54132" cy="53632"/>
            </a:xfrm>
            <a:custGeom>
              <a:avLst/>
              <a:gdLst>
                <a:gd name="csX0" fmla="*/ 54132 w 54132"/>
                <a:gd name="csY0" fmla="*/ 26816 h 53632"/>
                <a:gd name="csX1" fmla="*/ 27066 w 54132"/>
                <a:gd name="csY1" fmla="*/ 0 h 53632"/>
                <a:gd name="csX2" fmla="*/ 0 w 54132"/>
                <a:gd name="csY2" fmla="*/ 26816 h 53632"/>
                <a:gd name="csX3" fmla="*/ 27066 w 54132"/>
                <a:gd name="csY3" fmla="*/ 53633 h 53632"/>
                <a:gd name="csX4" fmla="*/ 54132 w 54132"/>
                <a:gd name="csY4" fmla="*/ 26816 h 53632"/>
                <a:gd name="csX5" fmla="*/ 27066 w 54132"/>
                <a:gd name="csY5" fmla="*/ 45525 h 53632"/>
                <a:gd name="csX6" fmla="*/ 8183 w 54132"/>
                <a:gd name="csY6" fmla="*/ 26816 h 53632"/>
                <a:gd name="csX7" fmla="*/ 27066 w 54132"/>
                <a:gd name="csY7" fmla="*/ 8107 h 53632"/>
                <a:gd name="csX8" fmla="*/ 45949 w 54132"/>
                <a:gd name="csY8" fmla="*/ 26816 h 53632"/>
                <a:gd name="csX9" fmla="*/ 27066 w 54132"/>
                <a:gd name="csY9" fmla="*/ 45525 h 536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54132" h="53632">
                  <a:moveTo>
                    <a:pt x="54132" y="26816"/>
                  </a:moveTo>
                  <a:cubicBezTo>
                    <a:pt x="54132" y="12006"/>
                    <a:pt x="42014" y="0"/>
                    <a:pt x="27066" y="0"/>
                  </a:cubicBezTo>
                  <a:cubicBezTo>
                    <a:pt x="12118" y="0"/>
                    <a:pt x="0" y="12006"/>
                    <a:pt x="0" y="26816"/>
                  </a:cubicBezTo>
                  <a:cubicBezTo>
                    <a:pt x="0" y="41626"/>
                    <a:pt x="12118" y="53633"/>
                    <a:pt x="27066" y="53633"/>
                  </a:cubicBezTo>
                  <a:cubicBezTo>
                    <a:pt x="42014" y="53633"/>
                    <a:pt x="54132" y="41626"/>
                    <a:pt x="54132" y="26816"/>
                  </a:cubicBezTo>
                  <a:close/>
                  <a:moveTo>
                    <a:pt x="27066" y="45525"/>
                  </a:moveTo>
                  <a:cubicBezTo>
                    <a:pt x="16637" y="45525"/>
                    <a:pt x="8183" y="37149"/>
                    <a:pt x="8183" y="26816"/>
                  </a:cubicBezTo>
                  <a:cubicBezTo>
                    <a:pt x="8183" y="16483"/>
                    <a:pt x="16637" y="8107"/>
                    <a:pt x="27066" y="8107"/>
                  </a:cubicBezTo>
                  <a:cubicBezTo>
                    <a:pt x="37495" y="8107"/>
                    <a:pt x="45949" y="16483"/>
                    <a:pt x="45949" y="26816"/>
                  </a:cubicBezTo>
                  <a:cubicBezTo>
                    <a:pt x="45949" y="37149"/>
                    <a:pt x="37495" y="45525"/>
                    <a:pt x="27066" y="45525"/>
                  </a:cubicBezTo>
                  <a:close/>
                </a:path>
              </a:pathLst>
            </a:cu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110" name="Oval 348">
              <a:extLst>
                <a:ext uri="{FF2B5EF4-FFF2-40B4-BE49-F238E27FC236}">
                  <a16:creationId xmlns:a16="http://schemas.microsoft.com/office/drawing/2014/main" id="{5BAB2CA2-0990-3B93-F023-497A0523DCF4}"/>
                </a:ext>
              </a:extLst>
            </p:cNvPr>
            <p:cNvSpPr/>
            <p:nvPr/>
          </p:nvSpPr>
          <p:spPr>
            <a:xfrm>
              <a:off x="3589223" y="1873206"/>
              <a:ext cx="18883" cy="18709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111" name="Freeform: Shape 349">
              <a:extLst>
                <a:ext uri="{FF2B5EF4-FFF2-40B4-BE49-F238E27FC236}">
                  <a16:creationId xmlns:a16="http://schemas.microsoft.com/office/drawing/2014/main" id="{E1A2CA61-08A1-4A6A-60BE-BB6602C90190}"/>
                </a:ext>
              </a:extLst>
            </p:cNvPr>
            <p:cNvSpPr/>
            <p:nvPr/>
          </p:nvSpPr>
          <p:spPr>
            <a:xfrm>
              <a:off x="3508655" y="1855744"/>
              <a:ext cx="54132" cy="53632"/>
            </a:xfrm>
            <a:custGeom>
              <a:avLst/>
              <a:gdLst>
                <a:gd name="csX0" fmla="*/ 27066 w 54132"/>
                <a:gd name="csY0" fmla="*/ 0 h 53632"/>
                <a:gd name="csX1" fmla="*/ 0 w 54132"/>
                <a:gd name="csY1" fmla="*/ 26816 h 53632"/>
                <a:gd name="csX2" fmla="*/ 27066 w 54132"/>
                <a:gd name="csY2" fmla="*/ 53633 h 53632"/>
                <a:gd name="csX3" fmla="*/ 54132 w 54132"/>
                <a:gd name="csY3" fmla="*/ 26816 h 53632"/>
                <a:gd name="csX4" fmla="*/ 27066 w 54132"/>
                <a:gd name="csY4" fmla="*/ 0 h 53632"/>
                <a:gd name="csX5" fmla="*/ 27066 w 54132"/>
                <a:gd name="csY5" fmla="*/ 45525 h 53632"/>
                <a:gd name="csX6" fmla="*/ 8183 w 54132"/>
                <a:gd name="csY6" fmla="*/ 26816 h 53632"/>
                <a:gd name="csX7" fmla="*/ 27066 w 54132"/>
                <a:gd name="csY7" fmla="*/ 8107 h 53632"/>
                <a:gd name="csX8" fmla="*/ 45949 w 54132"/>
                <a:gd name="csY8" fmla="*/ 26816 h 53632"/>
                <a:gd name="csX9" fmla="*/ 27066 w 54132"/>
                <a:gd name="csY9" fmla="*/ 45525 h 536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54132" h="53632">
                  <a:moveTo>
                    <a:pt x="27066" y="0"/>
                  </a:moveTo>
                  <a:cubicBezTo>
                    <a:pt x="12118" y="0"/>
                    <a:pt x="0" y="12006"/>
                    <a:pt x="0" y="26816"/>
                  </a:cubicBezTo>
                  <a:cubicBezTo>
                    <a:pt x="0" y="41626"/>
                    <a:pt x="12118" y="53633"/>
                    <a:pt x="27066" y="53633"/>
                  </a:cubicBezTo>
                  <a:cubicBezTo>
                    <a:pt x="42014" y="53633"/>
                    <a:pt x="54132" y="41626"/>
                    <a:pt x="54132" y="26816"/>
                  </a:cubicBezTo>
                  <a:cubicBezTo>
                    <a:pt x="54132" y="12006"/>
                    <a:pt x="42014" y="0"/>
                    <a:pt x="27066" y="0"/>
                  </a:cubicBezTo>
                  <a:close/>
                  <a:moveTo>
                    <a:pt x="27066" y="45525"/>
                  </a:moveTo>
                  <a:cubicBezTo>
                    <a:pt x="16637" y="45525"/>
                    <a:pt x="8183" y="37149"/>
                    <a:pt x="8183" y="26816"/>
                  </a:cubicBezTo>
                  <a:cubicBezTo>
                    <a:pt x="8183" y="16483"/>
                    <a:pt x="16637" y="8107"/>
                    <a:pt x="27066" y="8107"/>
                  </a:cubicBezTo>
                  <a:cubicBezTo>
                    <a:pt x="37495" y="8107"/>
                    <a:pt x="45949" y="16483"/>
                    <a:pt x="45949" y="26816"/>
                  </a:cubicBezTo>
                  <a:cubicBezTo>
                    <a:pt x="45949" y="37149"/>
                    <a:pt x="37495" y="45525"/>
                    <a:pt x="27066" y="45525"/>
                  </a:cubicBezTo>
                  <a:close/>
                </a:path>
              </a:pathLst>
            </a:cu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112" name="Oval 350">
              <a:extLst>
                <a:ext uri="{FF2B5EF4-FFF2-40B4-BE49-F238E27FC236}">
                  <a16:creationId xmlns:a16="http://schemas.microsoft.com/office/drawing/2014/main" id="{E9AC2A6F-FB7B-A745-041B-01E58918A07D}"/>
                </a:ext>
              </a:extLst>
            </p:cNvPr>
            <p:cNvSpPr/>
            <p:nvPr/>
          </p:nvSpPr>
          <p:spPr>
            <a:xfrm>
              <a:off x="3526279" y="1873206"/>
              <a:ext cx="18883" cy="18709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113" name="Oval 351">
              <a:extLst>
                <a:ext uri="{FF2B5EF4-FFF2-40B4-BE49-F238E27FC236}">
                  <a16:creationId xmlns:a16="http://schemas.microsoft.com/office/drawing/2014/main" id="{9CDA9AE4-6112-8733-4EC7-AABA869103B8}"/>
                </a:ext>
              </a:extLst>
            </p:cNvPr>
            <p:cNvSpPr/>
            <p:nvPr/>
          </p:nvSpPr>
          <p:spPr>
            <a:xfrm>
              <a:off x="3554610" y="2191261"/>
              <a:ext cx="25177" cy="24945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114" name="Oval 352">
              <a:extLst>
                <a:ext uri="{FF2B5EF4-FFF2-40B4-BE49-F238E27FC236}">
                  <a16:creationId xmlns:a16="http://schemas.microsoft.com/office/drawing/2014/main" id="{DCC09317-029A-CBD6-C86B-D8D5FD1CC2AB}"/>
                </a:ext>
              </a:extLst>
            </p:cNvPr>
            <p:cNvSpPr/>
            <p:nvPr/>
          </p:nvSpPr>
          <p:spPr>
            <a:xfrm>
              <a:off x="3463341" y="2191261"/>
              <a:ext cx="25177" cy="24945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115" name="Oval 353">
              <a:extLst>
                <a:ext uri="{FF2B5EF4-FFF2-40B4-BE49-F238E27FC236}">
                  <a16:creationId xmlns:a16="http://schemas.microsoft.com/office/drawing/2014/main" id="{762B6ADC-2A2F-C0DE-2903-58E23483CA8E}"/>
                </a:ext>
              </a:extLst>
            </p:cNvPr>
            <p:cNvSpPr/>
            <p:nvPr/>
          </p:nvSpPr>
          <p:spPr>
            <a:xfrm>
              <a:off x="3645880" y="2191261"/>
              <a:ext cx="25177" cy="24945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sp>
        <p:nvSpPr>
          <p:cNvPr id="2116" name="TextBox 2115"/>
          <p:cNvSpPr txBox="1"/>
          <p:nvPr/>
        </p:nvSpPr>
        <p:spPr>
          <a:xfrm>
            <a:off x="4800600" y="534924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000000"/>
                </a:solidFill>
                <a:latin typeface="Segoe UI"/>
                <a:cs typeface="Segoe UI"/>
              </a:rPr>
              <a:t>JOB MONITOR GATE</a:t>
            </a:r>
          </a:p>
          <a:p>
            <a:pPr algn="ctr">
              <a:buNone/>
            </a:pPr>
            <a:r>
              <a:rPr lang="en-US" sz="900" b="0" i="0">
                <a:solidFill>
                  <a:srgbClr val="4A4A5E"/>
                </a:solidFill>
                <a:latin typeface="Calibri"/>
                <a:cs typeface="Calibri"/>
              </a:rPr>
              <a:t>Pops an alert to QA</a:t>
            </a:r>
          </a:p>
        </p:txBody>
      </p:sp>
      <p:sp>
        <p:nvSpPr>
          <p:cNvPr id="2117" name="TextBox 2116"/>
          <p:cNvSpPr txBox="1"/>
          <p:nvPr/>
        </p:nvSpPr>
        <p:spPr>
          <a:xfrm>
            <a:off x="6583680" y="4846320"/>
            <a:ext cx="12344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lang="en-US" sz="1100" b="1" i="0">
                <a:solidFill>
                  <a:srgbClr val="C00000"/>
                </a:solidFill>
                <a:latin typeface="Calibri"/>
                <a:cs typeface="Calibri"/>
              </a:rPr>
              <a:t>Always → STOP</a:t>
            </a:r>
          </a:p>
          <a:p>
            <a:pPr>
              <a:spcAft>
                <a:spcPts val="400"/>
              </a:spcAft>
              <a:buNone/>
            </a:pPr>
            <a:r>
              <a:rPr lang="en-US" sz="1000" b="0" i="0">
                <a:solidFill>
                  <a:srgbClr val="4A4A5E"/>
                </a:solidFill>
                <a:latin typeface="Calibri"/>
                <a:cs typeface="Calibri"/>
              </a:rPr>
              <a:t>No continue path</a:t>
            </a:r>
          </a:p>
        </p:txBody>
      </p:sp>
      <p:sp>
        <p:nvSpPr>
          <p:cNvPr id="2118" name="Process 2117"/>
          <p:cNvSpPr/>
          <p:nvPr/>
        </p:nvSpPr>
        <p:spPr>
          <a:xfrm>
            <a:off x="8321040" y="4709160"/>
            <a:ext cx="3566160" cy="1280160"/>
          </a:xfrm>
          <a:prstGeom prst="flowChartProcess">
            <a:avLst/>
          </a:prstGeom>
          <a:noFill/>
          <a:ln w="12700" cap="flat" cmpd="sng" algn="ctr">
            <a:gradFill>
              <a:gsLst>
                <a:gs pos="0">
                  <a:srgbClr val="7030A0"/>
                </a:gs>
                <a:gs pos="100000">
                  <a:srgbClr val="00B0F0"/>
                </a:gs>
              </a:gsLst>
              <a:lin ang="5400000" scaled="1"/>
            </a:gra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116" name="Graphic 124" descr="Robot outline">
            <a:extLst>
              <a:ext uri="{FF2B5EF4-FFF2-40B4-BE49-F238E27FC236}">
                <a16:creationId xmlns:a16="http://schemas.microsoft.com/office/drawing/2014/main" id="{31E61052-8C17-CB8F-37F7-B5AA808427F0}"/>
              </a:ext>
            </a:extLst>
          </p:cNvPr>
          <p:cNvGrpSpPr/>
          <p:nvPr/>
        </p:nvGrpSpPr>
        <p:grpSpPr>
          <a:xfrm>
            <a:off x="9071162" y="4855464"/>
            <a:ext cx="328555" cy="438912"/>
            <a:chOff x="3369983" y="1745261"/>
            <a:chExt cx="382878" cy="511481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2117" name="Freeform: Shape 346">
              <a:extLst>
                <a:ext uri="{FF2B5EF4-FFF2-40B4-BE49-F238E27FC236}">
                  <a16:creationId xmlns:a16="http://schemas.microsoft.com/office/drawing/2014/main" id="{11E52BB4-1DFE-4759-731D-23B2229F5ED7}"/>
                </a:ext>
              </a:extLst>
            </p:cNvPr>
            <p:cNvSpPr/>
            <p:nvPr/>
          </p:nvSpPr>
          <p:spPr>
            <a:xfrm>
              <a:off x="3369983" y="1745261"/>
              <a:ext cx="382878" cy="511481"/>
            </a:xfrm>
            <a:custGeom>
              <a:avLst/>
              <a:gdLst>
                <a:gd name="csX0" fmla="*/ 354577 w 382878"/>
                <a:gd name="csY0" fmla="*/ 334369 h 511481"/>
                <a:gd name="csX1" fmla="*/ 354577 w 382878"/>
                <a:gd name="csY1" fmla="*/ 277543 h 511481"/>
                <a:gd name="csX2" fmla="*/ 332616 w 382878"/>
                <a:gd name="csY2" fmla="*/ 255790 h 511481"/>
                <a:gd name="csX3" fmla="*/ 304222 w 382878"/>
                <a:gd name="csY3" fmla="*/ 255790 h 511481"/>
                <a:gd name="csX4" fmla="*/ 304222 w 382878"/>
                <a:gd name="csY4" fmla="*/ 224609 h 511481"/>
                <a:gd name="csX5" fmla="*/ 232881 w 382878"/>
                <a:gd name="csY5" fmla="*/ 224609 h 511481"/>
                <a:gd name="csX6" fmla="*/ 232881 w 382878"/>
                <a:gd name="csY6" fmla="*/ 205900 h 511481"/>
                <a:gd name="csX7" fmla="*/ 251418 w 382878"/>
                <a:gd name="csY7" fmla="*/ 205900 h 511481"/>
                <a:gd name="csX8" fmla="*/ 285339 w 382878"/>
                <a:gd name="csY8" fmla="*/ 172292 h 511481"/>
                <a:gd name="csX9" fmla="*/ 285339 w 382878"/>
                <a:gd name="csY9" fmla="*/ 102307 h 511481"/>
                <a:gd name="csX10" fmla="*/ 251418 w 382878"/>
                <a:gd name="csY10" fmla="*/ 68700 h 511481"/>
                <a:gd name="csX11" fmla="*/ 203511 w 382878"/>
                <a:gd name="csY11" fmla="*/ 68700 h 511481"/>
                <a:gd name="csX12" fmla="*/ 203511 w 382878"/>
                <a:gd name="csY12" fmla="*/ 49105 h 511481"/>
                <a:gd name="csX13" fmla="*/ 221595 w 382878"/>
                <a:gd name="csY13" fmla="*/ 18715 h 511481"/>
                <a:gd name="csX14" fmla="*/ 190922 w 382878"/>
                <a:gd name="csY14" fmla="*/ 798 h 511481"/>
                <a:gd name="csX15" fmla="*/ 172838 w 382878"/>
                <a:gd name="csY15" fmla="*/ 31188 h 511481"/>
                <a:gd name="csX16" fmla="*/ 190922 w 382878"/>
                <a:gd name="csY16" fmla="*/ 49105 h 511481"/>
                <a:gd name="csX17" fmla="*/ 190922 w 382878"/>
                <a:gd name="csY17" fmla="*/ 68700 h 511481"/>
                <a:gd name="csX18" fmla="*/ 143009 w 382878"/>
                <a:gd name="csY18" fmla="*/ 68700 h 511481"/>
                <a:gd name="csX19" fmla="*/ 109095 w 382878"/>
                <a:gd name="csY19" fmla="*/ 102307 h 511481"/>
                <a:gd name="csX20" fmla="*/ 109095 w 382878"/>
                <a:gd name="csY20" fmla="*/ 172292 h 511481"/>
                <a:gd name="csX21" fmla="*/ 143009 w 382878"/>
                <a:gd name="csY21" fmla="*/ 205900 h 511481"/>
                <a:gd name="csX22" fmla="*/ 163642 w 382878"/>
                <a:gd name="csY22" fmla="*/ 205900 h 511481"/>
                <a:gd name="csX23" fmla="*/ 163642 w 382878"/>
                <a:gd name="csY23" fmla="*/ 224609 h 511481"/>
                <a:gd name="csX24" fmla="*/ 90211 w 382878"/>
                <a:gd name="csY24" fmla="*/ 224609 h 511481"/>
                <a:gd name="csX25" fmla="*/ 90211 w 382878"/>
                <a:gd name="csY25" fmla="*/ 261983 h 511481"/>
                <a:gd name="csX26" fmla="*/ 50267 w 382878"/>
                <a:gd name="csY26" fmla="*/ 261983 h 511481"/>
                <a:gd name="csX27" fmla="*/ 40901 w 382878"/>
                <a:gd name="csY27" fmla="*/ 252710 h 511481"/>
                <a:gd name="csX28" fmla="*/ 40901 w 382878"/>
                <a:gd name="csY28" fmla="*/ 195878 h 511481"/>
                <a:gd name="csX29" fmla="*/ 68626 w 382878"/>
                <a:gd name="csY29" fmla="*/ 155898 h 511481"/>
                <a:gd name="csX30" fmla="*/ 60483 w 382878"/>
                <a:gd name="csY30" fmla="*/ 139389 h 511481"/>
                <a:gd name="csX31" fmla="*/ 51079 w 382878"/>
                <a:gd name="csY31" fmla="*/ 147683 h 511481"/>
                <a:gd name="csX32" fmla="*/ 49231 w 382878"/>
                <a:gd name="csY32" fmla="*/ 178497 h 511481"/>
                <a:gd name="csX33" fmla="*/ 18131 w 382878"/>
                <a:gd name="csY33" fmla="*/ 176667 h 511481"/>
                <a:gd name="csX34" fmla="*/ 18014 w 382878"/>
                <a:gd name="csY34" fmla="*/ 147814 h 511481"/>
                <a:gd name="csX35" fmla="*/ 8535 w 382878"/>
                <a:gd name="csY35" fmla="*/ 139601 h 511481"/>
                <a:gd name="csX36" fmla="*/ 11859 w 382878"/>
                <a:gd name="csY36" fmla="*/ 187996 h 511481"/>
                <a:gd name="csX37" fmla="*/ 28312 w 382878"/>
                <a:gd name="csY37" fmla="*/ 195878 h 511481"/>
                <a:gd name="csX38" fmla="*/ 28312 w 382878"/>
                <a:gd name="csY38" fmla="*/ 252710 h 511481"/>
                <a:gd name="csX39" fmla="*/ 50267 w 382878"/>
                <a:gd name="csY39" fmla="*/ 274456 h 511481"/>
                <a:gd name="csX40" fmla="*/ 90211 w 382878"/>
                <a:gd name="csY40" fmla="*/ 274456 h 511481"/>
                <a:gd name="csX41" fmla="*/ 90211 w 382878"/>
                <a:gd name="csY41" fmla="*/ 405619 h 511481"/>
                <a:gd name="csX42" fmla="*/ 40011 w 382878"/>
                <a:gd name="csY42" fmla="*/ 461650 h 511481"/>
                <a:gd name="csX43" fmla="*/ 93359 w 382878"/>
                <a:gd name="csY43" fmla="*/ 511481 h 511481"/>
                <a:gd name="csX44" fmla="*/ 301075 w 382878"/>
                <a:gd name="csY44" fmla="*/ 511481 h 511481"/>
                <a:gd name="csX45" fmla="*/ 354517 w 382878"/>
                <a:gd name="csY45" fmla="*/ 458475 h 511481"/>
                <a:gd name="csX46" fmla="*/ 304222 w 382878"/>
                <a:gd name="csY46" fmla="*/ 405619 h 511481"/>
                <a:gd name="csX47" fmla="*/ 304222 w 382878"/>
                <a:gd name="csY47" fmla="*/ 268263 h 511481"/>
                <a:gd name="csX48" fmla="*/ 332616 w 382878"/>
                <a:gd name="csY48" fmla="*/ 268263 h 511481"/>
                <a:gd name="csX49" fmla="*/ 341988 w 382878"/>
                <a:gd name="csY49" fmla="*/ 277543 h 511481"/>
                <a:gd name="csX50" fmla="*/ 341988 w 382878"/>
                <a:gd name="csY50" fmla="*/ 334369 h 511481"/>
                <a:gd name="csX51" fmla="*/ 314263 w 382878"/>
                <a:gd name="csY51" fmla="*/ 374349 h 511481"/>
                <a:gd name="csX52" fmla="*/ 322400 w 382878"/>
                <a:gd name="csY52" fmla="*/ 390851 h 511481"/>
                <a:gd name="csX53" fmla="*/ 331804 w 382878"/>
                <a:gd name="csY53" fmla="*/ 382557 h 511481"/>
                <a:gd name="csX54" fmla="*/ 333657 w 382878"/>
                <a:gd name="csY54" fmla="*/ 351743 h 511481"/>
                <a:gd name="csX55" fmla="*/ 364758 w 382878"/>
                <a:gd name="csY55" fmla="*/ 353579 h 511481"/>
                <a:gd name="csX56" fmla="*/ 364869 w 382878"/>
                <a:gd name="csY56" fmla="*/ 382432 h 511481"/>
                <a:gd name="csX57" fmla="*/ 374348 w 382878"/>
                <a:gd name="csY57" fmla="*/ 390639 h 511481"/>
                <a:gd name="csX58" fmla="*/ 371016 w 382878"/>
                <a:gd name="csY58" fmla="*/ 342245 h 511481"/>
                <a:gd name="csX59" fmla="*/ 354577 w 382878"/>
                <a:gd name="csY59" fmla="*/ 334369 h 511481"/>
                <a:gd name="csX60" fmla="*/ 184628 w 382878"/>
                <a:gd name="csY60" fmla="*/ 25045 h 511481"/>
                <a:gd name="csX61" fmla="*/ 197217 w 382878"/>
                <a:gd name="csY61" fmla="*/ 12572 h 511481"/>
                <a:gd name="csX62" fmla="*/ 209805 w 382878"/>
                <a:gd name="csY62" fmla="*/ 25045 h 511481"/>
                <a:gd name="csX63" fmla="*/ 197217 w 382878"/>
                <a:gd name="csY63" fmla="*/ 37518 h 511481"/>
                <a:gd name="csX64" fmla="*/ 184621 w 382878"/>
                <a:gd name="csY64" fmla="*/ 25051 h 511481"/>
                <a:gd name="csX65" fmla="*/ 184621 w 382878"/>
                <a:gd name="csY65" fmla="*/ 25045 h 511481"/>
                <a:gd name="csX66" fmla="*/ 102800 w 382878"/>
                <a:gd name="csY66" fmla="*/ 331063 h 511481"/>
                <a:gd name="csX67" fmla="*/ 154257 w 382878"/>
                <a:gd name="csY67" fmla="*/ 331063 h 511481"/>
                <a:gd name="csX68" fmla="*/ 174764 w 382878"/>
                <a:gd name="csY68" fmla="*/ 287877 h 511481"/>
                <a:gd name="csX69" fmla="*/ 194032 w 382878"/>
                <a:gd name="csY69" fmla="*/ 361017 h 511481"/>
                <a:gd name="csX70" fmla="*/ 220034 w 382878"/>
                <a:gd name="csY70" fmla="*/ 308008 h 511481"/>
                <a:gd name="csX71" fmla="*/ 236399 w 382878"/>
                <a:gd name="csY71" fmla="*/ 346486 h 511481"/>
                <a:gd name="csX72" fmla="*/ 249089 w 382878"/>
                <a:gd name="csY72" fmla="*/ 333633 h 511481"/>
                <a:gd name="csX73" fmla="*/ 255207 w 382878"/>
                <a:gd name="csY73" fmla="*/ 331082 h 511481"/>
                <a:gd name="csX74" fmla="*/ 291614 w 382878"/>
                <a:gd name="csY74" fmla="*/ 331082 h 511481"/>
                <a:gd name="csX75" fmla="*/ 291614 w 382878"/>
                <a:gd name="csY75" fmla="*/ 405463 h 511481"/>
                <a:gd name="csX76" fmla="*/ 102781 w 382878"/>
                <a:gd name="csY76" fmla="*/ 405463 h 511481"/>
                <a:gd name="csX77" fmla="*/ 143009 w 382878"/>
                <a:gd name="csY77" fmla="*/ 193427 h 511481"/>
                <a:gd name="csX78" fmla="*/ 121683 w 382878"/>
                <a:gd name="csY78" fmla="*/ 172292 h 511481"/>
                <a:gd name="csX79" fmla="*/ 121683 w 382878"/>
                <a:gd name="csY79" fmla="*/ 102307 h 511481"/>
                <a:gd name="csX80" fmla="*/ 143009 w 382878"/>
                <a:gd name="csY80" fmla="*/ 81172 h 511481"/>
                <a:gd name="csX81" fmla="*/ 251418 w 382878"/>
                <a:gd name="csY81" fmla="*/ 81172 h 511481"/>
                <a:gd name="csX82" fmla="*/ 272750 w 382878"/>
                <a:gd name="csY82" fmla="*/ 102307 h 511481"/>
                <a:gd name="csX83" fmla="*/ 272750 w 382878"/>
                <a:gd name="csY83" fmla="*/ 172292 h 511481"/>
                <a:gd name="csX84" fmla="*/ 251418 w 382878"/>
                <a:gd name="csY84" fmla="*/ 193427 h 511481"/>
                <a:gd name="csX85" fmla="*/ 143009 w 382878"/>
                <a:gd name="csY85" fmla="*/ 193427 h 511481"/>
                <a:gd name="csX86" fmla="*/ 176231 w 382878"/>
                <a:gd name="csY86" fmla="*/ 205900 h 511481"/>
                <a:gd name="csX87" fmla="*/ 220292 w 382878"/>
                <a:gd name="csY87" fmla="*/ 205900 h 511481"/>
                <a:gd name="csX88" fmla="*/ 220292 w 382878"/>
                <a:gd name="csY88" fmla="*/ 224609 h 511481"/>
                <a:gd name="csX89" fmla="*/ 176231 w 382878"/>
                <a:gd name="csY89" fmla="*/ 224609 h 511481"/>
                <a:gd name="csX90" fmla="*/ 163642 w 382878"/>
                <a:gd name="csY90" fmla="*/ 237081 h 511481"/>
                <a:gd name="csX91" fmla="*/ 291633 w 382878"/>
                <a:gd name="csY91" fmla="*/ 237081 h 511481"/>
                <a:gd name="csX92" fmla="*/ 291633 w 382878"/>
                <a:gd name="csY92" fmla="*/ 318591 h 511481"/>
                <a:gd name="csX93" fmla="*/ 255226 w 382878"/>
                <a:gd name="csY93" fmla="*/ 318591 h 511481"/>
                <a:gd name="csX94" fmla="*/ 240667 w 382878"/>
                <a:gd name="csY94" fmla="*/ 324353 h 511481"/>
                <a:gd name="csX95" fmla="*/ 220840 w 382878"/>
                <a:gd name="csY95" fmla="*/ 277792 h 511481"/>
                <a:gd name="csX96" fmla="*/ 197607 w 382878"/>
                <a:gd name="csY96" fmla="*/ 325189 h 511481"/>
                <a:gd name="csX97" fmla="*/ 178170 w 382878"/>
                <a:gd name="csY97" fmla="*/ 251425 h 511481"/>
                <a:gd name="csX98" fmla="*/ 146269 w 382878"/>
                <a:gd name="csY98" fmla="*/ 318591 h 511481"/>
                <a:gd name="csX99" fmla="*/ 102800 w 382878"/>
                <a:gd name="csY99" fmla="*/ 318591 h 511481"/>
                <a:gd name="csX100" fmla="*/ 102800 w 382878"/>
                <a:gd name="csY100" fmla="*/ 237081 h 511481"/>
                <a:gd name="csX101" fmla="*/ 341988 w 382878"/>
                <a:gd name="csY101" fmla="*/ 458472 h 511481"/>
                <a:gd name="csX102" fmla="*/ 301075 w 382878"/>
                <a:gd name="csY102" fmla="*/ 499009 h 511481"/>
                <a:gd name="csX103" fmla="*/ 93359 w 382878"/>
                <a:gd name="csY103" fmla="*/ 499009 h 511481"/>
                <a:gd name="csX104" fmla="*/ 52445 w 382878"/>
                <a:gd name="csY104" fmla="*/ 458472 h 511481"/>
                <a:gd name="csX105" fmla="*/ 93359 w 382878"/>
                <a:gd name="csY105" fmla="*/ 417936 h 511481"/>
                <a:gd name="csX106" fmla="*/ 301075 w 382878"/>
                <a:gd name="csY106" fmla="*/ 417936 h 511481"/>
                <a:gd name="csX107" fmla="*/ 341988 w 382878"/>
                <a:gd name="csY107" fmla="*/ 458472 h 5114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</a:cxnLst>
              <a:rect l="l" t="t" r="r" b="b"/>
              <a:pathLst>
                <a:path w="382878" h="511481">
                  <a:moveTo>
                    <a:pt x="354577" y="334369"/>
                  </a:moveTo>
                  <a:lnTo>
                    <a:pt x="354577" y="277543"/>
                  </a:lnTo>
                  <a:cubicBezTo>
                    <a:pt x="354563" y="265533"/>
                    <a:pt x="344738" y="255801"/>
                    <a:pt x="332616" y="255790"/>
                  </a:cubicBezTo>
                  <a:lnTo>
                    <a:pt x="304222" y="255790"/>
                  </a:lnTo>
                  <a:lnTo>
                    <a:pt x="304222" y="224609"/>
                  </a:lnTo>
                  <a:lnTo>
                    <a:pt x="232881" y="224609"/>
                  </a:lnTo>
                  <a:lnTo>
                    <a:pt x="232881" y="205900"/>
                  </a:lnTo>
                  <a:lnTo>
                    <a:pt x="251418" y="205900"/>
                  </a:lnTo>
                  <a:cubicBezTo>
                    <a:pt x="270144" y="205882"/>
                    <a:pt x="285321" y="190846"/>
                    <a:pt x="285339" y="172292"/>
                  </a:cubicBezTo>
                  <a:lnTo>
                    <a:pt x="285339" y="102307"/>
                  </a:lnTo>
                  <a:cubicBezTo>
                    <a:pt x="285321" y="83753"/>
                    <a:pt x="270144" y="68717"/>
                    <a:pt x="251418" y="68700"/>
                  </a:cubicBezTo>
                  <a:lnTo>
                    <a:pt x="203511" y="68700"/>
                  </a:lnTo>
                  <a:lnTo>
                    <a:pt x="203511" y="49105"/>
                  </a:lnTo>
                  <a:cubicBezTo>
                    <a:pt x="216975" y="45661"/>
                    <a:pt x="225071" y="32055"/>
                    <a:pt x="221595" y="18715"/>
                  </a:cubicBezTo>
                  <a:cubicBezTo>
                    <a:pt x="218118" y="5376"/>
                    <a:pt x="204386" y="-2646"/>
                    <a:pt x="190922" y="798"/>
                  </a:cubicBezTo>
                  <a:cubicBezTo>
                    <a:pt x="177458" y="4242"/>
                    <a:pt x="169362" y="17848"/>
                    <a:pt x="172838" y="31188"/>
                  </a:cubicBezTo>
                  <a:cubicBezTo>
                    <a:pt x="175128" y="39975"/>
                    <a:pt x="182053" y="46836"/>
                    <a:pt x="190922" y="49105"/>
                  </a:cubicBezTo>
                  <a:lnTo>
                    <a:pt x="190922" y="68700"/>
                  </a:lnTo>
                  <a:lnTo>
                    <a:pt x="143009" y="68700"/>
                  </a:lnTo>
                  <a:cubicBezTo>
                    <a:pt x="124285" y="68720"/>
                    <a:pt x="109112" y="83756"/>
                    <a:pt x="109095" y="102307"/>
                  </a:cubicBezTo>
                  <a:lnTo>
                    <a:pt x="109095" y="172292"/>
                  </a:lnTo>
                  <a:cubicBezTo>
                    <a:pt x="109112" y="190843"/>
                    <a:pt x="124285" y="205879"/>
                    <a:pt x="143009" y="205900"/>
                  </a:cubicBezTo>
                  <a:lnTo>
                    <a:pt x="163642" y="205900"/>
                  </a:lnTo>
                  <a:lnTo>
                    <a:pt x="163642" y="224609"/>
                  </a:lnTo>
                  <a:lnTo>
                    <a:pt x="90211" y="224609"/>
                  </a:lnTo>
                  <a:lnTo>
                    <a:pt x="90211" y="261983"/>
                  </a:lnTo>
                  <a:lnTo>
                    <a:pt x="50267" y="261983"/>
                  </a:lnTo>
                  <a:cubicBezTo>
                    <a:pt x="45098" y="261980"/>
                    <a:pt x="40908" y="257831"/>
                    <a:pt x="40901" y="252710"/>
                  </a:cubicBezTo>
                  <a:lnTo>
                    <a:pt x="40901" y="195878"/>
                  </a:lnTo>
                  <a:cubicBezTo>
                    <a:pt x="59700" y="192423"/>
                    <a:pt x="72113" y="174523"/>
                    <a:pt x="68626" y="155898"/>
                  </a:cubicBezTo>
                  <a:cubicBezTo>
                    <a:pt x="67477" y="149763"/>
                    <a:pt x="64662" y="144055"/>
                    <a:pt x="60483" y="139389"/>
                  </a:cubicBezTo>
                  <a:lnTo>
                    <a:pt x="51079" y="147683"/>
                  </a:lnTo>
                  <a:cubicBezTo>
                    <a:pt x="59157" y="156698"/>
                    <a:pt x="58330" y="170493"/>
                    <a:pt x="49231" y="178497"/>
                  </a:cubicBezTo>
                  <a:cubicBezTo>
                    <a:pt x="40133" y="186501"/>
                    <a:pt x="26209" y="185681"/>
                    <a:pt x="18131" y="176667"/>
                  </a:cubicBezTo>
                  <a:cubicBezTo>
                    <a:pt x="10767" y="168450"/>
                    <a:pt x="10717" y="156090"/>
                    <a:pt x="18014" y="147814"/>
                  </a:cubicBezTo>
                  <a:lnTo>
                    <a:pt x="8535" y="139601"/>
                  </a:lnTo>
                  <a:cubicBezTo>
                    <a:pt x="-4036" y="153875"/>
                    <a:pt x="-2548" y="175542"/>
                    <a:pt x="11859" y="187996"/>
                  </a:cubicBezTo>
                  <a:cubicBezTo>
                    <a:pt x="16532" y="192036"/>
                    <a:pt x="22214" y="194758"/>
                    <a:pt x="28312" y="195878"/>
                  </a:cubicBezTo>
                  <a:lnTo>
                    <a:pt x="28312" y="252710"/>
                  </a:lnTo>
                  <a:cubicBezTo>
                    <a:pt x="28326" y="264717"/>
                    <a:pt x="38148" y="274445"/>
                    <a:pt x="50267" y="274456"/>
                  </a:cubicBezTo>
                  <a:lnTo>
                    <a:pt x="90211" y="274456"/>
                  </a:lnTo>
                  <a:lnTo>
                    <a:pt x="90211" y="405619"/>
                  </a:lnTo>
                  <a:cubicBezTo>
                    <a:pt x="60732" y="407357"/>
                    <a:pt x="38256" y="432443"/>
                    <a:pt x="40011" y="461650"/>
                  </a:cubicBezTo>
                  <a:cubicBezTo>
                    <a:pt x="41691" y="489627"/>
                    <a:pt x="65072" y="511466"/>
                    <a:pt x="93359" y="511481"/>
                  </a:cubicBezTo>
                  <a:lnTo>
                    <a:pt x="301075" y="511481"/>
                  </a:lnTo>
                  <a:cubicBezTo>
                    <a:pt x="330606" y="511466"/>
                    <a:pt x="354533" y="487734"/>
                    <a:pt x="354517" y="458475"/>
                  </a:cubicBezTo>
                  <a:cubicBezTo>
                    <a:pt x="354502" y="430449"/>
                    <a:pt x="332459" y="407284"/>
                    <a:pt x="304222" y="405619"/>
                  </a:cubicBezTo>
                  <a:lnTo>
                    <a:pt x="304222" y="268263"/>
                  </a:lnTo>
                  <a:lnTo>
                    <a:pt x="332616" y="268263"/>
                  </a:lnTo>
                  <a:cubicBezTo>
                    <a:pt x="337787" y="268270"/>
                    <a:pt x="341978" y="272420"/>
                    <a:pt x="341988" y="277543"/>
                  </a:cubicBezTo>
                  <a:lnTo>
                    <a:pt x="341988" y="334369"/>
                  </a:lnTo>
                  <a:cubicBezTo>
                    <a:pt x="323189" y="337823"/>
                    <a:pt x="310776" y="355723"/>
                    <a:pt x="314263" y="374349"/>
                  </a:cubicBezTo>
                  <a:cubicBezTo>
                    <a:pt x="315411" y="380480"/>
                    <a:pt x="318224" y="386185"/>
                    <a:pt x="322400" y="390851"/>
                  </a:cubicBezTo>
                  <a:lnTo>
                    <a:pt x="331804" y="382557"/>
                  </a:lnTo>
                  <a:cubicBezTo>
                    <a:pt x="323728" y="373541"/>
                    <a:pt x="324557" y="359745"/>
                    <a:pt x="333657" y="351743"/>
                  </a:cubicBezTo>
                  <a:cubicBezTo>
                    <a:pt x="342757" y="343741"/>
                    <a:pt x="356681" y="344563"/>
                    <a:pt x="364758" y="353579"/>
                  </a:cubicBezTo>
                  <a:cubicBezTo>
                    <a:pt x="372120" y="361798"/>
                    <a:pt x="372168" y="374159"/>
                    <a:pt x="364869" y="382432"/>
                  </a:cubicBezTo>
                  <a:lnTo>
                    <a:pt x="374348" y="390639"/>
                  </a:lnTo>
                  <a:cubicBezTo>
                    <a:pt x="386916" y="376364"/>
                    <a:pt x="385424" y="354697"/>
                    <a:pt x="371016" y="342245"/>
                  </a:cubicBezTo>
                  <a:cubicBezTo>
                    <a:pt x="366347" y="338209"/>
                    <a:pt x="360670" y="335489"/>
                    <a:pt x="354577" y="334369"/>
                  </a:cubicBezTo>
                  <a:close/>
                  <a:moveTo>
                    <a:pt x="184628" y="25045"/>
                  </a:moveTo>
                  <a:cubicBezTo>
                    <a:pt x="184628" y="18156"/>
                    <a:pt x="190264" y="12572"/>
                    <a:pt x="197217" y="12572"/>
                  </a:cubicBezTo>
                  <a:cubicBezTo>
                    <a:pt x="204169" y="12572"/>
                    <a:pt x="209805" y="18156"/>
                    <a:pt x="209805" y="25045"/>
                  </a:cubicBezTo>
                  <a:cubicBezTo>
                    <a:pt x="209805" y="31934"/>
                    <a:pt x="204169" y="37518"/>
                    <a:pt x="197217" y="37518"/>
                  </a:cubicBezTo>
                  <a:cubicBezTo>
                    <a:pt x="190264" y="37521"/>
                    <a:pt x="184625" y="31940"/>
                    <a:pt x="184621" y="25051"/>
                  </a:cubicBezTo>
                  <a:cubicBezTo>
                    <a:pt x="184621" y="25049"/>
                    <a:pt x="184621" y="25047"/>
                    <a:pt x="184621" y="25045"/>
                  </a:cubicBezTo>
                  <a:close/>
                  <a:moveTo>
                    <a:pt x="102800" y="331063"/>
                  </a:moveTo>
                  <a:lnTo>
                    <a:pt x="154257" y="331063"/>
                  </a:lnTo>
                  <a:lnTo>
                    <a:pt x="174764" y="287877"/>
                  </a:lnTo>
                  <a:lnTo>
                    <a:pt x="194032" y="361017"/>
                  </a:lnTo>
                  <a:lnTo>
                    <a:pt x="220034" y="308008"/>
                  </a:lnTo>
                  <a:lnTo>
                    <a:pt x="236399" y="346486"/>
                  </a:lnTo>
                  <a:lnTo>
                    <a:pt x="249089" y="333633"/>
                  </a:lnTo>
                  <a:cubicBezTo>
                    <a:pt x="250769" y="332107"/>
                    <a:pt x="252931" y="331205"/>
                    <a:pt x="255207" y="331082"/>
                  </a:cubicBezTo>
                  <a:lnTo>
                    <a:pt x="291614" y="331082"/>
                  </a:lnTo>
                  <a:lnTo>
                    <a:pt x="291614" y="405463"/>
                  </a:lnTo>
                  <a:lnTo>
                    <a:pt x="102781" y="405463"/>
                  </a:lnTo>
                  <a:close/>
                  <a:moveTo>
                    <a:pt x="143009" y="193427"/>
                  </a:moveTo>
                  <a:cubicBezTo>
                    <a:pt x="131236" y="193409"/>
                    <a:pt x="121697" y="183956"/>
                    <a:pt x="121683" y="172292"/>
                  </a:cubicBezTo>
                  <a:lnTo>
                    <a:pt x="121683" y="102307"/>
                  </a:lnTo>
                  <a:cubicBezTo>
                    <a:pt x="121697" y="90643"/>
                    <a:pt x="131236" y="81190"/>
                    <a:pt x="143009" y="81172"/>
                  </a:cubicBezTo>
                  <a:lnTo>
                    <a:pt x="251418" y="81172"/>
                  </a:lnTo>
                  <a:cubicBezTo>
                    <a:pt x="263192" y="81190"/>
                    <a:pt x="272732" y="90642"/>
                    <a:pt x="272750" y="102307"/>
                  </a:cubicBezTo>
                  <a:lnTo>
                    <a:pt x="272750" y="172292"/>
                  </a:lnTo>
                  <a:cubicBezTo>
                    <a:pt x="272732" y="183958"/>
                    <a:pt x="263192" y="193409"/>
                    <a:pt x="251418" y="193427"/>
                  </a:cubicBezTo>
                  <a:lnTo>
                    <a:pt x="143009" y="193427"/>
                  </a:lnTo>
                  <a:close/>
                  <a:moveTo>
                    <a:pt x="176231" y="205900"/>
                  </a:moveTo>
                  <a:lnTo>
                    <a:pt x="220292" y="205900"/>
                  </a:lnTo>
                  <a:lnTo>
                    <a:pt x="220292" y="224609"/>
                  </a:lnTo>
                  <a:lnTo>
                    <a:pt x="176231" y="224609"/>
                  </a:lnTo>
                  <a:close/>
                  <a:moveTo>
                    <a:pt x="163642" y="237081"/>
                  </a:moveTo>
                  <a:lnTo>
                    <a:pt x="291633" y="237081"/>
                  </a:lnTo>
                  <a:lnTo>
                    <a:pt x="291633" y="318591"/>
                  </a:lnTo>
                  <a:lnTo>
                    <a:pt x="255226" y="318591"/>
                  </a:lnTo>
                  <a:cubicBezTo>
                    <a:pt x="249829" y="318700"/>
                    <a:pt x="244655" y="320748"/>
                    <a:pt x="240667" y="324353"/>
                  </a:cubicBezTo>
                  <a:lnTo>
                    <a:pt x="220840" y="277792"/>
                  </a:lnTo>
                  <a:lnTo>
                    <a:pt x="197607" y="325189"/>
                  </a:lnTo>
                  <a:lnTo>
                    <a:pt x="178170" y="251425"/>
                  </a:lnTo>
                  <a:lnTo>
                    <a:pt x="146269" y="318591"/>
                  </a:lnTo>
                  <a:lnTo>
                    <a:pt x="102800" y="318591"/>
                  </a:lnTo>
                  <a:lnTo>
                    <a:pt x="102800" y="237081"/>
                  </a:lnTo>
                  <a:close/>
                  <a:moveTo>
                    <a:pt x="341988" y="458472"/>
                  </a:moveTo>
                  <a:cubicBezTo>
                    <a:pt x="341961" y="480848"/>
                    <a:pt x="323659" y="498981"/>
                    <a:pt x="301075" y="499009"/>
                  </a:cubicBezTo>
                  <a:lnTo>
                    <a:pt x="93359" y="499009"/>
                  </a:lnTo>
                  <a:cubicBezTo>
                    <a:pt x="70762" y="499009"/>
                    <a:pt x="52445" y="480860"/>
                    <a:pt x="52445" y="458472"/>
                  </a:cubicBezTo>
                  <a:cubicBezTo>
                    <a:pt x="52445" y="436084"/>
                    <a:pt x="70762" y="417936"/>
                    <a:pt x="93359" y="417936"/>
                  </a:cubicBezTo>
                  <a:lnTo>
                    <a:pt x="301075" y="417936"/>
                  </a:lnTo>
                  <a:cubicBezTo>
                    <a:pt x="323659" y="417963"/>
                    <a:pt x="341961" y="436096"/>
                    <a:pt x="341988" y="458472"/>
                  </a:cubicBezTo>
                  <a:close/>
                </a:path>
              </a:pathLst>
            </a:cu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118" name="Freeform: Shape 347">
              <a:extLst>
                <a:ext uri="{FF2B5EF4-FFF2-40B4-BE49-F238E27FC236}">
                  <a16:creationId xmlns:a16="http://schemas.microsoft.com/office/drawing/2014/main" id="{129EABC4-DE46-5471-64E1-A033A20904EE}"/>
                </a:ext>
              </a:extLst>
            </p:cNvPr>
            <p:cNvSpPr/>
            <p:nvPr/>
          </p:nvSpPr>
          <p:spPr>
            <a:xfrm>
              <a:off x="3571599" y="1855744"/>
              <a:ext cx="54132" cy="53632"/>
            </a:xfrm>
            <a:custGeom>
              <a:avLst/>
              <a:gdLst>
                <a:gd name="csX0" fmla="*/ 54132 w 54132"/>
                <a:gd name="csY0" fmla="*/ 26816 h 53632"/>
                <a:gd name="csX1" fmla="*/ 27066 w 54132"/>
                <a:gd name="csY1" fmla="*/ 0 h 53632"/>
                <a:gd name="csX2" fmla="*/ 0 w 54132"/>
                <a:gd name="csY2" fmla="*/ 26816 h 53632"/>
                <a:gd name="csX3" fmla="*/ 27066 w 54132"/>
                <a:gd name="csY3" fmla="*/ 53633 h 53632"/>
                <a:gd name="csX4" fmla="*/ 54132 w 54132"/>
                <a:gd name="csY4" fmla="*/ 26816 h 53632"/>
                <a:gd name="csX5" fmla="*/ 27066 w 54132"/>
                <a:gd name="csY5" fmla="*/ 45525 h 53632"/>
                <a:gd name="csX6" fmla="*/ 8183 w 54132"/>
                <a:gd name="csY6" fmla="*/ 26816 h 53632"/>
                <a:gd name="csX7" fmla="*/ 27066 w 54132"/>
                <a:gd name="csY7" fmla="*/ 8107 h 53632"/>
                <a:gd name="csX8" fmla="*/ 45949 w 54132"/>
                <a:gd name="csY8" fmla="*/ 26816 h 53632"/>
                <a:gd name="csX9" fmla="*/ 27066 w 54132"/>
                <a:gd name="csY9" fmla="*/ 45525 h 536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54132" h="53632">
                  <a:moveTo>
                    <a:pt x="54132" y="26816"/>
                  </a:moveTo>
                  <a:cubicBezTo>
                    <a:pt x="54132" y="12006"/>
                    <a:pt x="42014" y="0"/>
                    <a:pt x="27066" y="0"/>
                  </a:cubicBezTo>
                  <a:cubicBezTo>
                    <a:pt x="12118" y="0"/>
                    <a:pt x="0" y="12006"/>
                    <a:pt x="0" y="26816"/>
                  </a:cubicBezTo>
                  <a:cubicBezTo>
                    <a:pt x="0" y="41626"/>
                    <a:pt x="12118" y="53633"/>
                    <a:pt x="27066" y="53633"/>
                  </a:cubicBezTo>
                  <a:cubicBezTo>
                    <a:pt x="42014" y="53633"/>
                    <a:pt x="54132" y="41626"/>
                    <a:pt x="54132" y="26816"/>
                  </a:cubicBezTo>
                  <a:close/>
                  <a:moveTo>
                    <a:pt x="27066" y="45525"/>
                  </a:moveTo>
                  <a:cubicBezTo>
                    <a:pt x="16637" y="45525"/>
                    <a:pt x="8183" y="37149"/>
                    <a:pt x="8183" y="26816"/>
                  </a:cubicBezTo>
                  <a:cubicBezTo>
                    <a:pt x="8183" y="16483"/>
                    <a:pt x="16637" y="8107"/>
                    <a:pt x="27066" y="8107"/>
                  </a:cubicBezTo>
                  <a:cubicBezTo>
                    <a:pt x="37495" y="8107"/>
                    <a:pt x="45949" y="16483"/>
                    <a:pt x="45949" y="26816"/>
                  </a:cubicBezTo>
                  <a:cubicBezTo>
                    <a:pt x="45949" y="37149"/>
                    <a:pt x="37495" y="45525"/>
                    <a:pt x="27066" y="45525"/>
                  </a:cubicBezTo>
                  <a:close/>
                </a:path>
              </a:pathLst>
            </a:cu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119" name="Oval 348">
              <a:extLst>
                <a:ext uri="{FF2B5EF4-FFF2-40B4-BE49-F238E27FC236}">
                  <a16:creationId xmlns:a16="http://schemas.microsoft.com/office/drawing/2014/main" id="{5BAB2CA2-0990-3B93-F023-497A0523DCF4}"/>
                </a:ext>
              </a:extLst>
            </p:cNvPr>
            <p:cNvSpPr/>
            <p:nvPr/>
          </p:nvSpPr>
          <p:spPr>
            <a:xfrm>
              <a:off x="3589223" y="1873206"/>
              <a:ext cx="18883" cy="18709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120" name="Freeform: Shape 349">
              <a:extLst>
                <a:ext uri="{FF2B5EF4-FFF2-40B4-BE49-F238E27FC236}">
                  <a16:creationId xmlns:a16="http://schemas.microsoft.com/office/drawing/2014/main" id="{E1A2CA61-08A1-4A6A-60BE-BB6602C90190}"/>
                </a:ext>
              </a:extLst>
            </p:cNvPr>
            <p:cNvSpPr/>
            <p:nvPr/>
          </p:nvSpPr>
          <p:spPr>
            <a:xfrm>
              <a:off x="3508655" y="1855744"/>
              <a:ext cx="54132" cy="53632"/>
            </a:xfrm>
            <a:custGeom>
              <a:avLst/>
              <a:gdLst>
                <a:gd name="csX0" fmla="*/ 27066 w 54132"/>
                <a:gd name="csY0" fmla="*/ 0 h 53632"/>
                <a:gd name="csX1" fmla="*/ 0 w 54132"/>
                <a:gd name="csY1" fmla="*/ 26816 h 53632"/>
                <a:gd name="csX2" fmla="*/ 27066 w 54132"/>
                <a:gd name="csY2" fmla="*/ 53633 h 53632"/>
                <a:gd name="csX3" fmla="*/ 54132 w 54132"/>
                <a:gd name="csY3" fmla="*/ 26816 h 53632"/>
                <a:gd name="csX4" fmla="*/ 27066 w 54132"/>
                <a:gd name="csY4" fmla="*/ 0 h 53632"/>
                <a:gd name="csX5" fmla="*/ 27066 w 54132"/>
                <a:gd name="csY5" fmla="*/ 45525 h 53632"/>
                <a:gd name="csX6" fmla="*/ 8183 w 54132"/>
                <a:gd name="csY6" fmla="*/ 26816 h 53632"/>
                <a:gd name="csX7" fmla="*/ 27066 w 54132"/>
                <a:gd name="csY7" fmla="*/ 8107 h 53632"/>
                <a:gd name="csX8" fmla="*/ 45949 w 54132"/>
                <a:gd name="csY8" fmla="*/ 26816 h 53632"/>
                <a:gd name="csX9" fmla="*/ 27066 w 54132"/>
                <a:gd name="csY9" fmla="*/ 45525 h 536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54132" h="53632">
                  <a:moveTo>
                    <a:pt x="27066" y="0"/>
                  </a:moveTo>
                  <a:cubicBezTo>
                    <a:pt x="12118" y="0"/>
                    <a:pt x="0" y="12006"/>
                    <a:pt x="0" y="26816"/>
                  </a:cubicBezTo>
                  <a:cubicBezTo>
                    <a:pt x="0" y="41626"/>
                    <a:pt x="12118" y="53633"/>
                    <a:pt x="27066" y="53633"/>
                  </a:cubicBezTo>
                  <a:cubicBezTo>
                    <a:pt x="42014" y="53633"/>
                    <a:pt x="54132" y="41626"/>
                    <a:pt x="54132" y="26816"/>
                  </a:cubicBezTo>
                  <a:cubicBezTo>
                    <a:pt x="54132" y="12006"/>
                    <a:pt x="42014" y="0"/>
                    <a:pt x="27066" y="0"/>
                  </a:cubicBezTo>
                  <a:close/>
                  <a:moveTo>
                    <a:pt x="27066" y="45525"/>
                  </a:moveTo>
                  <a:cubicBezTo>
                    <a:pt x="16637" y="45525"/>
                    <a:pt x="8183" y="37149"/>
                    <a:pt x="8183" y="26816"/>
                  </a:cubicBezTo>
                  <a:cubicBezTo>
                    <a:pt x="8183" y="16483"/>
                    <a:pt x="16637" y="8107"/>
                    <a:pt x="27066" y="8107"/>
                  </a:cubicBezTo>
                  <a:cubicBezTo>
                    <a:pt x="37495" y="8107"/>
                    <a:pt x="45949" y="16483"/>
                    <a:pt x="45949" y="26816"/>
                  </a:cubicBezTo>
                  <a:cubicBezTo>
                    <a:pt x="45949" y="37149"/>
                    <a:pt x="37495" y="45525"/>
                    <a:pt x="27066" y="45525"/>
                  </a:cubicBezTo>
                  <a:close/>
                </a:path>
              </a:pathLst>
            </a:cu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121" name="Oval 350">
              <a:extLst>
                <a:ext uri="{FF2B5EF4-FFF2-40B4-BE49-F238E27FC236}">
                  <a16:creationId xmlns:a16="http://schemas.microsoft.com/office/drawing/2014/main" id="{E9AC2A6F-FB7B-A745-041B-01E58918A07D}"/>
                </a:ext>
              </a:extLst>
            </p:cNvPr>
            <p:cNvSpPr/>
            <p:nvPr/>
          </p:nvSpPr>
          <p:spPr>
            <a:xfrm>
              <a:off x="3526279" y="1873206"/>
              <a:ext cx="18883" cy="18709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122" name="Oval 351">
              <a:extLst>
                <a:ext uri="{FF2B5EF4-FFF2-40B4-BE49-F238E27FC236}">
                  <a16:creationId xmlns:a16="http://schemas.microsoft.com/office/drawing/2014/main" id="{9CDA9AE4-6112-8733-4EC7-AABA869103B8}"/>
                </a:ext>
              </a:extLst>
            </p:cNvPr>
            <p:cNvSpPr/>
            <p:nvPr/>
          </p:nvSpPr>
          <p:spPr>
            <a:xfrm>
              <a:off x="3554610" y="2191261"/>
              <a:ext cx="25177" cy="24945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123" name="Oval 352">
              <a:extLst>
                <a:ext uri="{FF2B5EF4-FFF2-40B4-BE49-F238E27FC236}">
                  <a16:creationId xmlns:a16="http://schemas.microsoft.com/office/drawing/2014/main" id="{DCC09317-029A-CBD6-C86B-D8D5FD1CC2AB}"/>
                </a:ext>
              </a:extLst>
            </p:cNvPr>
            <p:cNvSpPr/>
            <p:nvPr/>
          </p:nvSpPr>
          <p:spPr>
            <a:xfrm>
              <a:off x="3463341" y="2191261"/>
              <a:ext cx="25177" cy="24945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124" name="Oval 353">
              <a:extLst>
                <a:ext uri="{FF2B5EF4-FFF2-40B4-BE49-F238E27FC236}">
                  <a16:creationId xmlns:a16="http://schemas.microsoft.com/office/drawing/2014/main" id="{762B6ADC-2A2F-C0DE-2903-58E23483CA8E}"/>
                </a:ext>
              </a:extLst>
            </p:cNvPr>
            <p:cNvSpPr/>
            <p:nvPr/>
          </p:nvSpPr>
          <p:spPr>
            <a:xfrm>
              <a:off x="3645880" y="2191261"/>
              <a:ext cx="25177" cy="24945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sp>
        <p:nvSpPr>
          <p:cNvPr id="2125" name="TextBox 2124"/>
          <p:cNvSpPr txBox="1"/>
          <p:nvPr/>
        </p:nvSpPr>
        <p:spPr>
          <a:xfrm>
            <a:off x="8458200" y="534924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000000"/>
                </a:solidFill>
                <a:latin typeface="Segoe UI"/>
                <a:cs typeface="Segoe UI"/>
              </a:rPr>
              <a:t>GENIE ASSISTANT</a:t>
            </a:r>
          </a:p>
          <a:p>
            <a:pPr algn="ctr">
              <a:buNone/>
            </a:pPr>
            <a:r>
              <a:rPr lang="en-US" sz="900" b="0" i="0">
                <a:solidFill>
                  <a:srgbClr val="4A4A5E"/>
                </a:solidFill>
                <a:latin typeface="Calibri"/>
                <a:cs typeface="Calibri"/>
              </a:rPr>
              <a:t>Explains failures · next steps</a:t>
            </a:r>
          </a:p>
        </p:txBody>
      </p:sp>
      <p:grpSp>
        <p:nvGrpSpPr>
          <p:cNvPr id="2125" name="Group 291">
            <a:extLst>
              <a:ext uri="{FF2B5EF4-FFF2-40B4-BE49-F238E27FC236}">
                <a16:creationId xmlns:a16="http://schemas.microsoft.com/office/drawing/2014/main" id="{E4221CC5-74CA-9C35-72B9-A2AC3A86873D}"/>
              </a:ext>
            </a:extLst>
          </p:cNvPr>
          <p:cNvGrpSpPr/>
          <p:nvPr/>
        </p:nvGrpSpPr>
        <p:grpSpPr>
          <a:xfrm>
            <a:off x="10770811" y="4855464"/>
            <a:ext cx="403977" cy="438912"/>
            <a:chOff x="603204" y="1802482"/>
            <a:chExt cx="371194" cy="419877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2126" name="Freeform: Shape 292">
              <a:extLst>
                <a:ext uri="{FF2B5EF4-FFF2-40B4-BE49-F238E27FC236}">
                  <a16:creationId xmlns:a16="http://schemas.microsoft.com/office/drawing/2014/main" id="{8A7CEC9F-08A5-A2C8-9436-75BE79251844}"/>
                </a:ext>
              </a:extLst>
            </p:cNvPr>
            <p:cNvSpPr/>
            <p:nvPr/>
          </p:nvSpPr>
          <p:spPr>
            <a:xfrm>
              <a:off x="693002" y="1831377"/>
              <a:ext cx="191484" cy="189694"/>
            </a:xfrm>
            <a:custGeom>
              <a:avLst/>
              <a:gdLst>
                <a:gd name="csX0" fmla="*/ 95799 w 191484"/>
                <a:gd name="csY0" fmla="*/ 189694 h 189694"/>
                <a:gd name="csX1" fmla="*/ 114653 w 191484"/>
                <a:gd name="csY1" fmla="*/ 187825 h 189694"/>
                <a:gd name="csX2" fmla="*/ 105911 w 191484"/>
                <a:gd name="csY2" fmla="*/ 177531 h 189694"/>
                <a:gd name="csX3" fmla="*/ 11697 w 191484"/>
                <a:gd name="csY3" fmla="*/ 104792 h 189694"/>
                <a:gd name="csX4" fmla="*/ 85114 w 191484"/>
                <a:gd name="csY4" fmla="*/ 11448 h 189694"/>
                <a:gd name="csX5" fmla="*/ 179327 w 191484"/>
                <a:gd name="csY5" fmla="*/ 84186 h 189694"/>
                <a:gd name="csX6" fmla="*/ 174493 w 191484"/>
                <a:gd name="csY6" fmla="*/ 124132 h 189694"/>
                <a:gd name="csX7" fmla="*/ 188139 w 191484"/>
                <a:gd name="csY7" fmla="*/ 119623 h 189694"/>
                <a:gd name="csX8" fmla="*/ 120737 w 191484"/>
                <a:gd name="csY8" fmla="*/ 3314 h 189694"/>
                <a:gd name="csX9" fmla="*/ 3345 w 191484"/>
                <a:gd name="csY9" fmla="*/ 70095 h 189694"/>
                <a:gd name="csX10" fmla="*/ 70747 w 191484"/>
                <a:gd name="csY10" fmla="*/ 186404 h 189694"/>
                <a:gd name="csX11" fmla="*/ 95799 w 191484"/>
                <a:gd name="csY11" fmla="*/ 189694 h 1896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91484" h="189694">
                  <a:moveTo>
                    <a:pt x="95799" y="189694"/>
                  </a:moveTo>
                  <a:cubicBezTo>
                    <a:pt x="102131" y="189691"/>
                    <a:pt x="108447" y="189065"/>
                    <a:pt x="114653" y="187825"/>
                  </a:cubicBezTo>
                  <a:cubicBezTo>
                    <a:pt x="111089" y="184992"/>
                    <a:pt x="108119" y="181495"/>
                    <a:pt x="105911" y="177531"/>
                  </a:cubicBezTo>
                  <a:cubicBezTo>
                    <a:pt x="59621" y="183221"/>
                    <a:pt x="17440" y="150655"/>
                    <a:pt x="11697" y="104792"/>
                  </a:cubicBezTo>
                  <a:cubicBezTo>
                    <a:pt x="5955" y="58930"/>
                    <a:pt x="38824" y="17138"/>
                    <a:pt x="85114" y="11448"/>
                  </a:cubicBezTo>
                  <a:cubicBezTo>
                    <a:pt x="131403" y="5758"/>
                    <a:pt x="173584" y="38324"/>
                    <a:pt x="179327" y="84186"/>
                  </a:cubicBezTo>
                  <a:cubicBezTo>
                    <a:pt x="181018" y="97693"/>
                    <a:pt x="179359" y="111404"/>
                    <a:pt x="174493" y="124132"/>
                  </a:cubicBezTo>
                  <a:lnTo>
                    <a:pt x="188139" y="119623"/>
                  </a:lnTo>
                  <a:cubicBezTo>
                    <a:pt x="201943" y="69064"/>
                    <a:pt x="171766" y="16991"/>
                    <a:pt x="120737" y="3314"/>
                  </a:cubicBezTo>
                  <a:cubicBezTo>
                    <a:pt x="69707" y="-10363"/>
                    <a:pt x="17149" y="19536"/>
                    <a:pt x="3345" y="70095"/>
                  </a:cubicBezTo>
                  <a:cubicBezTo>
                    <a:pt x="-10459" y="120654"/>
                    <a:pt x="19718" y="172727"/>
                    <a:pt x="70747" y="186404"/>
                  </a:cubicBezTo>
                  <a:cubicBezTo>
                    <a:pt x="78914" y="188593"/>
                    <a:pt x="87339" y="189699"/>
                    <a:pt x="95799" y="189694"/>
                  </a:cubicBez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127" name="Freeform: Shape 293">
              <a:extLst>
                <a:ext uri="{FF2B5EF4-FFF2-40B4-BE49-F238E27FC236}">
                  <a16:creationId xmlns:a16="http://schemas.microsoft.com/office/drawing/2014/main" id="{1B1D11CA-B28D-7B17-A0CB-8F7FDBDE6B0D}"/>
                </a:ext>
              </a:extLst>
            </p:cNvPr>
            <p:cNvSpPr/>
            <p:nvPr/>
          </p:nvSpPr>
          <p:spPr>
            <a:xfrm>
              <a:off x="603204" y="2038411"/>
              <a:ext cx="371194" cy="183948"/>
            </a:xfrm>
            <a:custGeom>
              <a:avLst/>
              <a:gdLst>
                <a:gd name="csX0" fmla="*/ 351122 w 371194"/>
                <a:gd name="csY0" fmla="*/ 54762 h 183948"/>
                <a:gd name="csX1" fmla="*/ 261452 w 371194"/>
                <a:gd name="csY1" fmla="*/ 11376 h 183948"/>
                <a:gd name="csX2" fmla="*/ 185597 w 371194"/>
                <a:gd name="csY2" fmla="*/ 0 h 183948"/>
                <a:gd name="csX3" fmla="*/ 109829 w 371194"/>
                <a:gd name="csY3" fmla="*/ 11353 h 183948"/>
                <a:gd name="csX4" fmla="*/ 20165 w 371194"/>
                <a:gd name="csY4" fmla="*/ 54716 h 183948"/>
                <a:gd name="csX5" fmla="*/ 0 w 371194"/>
                <a:gd name="csY5" fmla="*/ 94852 h 183948"/>
                <a:gd name="csX6" fmla="*/ 0 w 371194"/>
                <a:gd name="csY6" fmla="*/ 183948 h 183948"/>
                <a:gd name="csX7" fmla="*/ 11609 w 371194"/>
                <a:gd name="csY7" fmla="*/ 183948 h 183948"/>
                <a:gd name="csX8" fmla="*/ 11609 w 371194"/>
                <a:gd name="csY8" fmla="*/ 94852 h 183948"/>
                <a:gd name="csX9" fmla="*/ 27206 w 371194"/>
                <a:gd name="csY9" fmla="*/ 63860 h 183948"/>
                <a:gd name="csX10" fmla="*/ 112975 w 371194"/>
                <a:gd name="csY10" fmla="*/ 22452 h 183948"/>
                <a:gd name="csX11" fmla="*/ 185597 w 371194"/>
                <a:gd name="csY11" fmla="*/ 11502 h 183948"/>
                <a:gd name="csX12" fmla="*/ 258155 w 371194"/>
                <a:gd name="csY12" fmla="*/ 22429 h 183948"/>
                <a:gd name="csX13" fmla="*/ 343785 w 371194"/>
                <a:gd name="csY13" fmla="*/ 63716 h 183948"/>
                <a:gd name="csX14" fmla="*/ 359585 w 371194"/>
                <a:gd name="csY14" fmla="*/ 94864 h 183948"/>
                <a:gd name="csX15" fmla="*/ 359585 w 371194"/>
                <a:gd name="csY15" fmla="*/ 183948 h 183948"/>
                <a:gd name="csX16" fmla="*/ 371194 w 371194"/>
                <a:gd name="csY16" fmla="*/ 183948 h 183948"/>
                <a:gd name="csX17" fmla="*/ 371194 w 371194"/>
                <a:gd name="csY17" fmla="*/ 94852 h 183948"/>
                <a:gd name="csX18" fmla="*/ 351122 w 371194"/>
                <a:gd name="csY18" fmla="*/ 54762 h 183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371194" h="183948">
                  <a:moveTo>
                    <a:pt x="351122" y="54762"/>
                  </a:moveTo>
                  <a:cubicBezTo>
                    <a:pt x="324494" y="34452"/>
                    <a:pt x="293991" y="19693"/>
                    <a:pt x="261452" y="11376"/>
                  </a:cubicBezTo>
                  <a:cubicBezTo>
                    <a:pt x="236872" y="3899"/>
                    <a:pt x="211310" y="66"/>
                    <a:pt x="185597" y="0"/>
                  </a:cubicBezTo>
                  <a:cubicBezTo>
                    <a:pt x="159944" y="427"/>
                    <a:pt x="134463" y="4245"/>
                    <a:pt x="109829" y="11353"/>
                  </a:cubicBezTo>
                  <a:cubicBezTo>
                    <a:pt x="77690" y="20701"/>
                    <a:pt x="47375" y="35362"/>
                    <a:pt x="20165" y="54716"/>
                  </a:cubicBezTo>
                  <a:cubicBezTo>
                    <a:pt x="7696" y="64411"/>
                    <a:pt x="290" y="79150"/>
                    <a:pt x="0" y="94852"/>
                  </a:cubicBezTo>
                  <a:lnTo>
                    <a:pt x="0" y="183948"/>
                  </a:lnTo>
                  <a:lnTo>
                    <a:pt x="11609" y="183948"/>
                  </a:lnTo>
                  <a:lnTo>
                    <a:pt x="11609" y="94852"/>
                  </a:lnTo>
                  <a:cubicBezTo>
                    <a:pt x="11862" y="82729"/>
                    <a:pt x="17586" y="71356"/>
                    <a:pt x="27206" y="63860"/>
                  </a:cubicBezTo>
                  <a:cubicBezTo>
                    <a:pt x="53242" y="45377"/>
                    <a:pt x="82239" y="31378"/>
                    <a:pt x="112975" y="22452"/>
                  </a:cubicBezTo>
                  <a:cubicBezTo>
                    <a:pt x="136585" y="15623"/>
                    <a:pt x="161006" y="11940"/>
                    <a:pt x="185597" y="11502"/>
                  </a:cubicBezTo>
                  <a:cubicBezTo>
                    <a:pt x="210195" y="11580"/>
                    <a:pt x="234645" y="15263"/>
                    <a:pt x="258155" y="22429"/>
                  </a:cubicBezTo>
                  <a:cubicBezTo>
                    <a:pt x="289218" y="30324"/>
                    <a:pt x="318347" y="44368"/>
                    <a:pt x="343785" y="63716"/>
                  </a:cubicBezTo>
                  <a:cubicBezTo>
                    <a:pt x="353510" y="71217"/>
                    <a:pt x="359312" y="82656"/>
                    <a:pt x="359585" y="94864"/>
                  </a:cubicBezTo>
                  <a:lnTo>
                    <a:pt x="359585" y="183948"/>
                  </a:lnTo>
                  <a:lnTo>
                    <a:pt x="371194" y="183948"/>
                  </a:lnTo>
                  <a:lnTo>
                    <a:pt x="371194" y="94852"/>
                  </a:lnTo>
                  <a:cubicBezTo>
                    <a:pt x="370921" y="79180"/>
                    <a:pt x="363551" y="64459"/>
                    <a:pt x="351122" y="54762"/>
                  </a:cubicBez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128" name="Freeform: Shape 294">
              <a:extLst>
                <a:ext uri="{FF2B5EF4-FFF2-40B4-BE49-F238E27FC236}">
                  <a16:creationId xmlns:a16="http://schemas.microsoft.com/office/drawing/2014/main" id="{AA789093-19CB-BEDE-1DBE-A32E19243CF9}"/>
                </a:ext>
              </a:extLst>
            </p:cNvPr>
            <p:cNvSpPr/>
            <p:nvPr/>
          </p:nvSpPr>
          <p:spPr>
            <a:xfrm>
              <a:off x="695870" y="1802482"/>
              <a:ext cx="238047" cy="207088"/>
            </a:xfrm>
            <a:custGeom>
              <a:avLst/>
              <a:gdLst>
                <a:gd name="csX0" fmla="*/ 10007 w 238047"/>
                <a:gd name="csY0" fmla="*/ 46057 h 207088"/>
                <a:gd name="csX1" fmla="*/ 174104 w 238047"/>
                <a:gd name="csY1" fmla="*/ 44377 h 207088"/>
                <a:gd name="csX2" fmla="*/ 203220 w 238047"/>
                <a:gd name="csY2" fmla="*/ 90846 h 207088"/>
                <a:gd name="csX3" fmla="*/ 203220 w 238047"/>
                <a:gd name="csY3" fmla="*/ 160767 h 207088"/>
                <a:gd name="csX4" fmla="*/ 147234 w 238047"/>
                <a:gd name="csY4" fmla="*/ 179257 h 207088"/>
                <a:gd name="csX5" fmla="*/ 122856 w 238047"/>
                <a:gd name="csY5" fmla="*/ 176362 h 207088"/>
                <a:gd name="csX6" fmla="*/ 119933 w 238047"/>
                <a:gd name="csY6" fmla="*/ 200515 h 207088"/>
                <a:gd name="csX7" fmla="*/ 144312 w 238047"/>
                <a:gd name="csY7" fmla="*/ 203411 h 207088"/>
                <a:gd name="csX8" fmla="*/ 150943 w 238047"/>
                <a:gd name="csY8" fmla="*/ 190155 h 207088"/>
                <a:gd name="csX9" fmla="*/ 221975 w 238047"/>
                <a:gd name="csY9" fmla="*/ 166697 h 207088"/>
                <a:gd name="csX10" fmla="*/ 238048 w 238047"/>
                <a:gd name="csY10" fmla="*/ 149576 h 207088"/>
                <a:gd name="csX11" fmla="*/ 238048 w 238047"/>
                <a:gd name="csY11" fmla="*/ 103567 h 207088"/>
                <a:gd name="csX12" fmla="*/ 220634 w 238047"/>
                <a:gd name="csY12" fmla="*/ 86314 h 207088"/>
                <a:gd name="csX13" fmla="*/ 213860 w 238047"/>
                <a:gd name="csY13" fmla="*/ 86314 h 207088"/>
                <a:gd name="csX14" fmla="*/ 52381 w 238047"/>
                <a:gd name="csY14" fmla="*/ 6571 h 207088"/>
                <a:gd name="csX15" fmla="*/ 1718 w 238047"/>
                <a:gd name="csY15" fmla="*/ 38005 h 207088"/>
                <a:gd name="csX16" fmla="*/ 1682 w 238047"/>
                <a:gd name="csY16" fmla="*/ 46138 h 207088"/>
                <a:gd name="csX17" fmla="*/ 9891 w 238047"/>
                <a:gd name="csY17" fmla="*/ 46174 h 207088"/>
                <a:gd name="csX18" fmla="*/ 10007 w 238047"/>
                <a:gd name="csY18" fmla="*/ 46057 h 207088"/>
                <a:gd name="csX19" fmla="*/ 226438 w 238047"/>
                <a:gd name="csY19" fmla="*/ 103567 h 207088"/>
                <a:gd name="csX20" fmla="*/ 226438 w 238047"/>
                <a:gd name="csY20" fmla="*/ 149576 h 207088"/>
                <a:gd name="csX21" fmla="*/ 220634 w 238047"/>
                <a:gd name="csY21" fmla="*/ 155327 h 207088"/>
                <a:gd name="csX22" fmla="*/ 214829 w 238047"/>
                <a:gd name="csY22" fmla="*/ 155327 h 207088"/>
                <a:gd name="csX23" fmla="*/ 214829 w 238047"/>
                <a:gd name="csY23" fmla="*/ 97816 h 207088"/>
                <a:gd name="csX24" fmla="*/ 220634 w 238047"/>
                <a:gd name="csY24" fmla="*/ 97816 h 207088"/>
                <a:gd name="csX25" fmla="*/ 226438 w 238047"/>
                <a:gd name="csY25" fmla="*/ 103567 h 2070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238047" h="207088">
                  <a:moveTo>
                    <a:pt x="10007" y="46057"/>
                  </a:moveTo>
                  <a:cubicBezTo>
                    <a:pt x="54853" y="697"/>
                    <a:pt x="128322" y="-56"/>
                    <a:pt x="174104" y="44377"/>
                  </a:cubicBezTo>
                  <a:cubicBezTo>
                    <a:pt x="187441" y="57321"/>
                    <a:pt x="197429" y="73261"/>
                    <a:pt x="203220" y="90846"/>
                  </a:cubicBezTo>
                  <a:lnTo>
                    <a:pt x="203220" y="160767"/>
                  </a:lnTo>
                  <a:lnTo>
                    <a:pt x="147234" y="179257"/>
                  </a:lnTo>
                  <a:cubicBezTo>
                    <a:pt x="141309" y="171788"/>
                    <a:pt x="130394" y="170491"/>
                    <a:pt x="122856" y="176362"/>
                  </a:cubicBezTo>
                  <a:cubicBezTo>
                    <a:pt x="115317" y="182232"/>
                    <a:pt x="114009" y="193046"/>
                    <a:pt x="119933" y="200515"/>
                  </a:cubicBezTo>
                  <a:cubicBezTo>
                    <a:pt x="125859" y="207985"/>
                    <a:pt x="136773" y="209281"/>
                    <a:pt x="144312" y="203411"/>
                  </a:cubicBezTo>
                  <a:cubicBezTo>
                    <a:pt x="148425" y="200208"/>
                    <a:pt x="150862" y="195338"/>
                    <a:pt x="150943" y="190155"/>
                  </a:cubicBezTo>
                  <a:lnTo>
                    <a:pt x="221975" y="166697"/>
                  </a:lnTo>
                  <a:cubicBezTo>
                    <a:pt x="231014" y="166006"/>
                    <a:pt x="238005" y="158558"/>
                    <a:pt x="238048" y="149576"/>
                  </a:cubicBezTo>
                  <a:lnTo>
                    <a:pt x="238048" y="103567"/>
                  </a:lnTo>
                  <a:cubicBezTo>
                    <a:pt x="238048" y="94038"/>
                    <a:pt x="230251" y="86314"/>
                    <a:pt x="220634" y="86314"/>
                  </a:cubicBezTo>
                  <a:lnTo>
                    <a:pt x="213860" y="86314"/>
                  </a:lnTo>
                  <a:cubicBezTo>
                    <a:pt x="191494" y="20114"/>
                    <a:pt x="119198" y="-15588"/>
                    <a:pt x="52381" y="6571"/>
                  </a:cubicBezTo>
                  <a:cubicBezTo>
                    <a:pt x="33219" y="12926"/>
                    <a:pt x="15855" y="23700"/>
                    <a:pt x="1718" y="38005"/>
                  </a:cubicBezTo>
                  <a:cubicBezTo>
                    <a:pt x="-558" y="40241"/>
                    <a:pt x="-575" y="43883"/>
                    <a:pt x="1682" y="46138"/>
                  </a:cubicBezTo>
                  <a:cubicBezTo>
                    <a:pt x="3939" y="48394"/>
                    <a:pt x="7614" y="48410"/>
                    <a:pt x="9891" y="46174"/>
                  </a:cubicBezTo>
                  <a:cubicBezTo>
                    <a:pt x="9930" y="46135"/>
                    <a:pt x="9969" y="46096"/>
                    <a:pt x="10007" y="46057"/>
                  </a:cubicBezTo>
                  <a:close/>
                  <a:moveTo>
                    <a:pt x="226438" y="103567"/>
                  </a:moveTo>
                  <a:lnTo>
                    <a:pt x="226438" y="149576"/>
                  </a:lnTo>
                  <a:cubicBezTo>
                    <a:pt x="226438" y="152752"/>
                    <a:pt x="223840" y="155327"/>
                    <a:pt x="220634" y="155327"/>
                  </a:cubicBezTo>
                  <a:lnTo>
                    <a:pt x="214829" y="155327"/>
                  </a:lnTo>
                  <a:lnTo>
                    <a:pt x="214829" y="97816"/>
                  </a:lnTo>
                  <a:lnTo>
                    <a:pt x="220634" y="97816"/>
                  </a:lnTo>
                  <a:cubicBezTo>
                    <a:pt x="223840" y="97816"/>
                    <a:pt x="226438" y="100391"/>
                    <a:pt x="226438" y="103567"/>
                  </a:cubicBez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sp>
        <p:nvSpPr>
          <p:cNvPr id="2129" name="TextBox 2128"/>
          <p:cNvSpPr txBox="1"/>
          <p:nvPr/>
        </p:nvSpPr>
        <p:spPr>
          <a:xfrm>
            <a:off x="10241280" y="534924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000000"/>
                </a:solidFill>
                <a:latin typeface="Segoe UI"/>
                <a:cs typeface="Segoe UI"/>
              </a:rPr>
              <a:t>HUMAN REVIEW</a:t>
            </a:r>
          </a:p>
          <a:p>
            <a:pPr algn="ctr">
              <a:buNone/>
            </a:pPr>
            <a:r>
              <a:rPr lang="en-US" sz="900" b="0" i="0">
                <a:solidFill>
                  <a:srgbClr val="4A4A5E"/>
                </a:solidFill>
                <a:latin typeface="Calibri"/>
                <a:cs typeface="Calibri"/>
              </a:rPr>
              <a:t>Accept / edit / reject</a:t>
            </a:r>
          </a:p>
        </p:txBody>
      </p:sp>
      <p:cxnSp>
        <p:nvCxnSpPr>
          <p:cNvPr id="2130" name="Connector 2129"/>
          <p:cNvCxnSpPr/>
          <p:nvPr/>
        </p:nvCxnSpPr>
        <p:spPr>
          <a:xfrm>
            <a:off x="10012680" y="5148072"/>
            <a:ext cx="502920" cy="0"/>
          </a:xfrm>
          <a:prstGeom prst="line">
            <a:avLst/>
          </a:prstGeom>
          <a:ln w="19050">
            <a:solidFill>
              <a:srgbClr val="00B050"/>
            </a:solidFill>
            <a:tailEnd type="triangle"/>
          </a:ln>
        </p:spPr>
      </p:cxnSp>
      <p:cxnSp>
        <p:nvCxnSpPr>
          <p:cNvPr id="2131" name="Connector 2130"/>
          <p:cNvCxnSpPr/>
          <p:nvPr/>
        </p:nvCxnSpPr>
        <p:spPr>
          <a:xfrm>
            <a:off x="2240280" y="5989320"/>
            <a:ext cx="0" cy="201168"/>
          </a:xfrm>
          <a:prstGeom prst="line">
            <a:avLst/>
          </a:prstGeom>
          <a:ln w="19050">
            <a:solidFill>
              <a:srgbClr val="00B050"/>
            </a:solidFill>
          </a:ln>
        </p:spPr>
      </p:cxnSp>
      <p:cxnSp>
        <p:nvCxnSpPr>
          <p:cNvPr id="2132" name="Connector 2131"/>
          <p:cNvCxnSpPr/>
          <p:nvPr/>
        </p:nvCxnSpPr>
        <p:spPr>
          <a:xfrm>
            <a:off x="2240280" y="6190488"/>
            <a:ext cx="6995160" cy="0"/>
          </a:xfrm>
          <a:prstGeom prst="line">
            <a:avLst/>
          </a:prstGeom>
          <a:ln w="19050">
            <a:solidFill>
              <a:srgbClr val="00B050"/>
            </a:solidFill>
          </a:ln>
        </p:spPr>
      </p:cxnSp>
      <p:cxnSp>
        <p:nvCxnSpPr>
          <p:cNvPr id="2133" name="Connector 2132"/>
          <p:cNvCxnSpPr/>
          <p:nvPr/>
        </p:nvCxnSpPr>
        <p:spPr>
          <a:xfrm flipV="1">
            <a:off x="9235440" y="5998464"/>
            <a:ext cx="0" cy="192024"/>
          </a:xfrm>
          <a:prstGeom prst="line">
            <a:avLst/>
          </a:prstGeom>
          <a:ln w="19050">
            <a:solidFill>
              <a:srgbClr val="00B050"/>
            </a:solidFill>
            <a:tailEnd type="triangle"/>
          </a:ln>
        </p:spPr>
      </p:cxnSp>
      <p:sp>
        <p:nvSpPr>
          <p:cNvPr id="2134" name="TextBox 2133"/>
          <p:cNvSpPr txBox="1"/>
          <p:nvPr/>
        </p:nvSpPr>
        <p:spPr>
          <a:xfrm>
            <a:off x="4480560" y="6217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buNone/>
            </a:pPr>
            <a:r>
              <a:rPr lang="en-US" sz="1000" b="1" i="0">
                <a:solidFill>
                  <a:srgbClr val="008A3E"/>
                </a:solidFill>
                <a:latin typeface="Segoe UI"/>
                <a:cs typeface="Segoe UI"/>
              </a:rPr>
              <a:t>Yes → continue to Genie + human review</a:t>
            </a:r>
          </a:p>
        </p:txBody>
      </p:sp>
    </p:spTree>
    <p:extLst>
      <p:ext uri="{BB962C8B-B14F-4D97-AF65-F5344CB8AC3E}">
        <p14:creationId xmlns:p14="http://schemas.microsoft.com/office/powerpoint/2010/main" val="55453913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A35A3C-78D5-6048-8016-23E9BAC0C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FEE46-54D6-4306-A6BD-73AF3F3AD20B}" type="slidenum">
              <a:rPr lang="en-US" smtClean="0"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F474A9-E13F-C488-623E-F9E5BC4B2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Sentinel Agent Ecosystem, Workflow &amp;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777240"/>
            <a:ext cx="3931920" cy="5577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1348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buNone/>
            </a:pPr>
            <a:r>
              <a:rPr lang="en-US" sz="1300" b="1" i="0">
                <a:solidFill>
                  <a:srgbClr val="013482"/>
                </a:solidFill>
                <a:latin typeface="Segoe UI"/>
                <a:cs typeface="Segoe UI"/>
              </a:rPr>
              <a:t>AGENT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566160" cy="5074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lang="en-US" sz="1100" b="1" i="0">
                <a:solidFill>
                  <a:srgbClr val="013482"/>
                </a:solidFill>
                <a:latin typeface="Calibri"/>
                <a:cs typeface="Calibri"/>
              </a:rPr>
              <a:t xml:space="preserve">1. User Story Agent – </a:t>
            </a:r>
            <a:r>
              <a:rPr lang="en-US" sz="1100" b="0" i="0">
                <a:solidFill>
                  <a:srgbClr val="1F1F33"/>
                </a:solidFill>
                <a:latin typeface="Calibri"/>
                <a:cs typeface="Calibri"/>
              </a:rPr>
              <a:t>Interprets story details, acceptance criteria and TTSM references.</a:t>
            </a:r>
          </a:p>
          <a:p>
            <a:pPr>
              <a:spcAft>
                <a:spcPts val="500"/>
              </a:spcAft>
              <a:buNone/>
            </a:pPr>
            <a:r>
              <a:rPr lang="en-US" sz="1100" b="1" i="0">
                <a:solidFill>
                  <a:srgbClr val="013482"/>
                </a:solidFill>
                <a:latin typeface="Calibri"/>
                <a:cs typeface="Calibri"/>
              </a:rPr>
              <a:t xml:space="preserve">2. Environment Agent – </a:t>
            </a:r>
            <a:r>
              <a:rPr lang="en-US" sz="1100" b="0" i="0">
                <a:solidFill>
                  <a:srgbClr val="1F1F33"/>
                </a:solidFill>
                <a:latin typeface="Calibri"/>
                <a:cs typeface="Calibri"/>
              </a:rPr>
              <a:t>Applies INT / CRT / PRD workflow rules; checks prerequisites.</a:t>
            </a:r>
          </a:p>
          <a:p>
            <a:pPr>
              <a:spcAft>
                <a:spcPts val="500"/>
              </a:spcAft>
              <a:buNone/>
            </a:pPr>
            <a:r>
              <a:rPr lang="en-US" sz="1100" b="1" i="0">
                <a:solidFill>
                  <a:srgbClr val="013482"/>
                </a:solidFill>
                <a:latin typeface="Calibri"/>
                <a:cs typeface="Calibri"/>
              </a:rPr>
              <a:t xml:space="preserve">3. Notebook Agent – </a:t>
            </a:r>
            <a:r>
              <a:rPr lang="en-US" sz="1100" b="0" i="0">
                <a:solidFill>
                  <a:srgbClr val="1F1F33"/>
                </a:solidFill>
                <a:latin typeface="Calibri"/>
                <a:cs typeface="Calibri"/>
              </a:rPr>
              <a:t>Finds a relevant notebook, archives the current copy, pulls the latest valid reference.</a:t>
            </a:r>
          </a:p>
          <a:p>
            <a:pPr>
              <a:spcAft>
                <a:spcPts val="500"/>
              </a:spcAft>
              <a:buNone/>
            </a:pPr>
            <a:r>
              <a:rPr lang="en-US" sz="1100" b="1" i="0">
                <a:solidFill>
                  <a:srgbClr val="013482"/>
                </a:solidFill>
                <a:latin typeface="Calibri"/>
                <a:cs typeface="Calibri"/>
              </a:rPr>
              <a:t xml:space="preserve">4. Test Design Agent – </a:t>
            </a:r>
            <a:r>
              <a:rPr lang="en-US" sz="1100" b="0" i="0">
                <a:solidFill>
                  <a:srgbClr val="1F1F33"/>
                </a:solidFill>
                <a:latin typeface="Calibri"/>
                <a:cs typeface="Calibri"/>
              </a:rPr>
              <a:t>Builds the 7 standard tests plus story-specific additional tests.</a:t>
            </a:r>
          </a:p>
          <a:p>
            <a:pPr>
              <a:spcAft>
                <a:spcPts val="500"/>
              </a:spcAft>
              <a:buNone/>
            </a:pPr>
            <a:r>
              <a:rPr lang="en-US" sz="1100" b="1" i="0">
                <a:solidFill>
                  <a:srgbClr val="013482"/>
                </a:solidFill>
                <a:latin typeface="Calibri"/>
                <a:cs typeface="Calibri"/>
              </a:rPr>
              <a:t xml:space="preserve">5. Code Generation Agent – </a:t>
            </a:r>
            <a:r>
              <a:rPr lang="en-US" sz="1100" b="0" i="0">
                <a:solidFill>
                  <a:srgbClr val="1F1F33"/>
                </a:solidFill>
                <a:latin typeface="Calibri"/>
                <a:cs typeface="Calibri"/>
              </a:rPr>
              <a:t>Writes readable SQL / PySpark cells to team standards.</a:t>
            </a:r>
          </a:p>
          <a:p>
            <a:pPr>
              <a:spcAft>
                <a:spcPts val="500"/>
              </a:spcAft>
              <a:buNone/>
            </a:pPr>
            <a:r>
              <a:rPr lang="en-US" sz="1100" b="1" i="0">
                <a:solidFill>
                  <a:srgbClr val="013482"/>
                </a:solidFill>
                <a:latin typeface="Calibri"/>
                <a:cs typeface="Calibri"/>
              </a:rPr>
              <a:t xml:space="preserve">6. Execution Agent – </a:t>
            </a:r>
            <a:r>
              <a:rPr lang="en-US" sz="1100" b="0" i="0">
                <a:solidFill>
                  <a:srgbClr val="1F1F33"/>
                </a:solidFill>
                <a:latin typeface="Calibri"/>
                <a:cs typeface="Calibri"/>
              </a:rPr>
              <a:t>Runs approved scripts in the selected environment; captures raw outputs.</a:t>
            </a:r>
          </a:p>
          <a:p>
            <a:pPr>
              <a:spcAft>
                <a:spcPts val="500"/>
              </a:spcAft>
              <a:buNone/>
            </a:pPr>
            <a:r>
              <a:rPr lang="en-US" sz="1100" b="1" i="0">
                <a:solidFill>
                  <a:srgbClr val="013482"/>
                </a:solidFill>
                <a:latin typeface="Calibri"/>
                <a:cs typeface="Calibri"/>
              </a:rPr>
              <a:t xml:space="preserve">7. Validation Agent – </a:t>
            </a:r>
            <a:r>
              <a:rPr lang="en-US" sz="1100" b="0" i="0">
                <a:solidFill>
                  <a:srgbClr val="1F1F33"/>
                </a:solidFill>
                <a:latin typeface="Calibri"/>
                <a:cs typeface="Calibri"/>
              </a:rPr>
              <a:t>Compares source vs. target – counts, nulls, duplicates, schema, transformation.</a:t>
            </a:r>
          </a:p>
          <a:p>
            <a:pPr>
              <a:spcAft>
                <a:spcPts val="500"/>
              </a:spcAft>
              <a:buNone/>
            </a:pPr>
            <a:r>
              <a:rPr lang="en-US" sz="1100" b="1" i="0">
                <a:solidFill>
                  <a:srgbClr val="013482"/>
                </a:solidFill>
                <a:latin typeface="Calibri"/>
                <a:cs typeface="Calibri"/>
              </a:rPr>
              <a:t xml:space="preserve">8. Evidence Agent – </a:t>
            </a:r>
            <a:r>
              <a:rPr lang="en-US" sz="1100" b="0" i="0">
                <a:solidFill>
                  <a:srgbClr val="1F1F33"/>
                </a:solidFill>
                <a:latin typeface="Calibri"/>
                <a:cs typeface="Calibri"/>
              </a:rPr>
              <a:t>Assembles execution details, links and screenshots; enforces PHI/PII rules.</a:t>
            </a:r>
          </a:p>
          <a:p>
            <a:pPr>
              <a:spcAft>
                <a:spcPts val="500"/>
              </a:spcAft>
              <a:buNone/>
            </a:pPr>
            <a:r>
              <a:rPr lang="en-US" sz="1100" b="1" i="0">
                <a:solidFill>
                  <a:srgbClr val="013482"/>
                </a:solidFill>
                <a:latin typeface="Calibri"/>
                <a:cs typeface="Calibri"/>
              </a:rPr>
              <a:t xml:space="preserve">9. Genie Assistant – </a:t>
            </a:r>
            <a:r>
              <a:rPr lang="en-US" sz="1100" b="0" i="0">
                <a:solidFill>
                  <a:srgbClr val="1F1F33"/>
                </a:solidFill>
                <a:latin typeface="Calibri"/>
                <a:cs typeface="Calibri"/>
              </a:rPr>
              <a:t>Explains failures, suggests investigation paths, answers questions on demand.</a:t>
            </a:r>
          </a:p>
          <a:p>
            <a:pPr>
              <a:spcAft>
                <a:spcPts val="500"/>
              </a:spcAft>
              <a:buNone/>
            </a:pPr>
            <a:r>
              <a:rPr lang="en-US" sz="1100" b="1" i="0">
                <a:solidFill>
                  <a:srgbClr val="013482"/>
                </a:solidFill>
                <a:latin typeface="Calibri"/>
                <a:cs typeface="Calibri"/>
              </a:rPr>
              <a:t xml:space="preserve">10. Screenshot Capture Agent – </a:t>
            </a:r>
            <a:r>
              <a:rPr lang="en-US" sz="1100" b="0" i="0">
                <a:solidFill>
                  <a:srgbClr val="1F1F33"/>
                </a:solidFill>
                <a:latin typeface="Calibri"/>
                <a:cs typeface="Calibri"/>
              </a:rPr>
              <a:t>Attaches screenshot + notebook reference to each of the 7 test cases on its own child link.</a:t>
            </a:r>
          </a:p>
          <a:p>
            <a:pPr>
              <a:spcAft>
                <a:spcPts val="500"/>
              </a:spcAft>
              <a:buNone/>
            </a:pPr>
            <a:r>
              <a:rPr lang="en-US" sz="1100" b="1" i="0">
                <a:solidFill>
                  <a:srgbClr val="013482"/>
                </a:solidFill>
                <a:latin typeface="Calibri"/>
                <a:cs typeface="Calibri"/>
              </a:rPr>
              <a:t xml:space="preserve">11. Bug Escalation Agent – </a:t>
            </a:r>
            <a:r>
              <a:rPr lang="en-US" sz="1100" b="0" i="0">
                <a:solidFill>
                  <a:srgbClr val="1F1F33"/>
                </a:solidFill>
                <a:latin typeface="Calibri"/>
                <a:cs typeface="Calibri"/>
              </a:rPr>
              <a:t>On any defect, pauses the run and asks QA: Yes → continue; anything else → stop.</a:t>
            </a:r>
          </a:p>
          <a:p>
            <a:pPr>
              <a:spcAft>
                <a:spcPts val="500"/>
              </a:spcAft>
              <a:buNone/>
            </a:pPr>
            <a:r>
              <a:rPr lang="en-US" sz="1100" b="1" i="0">
                <a:solidFill>
                  <a:srgbClr val="013482"/>
                </a:solidFill>
                <a:latin typeface="Calibri"/>
                <a:cs typeface="Calibri"/>
              </a:rPr>
              <a:t xml:space="preserve">12. Job Monitor Agent – </a:t>
            </a:r>
            <a:r>
              <a:rPr lang="en-US" sz="1100" b="0" i="0">
                <a:solidFill>
                  <a:srgbClr val="1F1F33"/>
                </a:solidFill>
                <a:latin typeface="Calibri"/>
                <a:cs typeface="Calibri"/>
              </a:rPr>
              <a:t>Detects a job/pipeline that did not run, alerts QA and halts – no continue path.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777240"/>
            <a:ext cx="39319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1348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8686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buNone/>
            </a:pPr>
            <a:r>
              <a:rPr lang="en-US" sz="1300" b="1" i="0">
                <a:solidFill>
                  <a:srgbClr val="013482"/>
                </a:solidFill>
                <a:latin typeface="Segoe UI"/>
                <a:cs typeface="Segoe UI"/>
              </a:rPr>
              <a:t>ENVIRONMENT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234440"/>
            <a:ext cx="548640" cy="292608"/>
          </a:xfrm>
          <a:prstGeom prst="roundRect">
            <a:avLst>
              <a:gd name="adj" fmla="val 30000"/>
            </a:avLst>
          </a:prstGeom>
          <a:solidFill>
            <a:srgbClr val="013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234440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FFFFFF"/>
                </a:solidFill>
                <a:latin typeface="Segoe UI"/>
                <a:cs typeface="Segoe UI"/>
              </a:rPr>
              <a:t>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0368" y="1188720"/>
            <a:ext cx="29443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buNone/>
            </a:pPr>
            <a:r>
              <a:rPr lang="en-US" sz="950" b="0" i="0">
                <a:solidFill>
                  <a:srgbClr val="1F1F33"/>
                </a:solidFill>
                <a:latin typeface="Calibri"/>
                <a:cs typeface="Calibri"/>
              </a:rPr>
              <a:t>Story enters SQA Ready → assign QA owner + tester tag; create QA Review task (In SQA). Archive notebook, pull latest from PRD (or create to naming standard). Run tests, update Test Plan/Suite; peer review → SQA Done.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020824"/>
            <a:ext cx="548640" cy="292608"/>
          </a:xfrm>
          <a:prstGeom prst="roundRect">
            <a:avLst>
              <a:gd name="adj" fmla="val 30000"/>
            </a:avLst>
          </a:prstGeom>
          <a:solidFill>
            <a:srgbClr val="013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020824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FFFFFF"/>
                </a:solidFill>
                <a:latin typeface="Segoe UI"/>
                <a:cs typeface="Segoe UI"/>
              </a:rPr>
              <a:t>CRT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1975104"/>
            <a:ext cx="29443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buNone/>
            </a:pPr>
            <a:r>
              <a:rPr lang="en-US" sz="950" b="0" i="0">
                <a:solidFill>
                  <a:srgbClr val="1F1F33"/>
                </a:solidFill>
                <a:latin typeface="Calibri"/>
                <a:cs typeface="Calibri"/>
              </a:rPr>
              <a:t>After release install, process SQA Ready – CRT; a different tester than INT (retain INT tag). Archive CRT notebook, export latest from INT. Triage bugs via gate; partial pass → SQA Done – CRT, else Blocked.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2807208"/>
            <a:ext cx="548640" cy="292608"/>
          </a:xfrm>
          <a:prstGeom prst="roundRect">
            <a:avLst>
              <a:gd name="adj" fmla="val 30000"/>
            </a:avLst>
          </a:prstGeom>
          <a:solidFill>
            <a:srgbClr val="013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807208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FFFFFF"/>
                </a:solidFill>
                <a:latin typeface="Segoe UI"/>
                <a:cs typeface="Segoe UI"/>
              </a:rPr>
              <a:t>PRD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2761488"/>
            <a:ext cx="29443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buNone/>
            </a:pPr>
            <a:r>
              <a:rPr lang="en-US" sz="950" b="0" i="0">
                <a:solidFill>
                  <a:srgbClr val="1F1F33"/>
                </a:solidFill>
                <a:latin typeface="Calibri"/>
                <a:cs typeface="Calibri"/>
              </a:rPr>
              <a:t>After release install, process Release Ready → In Release; retain INT &amp; CRT tag. Archive PRD notebook, export latest from CRT. Triage bugs via gate; partial pass → Done – CRT, else Blocked, back to developer.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657600"/>
            <a:ext cx="3931920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1348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749039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buNone/>
            </a:pPr>
            <a:r>
              <a:rPr lang="en-US" sz="1300" b="1" i="0">
                <a:solidFill>
                  <a:srgbClr val="013482"/>
                </a:solidFill>
                <a:latin typeface="Segoe UI"/>
                <a:cs typeface="Segoe UI"/>
              </a:rPr>
              <a:t>GENERATED NOTEBOOK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16052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buNone/>
            </a:pPr>
            <a:r>
              <a:rPr lang="en-US" sz="1050" b="1" i="0">
                <a:solidFill>
                  <a:srgbClr val="7030A0"/>
                </a:solidFill>
                <a:latin typeface="Calibri"/>
                <a:cs typeface="Calibri"/>
              </a:rPr>
              <a:t xml:space="preserve">1  </a:t>
            </a:r>
            <a:r>
              <a:rPr lang="en-US" sz="1050" b="0" i="0">
                <a:solidFill>
                  <a:srgbClr val="1F1F33"/>
                </a:solidFill>
                <a:latin typeface="Calibri"/>
                <a:cs typeface="Calibri"/>
              </a:rPr>
              <a:t>Header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16052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buNone/>
            </a:pPr>
            <a:r>
              <a:rPr lang="en-US" sz="1050" b="1" i="0">
                <a:solidFill>
                  <a:srgbClr val="7030A0"/>
                </a:solidFill>
                <a:latin typeface="Calibri"/>
                <a:cs typeface="Calibri"/>
              </a:rPr>
              <a:t xml:space="preserve">2  </a:t>
            </a:r>
            <a:r>
              <a:rPr lang="en-US" sz="1050" b="0" i="0">
                <a:solidFill>
                  <a:srgbClr val="1F1F33"/>
                </a:solidFill>
                <a:latin typeface="Calibri"/>
                <a:cs typeface="Calibri"/>
              </a:rPr>
              <a:t>Prerequisites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45312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buNone/>
            </a:pPr>
            <a:r>
              <a:rPr lang="en-US" sz="1050" b="1" i="0">
                <a:solidFill>
                  <a:srgbClr val="7030A0"/>
                </a:solidFill>
                <a:latin typeface="Calibri"/>
                <a:cs typeface="Calibri"/>
              </a:rPr>
              <a:t xml:space="preserve">3  </a:t>
            </a:r>
            <a:r>
              <a:rPr lang="en-US" sz="1050" b="0" i="0">
                <a:solidFill>
                  <a:srgbClr val="1F1F33"/>
                </a:solidFill>
                <a:latin typeface="Calibri"/>
                <a:cs typeface="Calibri"/>
              </a:rPr>
              <a:t>Reference notebook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45312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buNone/>
            </a:pPr>
            <a:r>
              <a:rPr lang="en-US" sz="1050" b="1" i="0">
                <a:solidFill>
                  <a:srgbClr val="7030A0"/>
                </a:solidFill>
                <a:latin typeface="Calibri"/>
                <a:cs typeface="Calibri"/>
              </a:rPr>
              <a:t xml:space="preserve">4  </a:t>
            </a:r>
            <a:r>
              <a:rPr lang="en-US" sz="1050" b="0" i="0">
                <a:solidFill>
                  <a:srgbClr val="1F1F33"/>
                </a:solidFill>
                <a:latin typeface="Calibri"/>
                <a:cs typeface="Calibri"/>
              </a:rPr>
              <a:t>Temp source 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745736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buNone/>
            </a:pPr>
            <a:r>
              <a:rPr lang="en-US" sz="1050" b="1" i="0">
                <a:solidFill>
                  <a:srgbClr val="7030A0"/>
                </a:solidFill>
                <a:latin typeface="Calibri"/>
                <a:cs typeface="Calibri"/>
              </a:rPr>
              <a:t xml:space="preserve">5  </a:t>
            </a:r>
            <a:r>
              <a:rPr lang="en-US" sz="1050" b="0" i="0">
                <a:solidFill>
                  <a:srgbClr val="1F1F33"/>
                </a:solidFill>
                <a:latin typeface="Calibri"/>
                <a:cs typeface="Calibri"/>
              </a:rPr>
              <a:t>Standard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45736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buNone/>
            </a:pPr>
            <a:r>
              <a:rPr lang="en-US" sz="1050" b="1" i="0">
                <a:solidFill>
                  <a:srgbClr val="7030A0"/>
                </a:solidFill>
                <a:latin typeface="Calibri"/>
                <a:cs typeface="Calibri"/>
              </a:rPr>
              <a:t xml:space="preserve">6  </a:t>
            </a:r>
            <a:r>
              <a:rPr lang="en-US" sz="1050" b="0" i="0">
                <a:solidFill>
                  <a:srgbClr val="1F1F33"/>
                </a:solidFill>
                <a:latin typeface="Calibri"/>
                <a:cs typeface="Calibri"/>
              </a:rPr>
              <a:t>Story-specific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038344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buNone/>
            </a:pPr>
            <a:r>
              <a:rPr lang="en-US" sz="1050" b="1" i="0">
                <a:solidFill>
                  <a:srgbClr val="7030A0"/>
                </a:solidFill>
                <a:latin typeface="Calibri"/>
                <a:cs typeface="Calibri"/>
              </a:rPr>
              <a:t xml:space="preserve">7  </a:t>
            </a:r>
            <a:r>
              <a:rPr lang="en-US" sz="1050" b="0" i="0">
                <a:solidFill>
                  <a:srgbClr val="1F1F33"/>
                </a:solidFill>
                <a:latin typeface="Calibri"/>
                <a:cs typeface="Calibri"/>
              </a:rPr>
              <a:t>Execution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038344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buNone/>
            </a:pPr>
            <a:r>
              <a:rPr lang="en-US" sz="1050" b="1" i="0">
                <a:solidFill>
                  <a:srgbClr val="7030A0"/>
                </a:solidFill>
                <a:latin typeface="Calibri"/>
                <a:cs typeface="Calibri"/>
              </a:rPr>
              <a:t xml:space="preserve">8  </a:t>
            </a:r>
            <a:r>
              <a:rPr lang="en-US" sz="1050" b="0" i="0">
                <a:solidFill>
                  <a:srgbClr val="1F1F33"/>
                </a:solidFill>
                <a:latin typeface="Calibri"/>
                <a:cs typeface="Calibri"/>
              </a:rPr>
              <a:t>AI explanation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330952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buNone/>
            </a:pPr>
            <a:r>
              <a:rPr lang="en-US" sz="1050" b="1" i="0">
                <a:solidFill>
                  <a:srgbClr val="7030A0"/>
                </a:solidFill>
                <a:latin typeface="Calibri"/>
                <a:cs typeface="Calibri"/>
              </a:rPr>
              <a:t xml:space="preserve">9  </a:t>
            </a:r>
            <a:r>
              <a:rPr lang="en-US" sz="1050" b="0" i="0">
                <a:solidFill>
                  <a:srgbClr val="1F1F33"/>
                </a:solidFill>
                <a:latin typeface="Calibri"/>
                <a:cs typeface="Calibri"/>
              </a:rPr>
              <a:t>Evidence &amp; child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330952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buNone/>
            </a:pPr>
            <a:r>
              <a:rPr lang="en-US" sz="1050" b="1" i="0">
                <a:solidFill>
                  <a:srgbClr val="7030A0"/>
                </a:solidFill>
                <a:latin typeface="Calibri"/>
                <a:cs typeface="Calibri"/>
              </a:rPr>
              <a:t xml:space="preserve">10  </a:t>
            </a:r>
            <a:r>
              <a:rPr lang="en-US" sz="1050" b="0" i="0">
                <a:solidFill>
                  <a:srgbClr val="1F1F33"/>
                </a:solidFill>
                <a:latin typeface="Calibri"/>
                <a:cs typeface="Calibri"/>
              </a:rPr>
              <a:t>Conclusion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7150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buNone/>
            </a:pPr>
            <a:r>
              <a:rPr lang="en-US" sz="950" b="0" i="0">
                <a:solidFill>
                  <a:srgbClr val="4A4A5E"/>
                </a:solidFill>
                <a:latin typeface="Calibri"/>
                <a:cs typeface="Calibri"/>
              </a:rPr>
              <a:t>Temp views only – never a persistent CREATE VIEW. AI explanation stays separate from raw evidence.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03920" y="777240"/>
            <a:ext cx="3429000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1348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0" y="86868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buNone/>
            </a:pPr>
            <a:r>
              <a:rPr lang="en-US" sz="1300" b="1" i="0">
                <a:solidFill>
                  <a:srgbClr val="013482"/>
                </a:solidFill>
                <a:latin typeface="Segoe UI"/>
                <a:cs typeface="Segoe UI"/>
              </a:rPr>
              <a:t>7 STANDARD TESTS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1188720"/>
            <a:ext cx="3063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50"/>
              </a:spcAft>
              <a:buNone/>
            </a:pPr>
            <a:r>
              <a:rPr lang="en-US" sz="1050" b="1" i="0">
                <a:solidFill>
                  <a:srgbClr val="7030A0"/>
                </a:solidFill>
                <a:latin typeface="Calibri"/>
                <a:cs typeface="Calibri"/>
              </a:rPr>
              <a:t xml:space="preserve">1  </a:t>
            </a:r>
            <a:r>
              <a:rPr lang="en-US" sz="1050" b="0" i="0">
                <a:solidFill>
                  <a:srgbClr val="1F1F33"/>
                </a:solidFill>
                <a:latin typeface="Calibri"/>
                <a:cs typeface="Calibri"/>
              </a:rPr>
              <a:t>ADF ran successfully</a:t>
            </a:r>
          </a:p>
          <a:p>
            <a:pPr>
              <a:spcAft>
                <a:spcPts val="150"/>
              </a:spcAft>
              <a:buNone/>
            </a:pPr>
            <a:r>
              <a:rPr lang="en-US" sz="1050" b="1" i="0">
                <a:solidFill>
                  <a:srgbClr val="7030A0"/>
                </a:solidFill>
                <a:latin typeface="Calibri"/>
                <a:cs typeface="Calibri"/>
              </a:rPr>
              <a:t xml:space="preserve">2  </a:t>
            </a:r>
            <a:r>
              <a:rPr lang="en-US" sz="1050" b="0" i="0">
                <a:solidFill>
                  <a:srgbClr val="1F1F33"/>
                </a:solidFill>
                <a:latin typeface="Calibri"/>
                <a:cs typeface="Calibri"/>
              </a:rPr>
              <a:t>Count check</a:t>
            </a:r>
          </a:p>
          <a:p>
            <a:pPr>
              <a:spcAft>
                <a:spcPts val="150"/>
              </a:spcAft>
              <a:buNone/>
            </a:pPr>
            <a:r>
              <a:rPr lang="en-US" sz="1050" b="1" i="0">
                <a:solidFill>
                  <a:srgbClr val="7030A0"/>
                </a:solidFill>
                <a:latin typeface="Calibri"/>
                <a:cs typeface="Calibri"/>
              </a:rPr>
              <a:t xml:space="preserve">3  </a:t>
            </a:r>
            <a:r>
              <a:rPr lang="en-US" sz="1050" b="0" i="0">
                <a:solidFill>
                  <a:srgbClr val="1F1F33"/>
                </a:solidFill>
                <a:latin typeface="Calibri"/>
                <a:cs typeface="Calibri"/>
              </a:rPr>
              <a:t>Data check</a:t>
            </a:r>
          </a:p>
          <a:p>
            <a:pPr>
              <a:spcAft>
                <a:spcPts val="150"/>
              </a:spcAft>
              <a:buNone/>
            </a:pPr>
            <a:r>
              <a:rPr lang="en-US" sz="1050" b="1" i="0">
                <a:solidFill>
                  <a:srgbClr val="7030A0"/>
                </a:solidFill>
                <a:latin typeface="Calibri"/>
                <a:cs typeface="Calibri"/>
              </a:rPr>
              <a:t xml:space="preserve">4  </a:t>
            </a:r>
            <a:r>
              <a:rPr lang="en-US" sz="1050" b="0" i="0">
                <a:solidFill>
                  <a:srgbClr val="1F1F33"/>
                </a:solidFill>
                <a:latin typeface="Calibri"/>
                <a:cs typeface="Calibri"/>
              </a:rPr>
              <a:t>Downstream check</a:t>
            </a:r>
          </a:p>
          <a:p>
            <a:pPr>
              <a:spcAft>
                <a:spcPts val="150"/>
              </a:spcAft>
              <a:buNone/>
            </a:pPr>
            <a:r>
              <a:rPr lang="en-US" sz="1050" b="1" i="0">
                <a:solidFill>
                  <a:srgbClr val="7030A0"/>
                </a:solidFill>
                <a:latin typeface="Calibri"/>
                <a:cs typeface="Calibri"/>
              </a:rPr>
              <a:t xml:space="preserve">5  </a:t>
            </a:r>
            <a:r>
              <a:rPr lang="en-US" sz="1050" b="0" i="0">
                <a:solidFill>
                  <a:srgbClr val="1F1F33"/>
                </a:solidFill>
                <a:latin typeface="Calibri"/>
                <a:cs typeface="Calibri"/>
              </a:rPr>
              <a:t>Duplicate check</a:t>
            </a:r>
          </a:p>
          <a:p>
            <a:pPr>
              <a:spcAft>
                <a:spcPts val="150"/>
              </a:spcAft>
              <a:buNone/>
            </a:pPr>
            <a:r>
              <a:rPr lang="en-US" sz="1050" b="1" i="0">
                <a:solidFill>
                  <a:srgbClr val="7030A0"/>
                </a:solidFill>
                <a:latin typeface="Calibri"/>
                <a:cs typeface="Calibri"/>
              </a:rPr>
              <a:t xml:space="preserve">6  </a:t>
            </a:r>
            <a:r>
              <a:rPr lang="en-US" sz="1050" b="0" i="0">
                <a:solidFill>
                  <a:srgbClr val="1F1F33"/>
                </a:solidFill>
                <a:latin typeface="Calibri"/>
                <a:cs typeface="Calibri"/>
              </a:rPr>
              <a:t>Incremental check</a:t>
            </a:r>
          </a:p>
          <a:p>
            <a:pPr>
              <a:spcAft>
                <a:spcPts val="150"/>
              </a:spcAft>
              <a:buNone/>
            </a:pPr>
            <a:r>
              <a:rPr lang="en-US" sz="1050" b="1" i="0">
                <a:solidFill>
                  <a:srgbClr val="7030A0"/>
                </a:solidFill>
                <a:latin typeface="Calibri"/>
                <a:cs typeface="Calibri"/>
              </a:rPr>
              <a:t xml:space="preserve">7  </a:t>
            </a:r>
            <a:r>
              <a:rPr lang="en-US" sz="1050" b="0" i="0">
                <a:solidFill>
                  <a:srgbClr val="1F1F33"/>
                </a:solidFill>
                <a:latin typeface="Calibri"/>
                <a:cs typeface="Calibri"/>
              </a:rPr>
              <a:t>Schema check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249631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buNone/>
            </a:pPr>
            <a:r>
              <a:rPr lang="en-US" sz="950" b="0" i="0">
                <a:solidFill>
                  <a:srgbClr val="4A4A5E"/>
                </a:solidFill>
                <a:latin typeface="Calibri"/>
                <a:cs typeface="Calibri"/>
              </a:rPr>
              <a:t>Run every time; each has evidence on its own child link.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03920" y="2926080"/>
            <a:ext cx="342900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1348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0" y="2999232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buNone/>
            </a:pPr>
            <a:r>
              <a:rPr lang="en-US" sz="1300" b="1" i="0">
                <a:solidFill>
                  <a:srgbClr val="013482"/>
                </a:solidFill>
                <a:latin typeface="Segoe UI"/>
                <a:cs typeface="Segoe UI"/>
              </a:rPr>
              <a:t>AUTOMATED COMPARISON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291840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  <a:buNone/>
            </a:pPr>
            <a:r>
              <a:rPr lang="en-US" sz="1050" b="1" i="0">
                <a:solidFill>
                  <a:srgbClr val="1F1F33"/>
                </a:solidFill>
                <a:latin typeface="Calibri"/>
                <a:cs typeface="Calibri"/>
              </a:rPr>
              <a:t>Pipeline · Schema · Duplicates · Counts · Source not in target · Target not in source · Nulls · Trim · ETL metadata · Default row</a:t>
            </a:r>
          </a:p>
          <a:p>
            <a:pPr>
              <a:spcAft>
                <a:spcPts val="200"/>
              </a:spcAft>
              <a:buNone/>
            </a:pPr>
            <a:r>
              <a:rPr lang="en-US" sz="950" b="0" i="0">
                <a:solidFill>
                  <a:srgbClr val="4A4A5E"/>
                </a:solidFill>
                <a:latin typeface="Calibri"/>
                <a:cs typeface="Calibri"/>
              </a:rPr>
              <a:t>Source vs. target, on approved comparison logic.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03920" y="4206240"/>
            <a:ext cx="342900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1348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4279392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buNone/>
            </a:pPr>
            <a:r>
              <a:rPr lang="en-US" sz="1300" b="1" i="0">
                <a:solidFill>
                  <a:srgbClr val="013482"/>
                </a:solidFill>
                <a:latin typeface="Segoe UI"/>
                <a:cs typeface="Segoe UI"/>
              </a:rPr>
              <a:t>GOVERNANCE CHECKLIST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4617720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buNone/>
            </a:pPr>
            <a:r>
              <a:rPr lang="en-US" sz="950" b="0" i="0">
                <a:solidFill>
                  <a:srgbClr val="1F1F33"/>
                </a:solidFill>
                <a:latin typeface="Calibri"/>
                <a:cs typeface="Calibri"/>
              </a:rPr>
              <a:t>ADF pipeline check (EST)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46177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lang="en-US" sz="950" b="1" i="0">
                <a:solidFill>
                  <a:srgbClr val="013482"/>
                </a:solidFill>
                <a:latin typeface="Calibri"/>
                <a:cs typeface="Calibri"/>
              </a:rPr>
              <a:t>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4800600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buNone/>
            </a:pPr>
            <a:r>
              <a:rPr lang="en-US" sz="950" b="0" i="0">
                <a:solidFill>
                  <a:srgbClr val="1F1F33"/>
                </a:solidFill>
                <a:latin typeface="Calibri"/>
                <a:cs typeface="Calibri"/>
              </a:rPr>
              <a:t>Exclude ETLMetadataSK from dupes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38560" y="480060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lang="en-US" sz="950" b="1" i="0">
                <a:solidFill>
                  <a:srgbClr val="013482"/>
                </a:solidFill>
                <a:latin typeface="Calibri"/>
                <a:cs typeface="Calibri"/>
              </a:rPr>
              <a:t>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4983480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buNone/>
            </a:pPr>
            <a:r>
              <a:rPr lang="en-US" sz="950" b="0" i="0">
                <a:solidFill>
                  <a:srgbClr val="1F1F33"/>
                </a:solidFill>
                <a:latin typeface="Calibri"/>
                <a:cs typeface="Calibri"/>
              </a:rPr>
              <a:t>Coverage meets acceptance criteria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498348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lang="en-US" sz="950" b="1" i="0">
                <a:solidFill>
                  <a:srgbClr val="013482"/>
                </a:solidFill>
                <a:latin typeface="Calibri"/>
                <a:cs typeface="Calibri"/>
              </a:rPr>
              <a:t>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5166360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buNone/>
            </a:pPr>
            <a:r>
              <a:rPr lang="en-US" sz="950" b="0" i="0">
                <a:solidFill>
                  <a:srgbClr val="1F1F33"/>
                </a:solidFill>
                <a:latin typeface="Calibri"/>
                <a:cs typeface="Calibri"/>
              </a:rPr>
              <a:t>Temp source view evidence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516636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lang="en-US" sz="950" b="1" i="0">
                <a:solidFill>
                  <a:srgbClr val="013482"/>
                </a:solidFill>
                <a:latin typeface="Calibri"/>
                <a:cs typeface="Calibri"/>
              </a:rPr>
              <a:t>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5349240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buNone/>
            </a:pPr>
            <a:r>
              <a:rPr lang="en-US" sz="950" b="0" i="0">
                <a:solidFill>
                  <a:srgbClr val="1F1F33"/>
                </a:solidFill>
                <a:latin typeface="Calibri"/>
                <a:cs typeface="Calibri"/>
              </a:rPr>
              <a:t>Downstream ADF job validation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53492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lang="en-US" sz="950" b="1" i="0">
                <a:solidFill>
                  <a:srgbClr val="7030A0"/>
                </a:solidFill>
                <a:latin typeface="Calibri"/>
                <a:cs typeface="Calibri"/>
              </a:rPr>
              <a:t>NA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5532120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buNone/>
            </a:pPr>
            <a:r>
              <a:rPr lang="en-US" sz="950" b="0" i="0">
                <a:solidFill>
                  <a:srgbClr val="1F1F33"/>
                </a:solidFill>
                <a:latin typeface="Calibri"/>
                <a:cs typeface="Calibri"/>
              </a:rPr>
              <a:t>Regression evidence after bug fix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55321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lang="en-US" sz="950" b="1" i="0">
                <a:solidFill>
                  <a:srgbClr val="7030A0"/>
                </a:solidFill>
                <a:latin typeface="Calibri"/>
                <a:cs typeface="Calibri"/>
              </a:rPr>
              <a:t>NA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5715000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buNone/>
            </a:pPr>
            <a:r>
              <a:rPr lang="en-US" sz="950" b="0" i="0">
                <a:solidFill>
                  <a:srgbClr val="1F1F33"/>
                </a:solidFill>
                <a:latin typeface="Calibri"/>
                <a:cs typeface="Calibri"/>
              </a:rPr>
              <a:t>Bug → QA decision before continuing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338560" y="571500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lang="en-US" sz="950" b="1" i="0">
                <a:solidFill>
                  <a:srgbClr val="013482"/>
                </a:solidFill>
                <a:latin typeface="Calibri"/>
                <a:cs typeface="Calibri"/>
              </a:rPr>
              <a:t>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5897880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buNone/>
            </a:pPr>
            <a:r>
              <a:rPr lang="en-US" sz="950" b="0" i="0">
                <a:solidFill>
                  <a:srgbClr val="1F1F33"/>
                </a:solidFill>
                <a:latin typeface="Calibri"/>
                <a:cs typeface="Calibri"/>
              </a:rPr>
              <a:t>Missed job → QA alert + hard stop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338560" y="589788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lang="en-US" sz="950" b="1" i="0">
                <a:solidFill>
                  <a:srgbClr val="013482"/>
                </a:solidFill>
                <a:latin typeface="Calibri"/>
                <a:cs typeface="Calibri"/>
              </a:rPr>
              <a:t>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6080760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buNone/>
            </a:pPr>
            <a:r>
              <a:rPr lang="en-US" sz="950" b="0" i="0">
                <a:solidFill>
                  <a:srgbClr val="1F1F33"/>
                </a:solidFill>
                <a:latin typeface="Calibri"/>
                <a:cs typeface="Calibri"/>
              </a:rPr>
              <a:t>Evidence on every test's child link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0" y="608076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lang="en-US" sz="950" b="1" i="0">
                <a:solidFill>
                  <a:srgbClr val="013482"/>
                </a:solidFill>
                <a:latin typeface="Calibri"/>
                <a:cs typeface="Calibri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2488467022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3bf6165-64ec-4640-87d9-0bc38db06263">
      <Terms xmlns="http://schemas.microsoft.com/office/infopath/2007/PartnerControls"/>
    </lcf76f155ced4ddcb4097134ff3c332f>
    <TaxCatchAll xmlns="811a0ed8-36c6-477f-a349-a15c3c3b2cf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380940107FDA4185076446C787D9CE" ma:contentTypeVersion="14" ma:contentTypeDescription="Create a new document." ma:contentTypeScope="" ma:versionID="0e9086a30ad23162aa4d20305eac32d3">
  <xsd:schema xmlns:xsd="http://www.w3.org/2001/XMLSchema" xmlns:xs="http://www.w3.org/2001/XMLSchema" xmlns:p="http://schemas.microsoft.com/office/2006/metadata/properties" xmlns:ns2="811a0ed8-36c6-477f-a349-a15c3c3b2cfc" xmlns:ns3="a3bf6165-64ec-4640-87d9-0bc38db06263" targetNamespace="http://schemas.microsoft.com/office/2006/metadata/properties" ma:root="true" ma:fieldsID="895d11f020e0356bfdd1630506a16f46" ns2:_="" ns3:_="">
    <xsd:import namespace="811a0ed8-36c6-477f-a349-a15c3c3b2cfc"/>
    <xsd:import namespace="a3bf6165-64ec-4640-87d9-0bc38db0626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1a0ed8-36c6-477f-a349-a15c3c3b2cf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d79843c7-e3c0-4163-a5f3-54a62008d237}" ma:internalName="TaxCatchAll" ma:showField="CatchAllData" ma:web="811a0ed8-36c6-477f-a349-a15c3c3b2c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bf6165-64ec-4640-87d9-0bc38db062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69d814c0-9b3f-4c78-9577-1f6435586df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2F1D8E-E299-44C2-B5BC-8A32C760D57C}">
  <ds:schemaRefs>
    <ds:schemaRef ds:uri="811a0ed8-36c6-477f-a349-a15c3c3b2cfc"/>
    <ds:schemaRef ds:uri="a3bf6165-64ec-4640-87d9-0bc38db0626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0AAC989-9FC4-45FC-8F76-172A9A964230}">
  <ds:schemaRefs>
    <ds:schemaRef ds:uri="811a0ed8-36c6-477f-a349-a15c3c3b2cfc"/>
    <ds:schemaRef ds:uri="a3bf6165-64ec-4640-87d9-0bc38db0626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B5CF2CD-7953-44B9-9529-1E88AD627B4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FlowSphere DBA Automation with Agentic AI</vt:lpstr>
      <vt:lpstr>FlowSphere DB Refresh Flow</vt:lpstr>
      <vt:lpstr>FlowSphere AGENT ECOSYSTEM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Pramod Mittapally</dc:creator>
  <cp:revision>1</cp:revision>
  <dcterms:created xsi:type="dcterms:W3CDTF">2026-06-09T11:50:55Z</dcterms:created>
  <dcterms:modified xsi:type="dcterms:W3CDTF">2026-07-01T15:52:02Z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0x010100EC380940107FDA4185076446C787D9CE</vt:lpwstr>
  </property>
  <property fmtid="{D5CDD505-2E9C-101B-9397-08002B2CF9AE}" pid="3" name="MediaServiceImageTags">
    <vt:lpwstr/>
  </property>
</Properties>
</file>